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745" r:id="rId3"/>
    <p:sldMasterId id="2147483758" r:id="rId4"/>
  </p:sldMasterIdLst>
  <p:notesMasterIdLst>
    <p:notesMasterId r:id="rId90"/>
  </p:notesMasterIdLst>
  <p:sldIdLst>
    <p:sldId id="329" r:id="rId5"/>
    <p:sldId id="285" r:id="rId6"/>
    <p:sldId id="381" r:id="rId7"/>
    <p:sldId id="302" r:id="rId8"/>
    <p:sldId id="303" r:id="rId9"/>
    <p:sldId id="331" r:id="rId10"/>
    <p:sldId id="307" r:id="rId11"/>
    <p:sldId id="308" r:id="rId12"/>
    <p:sldId id="330" r:id="rId13"/>
    <p:sldId id="382" r:id="rId14"/>
    <p:sldId id="421" r:id="rId15"/>
    <p:sldId id="383" r:id="rId16"/>
    <p:sldId id="384" r:id="rId17"/>
    <p:sldId id="417" r:id="rId18"/>
    <p:sldId id="333" r:id="rId19"/>
    <p:sldId id="385" r:id="rId20"/>
    <p:sldId id="332" r:id="rId21"/>
    <p:sldId id="334" r:id="rId22"/>
    <p:sldId id="412" r:id="rId23"/>
    <p:sldId id="422" r:id="rId24"/>
    <p:sldId id="413" r:id="rId25"/>
    <p:sldId id="414" r:id="rId26"/>
    <p:sldId id="336" r:id="rId27"/>
    <p:sldId id="338" r:id="rId28"/>
    <p:sldId id="339" r:id="rId29"/>
    <p:sldId id="340" r:id="rId30"/>
    <p:sldId id="480" r:id="rId31"/>
    <p:sldId id="481" r:id="rId32"/>
    <p:sldId id="482" r:id="rId33"/>
    <p:sldId id="341" r:id="rId34"/>
    <p:sldId id="342" r:id="rId35"/>
    <p:sldId id="343" r:id="rId36"/>
    <p:sldId id="386" r:id="rId37"/>
    <p:sldId id="387" r:id="rId38"/>
    <p:sldId id="344" r:id="rId39"/>
    <p:sldId id="345" r:id="rId40"/>
    <p:sldId id="346" r:id="rId41"/>
    <p:sldId id="347" r:id="rId42"/>
    <p:sldId id="348" r:id="rId43"/>
    <p:sldId id="349" r:id="rId44"/>
    <p:sldId id="350" r:id="rId45"/>
    <p:sldId id="415" r:id="rId46"/>
    <p:sldId id="351" r:id="rId47"/>
    <p:sldId id="389" r:id="rId48"/>
    <p:sldId id="352" r:id="rId49"/>
    <p:sldId id="353" r:id="rId50"/>
    <p:sldId id="354" r:id="rId51"/>
    <p:sldId id="388" r:id="rId52"/>
    <p:sldId id="355" r:id="rId53"/>
    <p:sldId id="356" r:id="rId54"/>
    <p:sldId id="357" r:id="rId55"/>
    <p:sldId id="358" r:id="rId56"/>
    <p:sldId id="359" r:id="rId57"/>
    <p:sldId id="418" r:id="rId58"/>
    <p:sldId id="419" r:id="rId59"/>
    <p:sldId id="423" r:id="rId60"/>
    <p:sldId id="361" r:id="rId61"/>
    <p:sldId id="390" r:id="rId62"/>
    <p:sldId id="362" r:id="rId63"/>
    <p:sldId id="363" r:id="rId64"/>
    <p:sldId id="365" r:id="rId65"/>
    <p:sldId id="366" r:id="rId66"/>
    <p:sldId id="367" r:id="rId67"/>
    <p:sldId id="420" r:id="rId68"/>
    <p:sldId id="364" r:id="rId69"/>
    <p:sldId id="368" r:id="rId70"/>
    <p:sldId id="369" r:id="rId71"/>
    <p:sldId id="426" r:id="rId72"/>
    <p:sldId id="424" r:id="rId73"/>
    <p:sldId id="425" r:id="rId74"/>
    <p:sldId id="370" r:id="rId75"/>
    <p:sldId id="391" r:id="rId76"/>
    <p:sldId id="371" r:id="rId77"/>
    <p:sldId id="416" r:id="rId78"/>
    <p:sldId id="372" r:id="rId79"/>
    <p:sldId id="373" r:id="rId80"/>
    <p:sldId id="374" r:id="rId81"/>
    <p:sldId id="375" r:id="rId82"/>
    <p:sldId id="376" r:id="rId83"/>
    <p:sldId id="377" r:id="rId84"/>
    <p:sldId id="379" r:id="rId85"/>
    <p:sldId id="428" r:id="rId86"/>
    <p:sldId id="477" r:id="rId87"/>
    <p:sldId id="478" r:id="rId88"/>
    <p:sldId id="479" r:id="rId8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extLst>
    <p:ext uri="{521415D9-36F7-43E2-AB2F-B90AF26B5E84}">
      <p14:sectionLst xmlns:p14="http://schemas.microsoft.com/office/powerpoint/2010/main">
        <p14:section name="默认节" id="{2C3CA67C-6C8A-4B4A-BACE-23001C054349}">
          <p14:sldIdLst>
            <p14:sldId id="329"/>
            <p14:sldId id="285"/>
            <p14:sldId id="381"/>
            <p14:sldId id="302"/>
            <p14:sldId id="303"/>
            <p14:sldId id="331"/>
            <p14:sldId id="307"/>
            <p14:sldId id="308"/>
            <p14:sldId id="330"/>
            <p14:sldId id="382"/>
            <p14:sldId id="421"/>
            <p14:sldId id="383"/>
            <p14:sldId id="384"/>
            <p14:sldId id="417"/>
            <p14:sldId id="333"/>
            <p14:sldId id="385"/>
            <p14:sldId id="332"/>
            <p14:sldId id="334"/>
            <p14:sldId id="412"/>
            <p14:sldId id="422"/>
            <p14:sldId id="413"/>
            <p14:sldId id="414"/>
            <p14:sldId id="336"/>
            <p14:sldId id="338"/>
            <p14:sldId id="339"/>
            <p14:sldId id="340"/>
            <p14:sldId id="480"/>
            <p14:sldId id="481"/>
            <p14:sldId id="482"/>
            <p14:sldId id="341"/>
            <p14:sldId id="342"/>
            <p14:sldId id="343"/>
            <p14:sldId id="386"/>
            <p14:sldId id="387"/>
            <p14:sldId id="344"/>
            <p14:sldId id="345"/>
            <p14:sldId id="346"/>
            <p14:sldId id="347"/>
            <p14:sldId id="348"/>
            <p14:sldId id="349"/>
            <p14:sldId id="350"/>
            <p14:sldId id="415"/>
            <p14:sldId id="351"/>
            <p14:sldId id="389"/>
            <p14:sldId id="352"/>
            <p14:sldId id="353"/>
            <p14:sldId id="354"/>
            <p14:sldId id="388"/>
            <p14:sldId id="355"/>
            <p14:sldId id="356"/>
            <p14:sldId id="357"/>
            <p14:sldId id="358"/>
            <p14:sldId id="359"/>
            <p14:sldId id="418"/>
            <p14:sldId id="419"/>
            <p14:sldId id="423"/>
            <p14:sldId id="361"/>
            <p14:sldId id="390"/>
            <p14:sldId id="362"/>
            <p14:sldId id="363"/>
            <p14:sldId id="365"/>
            <p14:sldId id="366"/>
            <p14:sldId id="367"/>
            <p14:sldId id="420"/>
            <p14:sldId id="364"/>
            <p14:sldId id="368"/>
            <p14:sldId id="369"/>
            <p14:sldId id="426"/>
            <p14:sldId id="424"/>
            <p14:sldId id="425"/>
            <p14:sldId id="370"/>
            <p14:sldId id="391"/>
            <p14:sldId id="371"/>
            <p14:sldId id="416"/>
            <p14:sldId id="372"/>
            <p14:sldId id="373"/>
            <p14:sldId id="374"/>
            <p14:sldId id="375"/>
            <p14:sldId id="376"/>
            <p14:sldId id="377"/>
            <p14:sldId id="379"/>
            <p14:sldId id="428"/>
            <p14:sldId id="477"/>
            <p14:sldId id="478"/>
            <p14:sldId id="47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a:srgbClr val="00006E"/>
    <a:srgbClr val="12088E"/>
    <a:srgbClr val="66FFFF"/>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85980" autoAdjust="0"/>
  </p:normalViewPr>
  <p:slideViewPr>
    <p:cSldViewPr>
      <p:cViewPr varScale="1">
        <p:scale>
          <a:sx n="111" d="100"/>
          <a:sy n="111" d="100"/>
        </p:scale>
        <p:origin x="125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880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604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80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80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880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56901330-839C-4A22-A1C7-6291614359EB}" type="slidenum">
              <a:rPr lang="en-US" altLang="zh-CN"/>
              <a:pPr>
                <a:defRPr/>
              </a:pPr>
              <a:t>‹#›</a:t>
            </a:fld>
            <a:endParaRPr lang="en-US" altLang="zh-CN"/>
          </a:p>
        </p:txBody>
      </p:sp>
    </p:spTree>
    <p:extLst>
      <p:ext uri="{BB962C8B-B14F-4D97-AF65-F5344CB8AC3E}">
        <p14:creationId xmlns:p14="http://schemas.microsoft.com/office/powerpoint/2010/main" val="7071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C45C158-3D1C-43F1-8F61-D17DA9CB9544}" type="slidenum">
              <a:rPr lang="en-US" altLang="zh-CN"/>
              <a:pPr>
                <a:defRPr/>
              </a:pPr>
              <a:t>‹#›</a:t>
            </a:fld>
            <a:endParaRPr lang="en-US" altLang="zh-CN"/>
          </a:p>
        </p:txBody>
      </p:sp>
    </p:spTree>
    <p:extLst>
      <p:ext uri="{BB962C8B-B14F-4D97-AF65-F5344CB8AC3E}">
        <p14:creationId xmlns:p14="http://schemas.microsoft.com/office/powerpoint/2010/main" val="156660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99E610-1F10-438B-98D1-A62A8D0D0294}" type="slidenum">
              <a:rPr lang="en-US" altLang="zh-CN"/>
              <a:pPr>
                <a:defRPr/>
              </a:pPr>
              <a:t>‹#›</a:t>
            </a:fld>
            <a:endParaRPr lang="en-US" altLang="zh-CN"/>
          </a:p>
        </p:txBody>
      </p:sp>
    </p:spTree>
    <p:extLst>
      <p:ext uri="{BB962C8B-B14F-4D97-AF65-F5344CB8AC3E}">
        <p14:creationId xmlns:p14="http://schemas.microsoft.com/office/powerpoint/2010/main" val="3170120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BCD1BD0-7688-41B3-A1ED-8E1B6860A587}" type="slidenum">
              <a:rPr lang="en-US" altLang="zh-CN"/>
              <a:pPr>
                <a:defRPr/>
              </a:pPr>
              <a:t>‹#›</a:t>
            </a:fld>
            <a:endParaRPr lang="en-US" altLang="zh-CN"/>
          </a:p>
        </p:txBody>
      </p:sp>
    </p:spTree>
    <p:extLst>
      <p:ext uri="{BB962C8B-B14F-4D97-AF65-F5344CB8AC3E}">
        <p14:creationId xmlns:p14="http://schemas.microsoft.com/office/powerpoint/2010/main" val="775373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D3FA736-32FF-4F82-AD94-1BD2905A7949}" type="slidenum">
              <a:rPr lang="en-US" altLang="zh-CN"/>
              <a:pPr>
                <a:defRPr/>
              </a:pPr>
              <a:t>‹#›</a:t>
            </a:fld>
            <a:endParaRPr lang="en-US" altLang="zh-CN"/>
          </a:p>
        </p:txBody>
      </p:sp>
    </p:spTree>
    <p:extLst>
      <p:ext uri="{BB962C8B-B14F-4D97-AF65-F5344CB8AC3E}">
        <p14:creationId xmlns:p14="http://schemas.microsoft.com/office/powerpoint/2010/main" val="3670362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6159A0F-E20A-403A-BD0F-17F404462978}" type="slidenum">
              <a:rPr lang="en-US" altLang="zh-CN"/>
              <a:pPr>
                <a:defRPr/>
              </a:pPr>
              <a:t>‹#›</a:t>
            </a:fld>
            <a:endParaRPr lang="en-US" altLang="zh-CN"/>
          </a:p>
        </p:txBody>
      </p:sp>
    </p:spTree>
    <p:extLst>
      <p:ext uri="{BB962C8B-B14F-4D97-AF65-F5344CB8AC3E}">
        <p14:creationId xmlns:p14="http://schemas.microsoft.com/office/powerpoint/2010/main" val="826613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A3BA115-D586-495D-B01A-698ED863E27F}" type="slidenum">
              <a:rPr lang="en-US" altLang="zh-CN"/>
              <a:pPr>
                <a:defRPr/>
              </a:pPr>
              <a:t>‹#›</a:t>
            </a:fld>
            <a:endParaRPr lang="en-US" altLang="zh-CN"/>
          </a:p>
        </p:txBody>
      </p:sp>
    </p:spTree>
    <p:extLst>
      <p:ext uri="{BB962C8B-B14F-4D97-AF65-F5344CB8AC3E}">
        <p14:creationId xmlns:p14="http://schemas.microsoft.com/office/powerpoint/2010/main" val="3543108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2B487FA-CF51-4060-AA09-564B5FA69B8A}" type="slidenum">
              <a:rPr lang="en-US" altLang="zh-CN"/>
              <a:pPr>
                <a:defRPr/>
              </a:pPr>
              <a:t>‹#›</a:t>
            </a:fld>
            <a:endParaRPr lang="en-US" altLang="zh-CN"/>
          </a:p>
        </p:txBody>
      </p:sp>
    </p:spTree>
    <p:extLst>
      <p:ext uri="{BB962C8B-B14F-4D97-AF65-F5344CB8AC3E}">
        <p14:creationId xmlns:p14="http://schemas.microsoft.com/office/powerpoint/2010/main" val="2068725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EC6A52-7232-4E66-950D-EE7149C9E89E}" type="slidenum">
              <a:rPr lang="en-US" altLang="zh-CN"/>
              <a:pPr>
                <a:defRPr/>
              </a:pPr>
              <a:t>‹#›</a:t>
            </a:fld>
            <a:endParaRPr lang="en-US" altLang="zh-CN"/>
          </a:p>
        </p:txBody>
      </p:sp>
    </p:spTree>
    <p:extLst>
      <p:ext uri="{BB962C8B-B14F-4D97-AF65-F5344CB8AC3E}">
        <p14:creationId xmlns:p14="http://schemas.microsoft.com/office/powerpoint/2010/main" val="344232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06D5395-67A8-4E96-9469-CA2EF0FC76A9}" type="slidenum">
              <a:rPr lang="en-US" altLang="zh-CN"/>
              <a:pPr>
                <a:defRPr/>
              </a:pPr>
              <a:t>‹#›</a:t>
            </a:fld>
            <a:endParaRPr lang="en-US" altLang="zh-CN"/>
          </a:p>
        </p:txBody>
      </p:sp>
    </p:spTree>
    <p:extLst>
      <p:ext uri="{BB962C8B-B14F-4D97-AF65-F5344CB8AC3E}">
        <p14:creationId xmlns:p14="http://schemas.microsoft.com/office/powerpoint/2010/main" val="2215945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6948AD7-1157-40BA-8E7C-02BFBF465DC2}" type="slidenum">
              <a:rPr lang="en-US" altLang="zh-CN"/>
              <a:pPr>
                <a:defRPr/>
              </a:pPr>
              <a:t>‹#›</a:t>
            </a:fld>
            <a:endParaRPr lang="en-US" altLang="zh-CN"/>
          </a:p>
        </p:txBody>
      </p:sp>
    </p:spTree>
    <p:extLst>
      <p:ext uri="{BB962C8B-B14F-4D97-AF65-F5344CB8AC3E}">
        <p14:creationId xmlns:p14="http://schemas.microsoft.com/office/powerpoint/2010/main" val="2569174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411129F-93F5-483E-9598-D8B346E8A047}" type="slidenum">
              <a:rPr lang="en-US" altLang="zh-CN"/>
              <a:pPr>
                <a:defRPr/>
              </a:pPr>
              <a:t>‹#›</a:t>
            </a:fld>
            <a:endParaRPr lang="en-US" altLang="zh-CN"/>
          </a:p>
        </p:txBody>
      </p:sp>
    </p:spTree>
    <p:extLst>
      <p:ext uri="{BB962C8B-B14F-4D97-AF65-F5344CB8AC3E}">
        <p14:creationId xmlns:p14="http://schemas.microsoft.com/office/powerpoint/2010/main" val="1541380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A260A84-6F6C-4B1D-976E-BFD1C46F27F7}" type="slidenum">
              <a:rPr lang="en-US" altLang="zh-CN"/>
              <a:pPr>
                <a:defRPr/>
              </a:pPr>
              <a:t>‹#›</a:t>
            </a:fld>
            <a:endParaRPr lang="en-US" altLang="zh-CN"/>
          </a:p>
        </p:txBody>
      </p:sp>
    </p:spTree>
    <p:extLst>
      <p:ext uri="{BB962C8B-B14F-4D97-AF65-F5344CB8AC3E}">
        <p14:creationId xmlns:p14="http://schemas.microsoft.com/office/powerpoint/2010/main" val="2802687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36135D-C814-4A4E-938E-420D2E989ED3}"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094895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FCECAA0-4A80-4F88-821E-420B7160EA9F}"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73068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052E3D7-FBBB-47D9-9672-BAF54DBE4E91}"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8821535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25D787-834A-4766-B2E9-B3EBA00170D0}"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442267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C2EC91F7-9C1F-4A62-8895-71D1AB5E9CF7}"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540368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822CD31B-857C-4B7F-A015-A876810A1019}"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717529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FB34C3C6-5DD1-4FC7-97A5-32AF2D5D7CE0}"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5634995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91F1950-ADFF-4ACD-9F29-D14EC42EBD37}"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24715783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463EB80-817A-468F-941D-20F287F8D2FC}"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2576097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7166FDF9-4BF2-4A7B-BF07-2110AFF9D24A}"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6200266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685C46D-E1DF-4C4E-AA69-132497176A24}"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1172179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4D78432-4475-4EDE-9667-C2FCEA30C174}"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5507631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6A4671C-D353-462F-ACE7-428AB23ABA3B}" type="slidenum">
              <a:rPr lang="zh-CN" altLang="zh-CN">
                <a:solidFill>
                  <a:srgbClr val="000000"/>
                </a:solidFill>
              </a:rPr>
              <a:pPr>
                <a:defRPr/>
              </a:pPr>
              <a:t>‹#›</a:t>
            </a:fld>
            <a:endParaRPr lang="zh-CN" altLang="zh-CN">
              <a:solidFill>
                <a:srgbClr val="000000"/>
              </a:solidFill>
            </a:endParaRPr>
          </a:p>
        </p:txBody>
      </p:sp>
    </p:spTree>
    <p:extLst>
      <p:ext uri="{BB962C8B-B14F-4D97-AF65-F5344CB8AC3E}">
        <p14:creationId xmlns:p14="http://schemas.microsoft.com/office/powerpoint/2010/main" val="33134811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C45C158-3D1C-43F1-8F61-D17DA9CB954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3143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399E610-1F10-438B-98D1-A62A8D0D029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50308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BCD1BD0-7688-41B3-A1ED-8E1B6860A58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712581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D3FA736-32FF-4F82-AD94-1BD2905A794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278173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26159A0F-E20A-403A-BD0F-17F404462978}"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6041963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A3BA115-D586-495D-B01A-698ED863E27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92619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42B487FA-CF51-4060-AA09-564B5FA69B8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533106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DEC6A52-7232-4E66-950D-EE7149C9E89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773118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06D5395-67A8-4E96-9469-CA2EF0FC76A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2690800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6948AD7-1157-40BA-8E7C-02BFBF465DC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284844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411129F-93F5-483E-9598-D8B346E8A04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3096256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A260A84-6F6C-4B1D-976E-BFD1C46F27F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024368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A-355-cxmj"/>
          <p:cNvPicPr>
            <a:picLocks noChangeAspect="1" noChangeArrowheads="1"/>
          </p:cNvPicPr>
          <p:nvPr/>
        </p:nvPicPr>
        <p:blipFill>
          <a:blip r:embed="rId2"/>
          <a:srcRect t="51990" b="14217"/>
          <a:stretch>
            <a:fillRect/>
          </a:stretch>
        </p:blipFill>
        <p:spPr bwMode="auto">
          <a:xfrm>
            <a:off x="0" y="0"/>
            <a:ext cx="9147175" cy="1981200"/>
          </a:xfrm>
          <a:prstGeom prst="rect">
            <a:avLst/>
          </a:prstGeom>
          <a:noFill/>
          <a:ln w="9525">
            <a:noFill/>
            <a:miter lim="800000"/>
            <a:headEnd/>
            <a:tailEnd/>
          </a:ln>
        </p:spPr>
      </p:pic>
      <p:sp>
        <p:nvSpPr>
          <p:cNvPr id="287747" name="Rectangle 3"/>
          <p:cNvSpPr>
            <a:spLocks noGrp="1" noChangeArrowheads="1"/>
          </p:cNvSpPr>
          <p:nvPr>
            <p:ph type="ctrTitle" sz="quarter"/>
          </p:nvPr>
        </p:nvSpPr>
        <p:spPr>
          <a:xfrm>
            <a:off x="685800" y="2406650"/>
            <a:ext cx="7772400" cy="1555750"/>
          </a:xfrm>
        </p:spPr>
        <p:txBody>
          <a:bodyPr/>
          <a:lstStyle>
            <a:lvl1pPr>
              <a:defRPr sz="6000">
                <a:ea typeface="华文新魏" pitchFamily="2" charset="-122"/>
              </a:defRPr>
            </a:lvl1pPr>
          </a:lstStyle>
          <a:p>
            <a:r>
              <a:rPr lang="zh-CN" altLang="en-US"/>
              <a:t>单击此处编辑母版标题样式</a:t>
            </a:r>
          </a:p>
        </p:txBody>
      </p:sp>
      <p:sp>
        <p:nvSpPr>
          <p:cNvPr id="287748" name="Rectangle 4"/>
          <p:cNvSpPr>
            <a:spLocks noGrp="1" noChangeArrowheads="1"/>
          </p:cNvSpPr>
          <p:nvPr>
            <p:ph type="subTitle" sz="quarter" idx="1"/>
          </p:nvPr>
        </p:nvSpPr>
        <p:spPr>
          <a:xfrm>
            <a:off x="1371600" y="4267200"/>
            <a:ext cx="6400800" cy="1752600"/>
          </a:xfrm>
        </p:spPr>
        <p:txBody>
          <a:bodyPr/>
          <a:lstStyle>
            <a:lvl1pPr marL="0" indent="0" algn="ctr">
              <a:buFont typeface="Wingdings" pitchFamily="2" charset="2"/>
              <a:buNone/>
              <a:defRPr sz="3200"/>
            </a:lvl1pPr>
          </a:lstStyle>
          <a:p>
            <a:r>
              <a:rPr lang="zh-CN" altLang="en-US"/>
              <a:t>单击此处编辑母版副标题样式</a:t>
            </a:r>
          </a:p>
        </p:txBody>
      </p:sp>
      <p:sp>
        <p:nvSpPr>
          <p:cNvPr id="5" name="Rectangle 5"/>
          <p:cNvSpPr>
            <a:spLocks noGrp="1" noChangeArrowheads="1"/>
          </p:cNvSpPr>
          <p:nvPr>
            <p:ph type="dt" sz="quarter" idx="10"/>
          </p:nvPr>
        </p:nvSpPr>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ftr" sz="quarter" idx="11"/>
          </p:nvPr>
        </p:nvSpPr>
        <p:spPr/>
        <p:txBody>
          <a:bodyPr/>
          <a:lstStyle>
            <a:lvl1pPr>
              <a:defRPr>
                <a:effectLst>
                  <a:outerShdw blurRad="38100" dist="38100" dir="2700000" algn="tl">
                    <a:srgbClr val="FFFFFF"/>
                  </a:outerShdw>
                </a:effectLst>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a:xfrm>
            <a:off x="6553200" y="6248400"/>
            <a:ext cx="2133600" cy="457200"/>
          </a:xfrm>
        </p:spPr>
        <p:txBody>
          <a:bodyPr/>
          <a:lstStyle>
            <a:lvl1pPr>
              <a:defRPr>
                <a:effectLst>
                  <a:outerShdw blurRad="38100" dist="38100" dir="2700000" algn="tl">
                    <a:srgbClr val="FFFFFF"/>
                  </a:outerShdw>
                </a:effectLst>
              </a:defRPr>
            </a:lvl1pPr>
          </a:lstStyle>
          <a:p>
            <a:pPr>
              <a:defRPr/>
            </a:pPr>
            <a:fld id="{7CDBEA29-3A71-4A08-BFCA-40CB0F1C2C18}"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76006309"/>
      </p:ext>
    </p:extLst>
  </p:cSld>
  <p:clrMapOvr>
    <a:masterClrMapping/>
  </p:clrMapOvr>
  <p:transition spd="med">
    <p:pull/>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49F19003-BC25-48BE-82D9-F5343395C38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0950897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97308E1E-0B9A-45C2-890A-AE40E745295F}"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49528238"/>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2400" y="1412875"/>
            <a:ext cx="43434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12875"/>
            <a:ext cx="43434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DA5FEB64-B0E1-458C-A792-70F81429D13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249517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8A993DFF-4749-462E-8BED-90F936234FBF}"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159280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8FAC4F65-3AF5-49A1-9505-2D6765671A4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32672048"/>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937D4ED9-CC06-4473-8A7E-99EF7C1EBE5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3658972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AA6D978A-BCD6-4FCC-8E46-3BA7362E13A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7477500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54C8CB92-77F9-454D-A808-C21E67C6E5BA}"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6409329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4E8E77F2-7341-4321-A320-B6082EC4599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78480771"/>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96100" y="0"/>
            <a:ext cx="2247900" cy="5943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2400" y="0"/>
            <a:ext cx="6591300" cy="5943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36C3B9F9-37CC-4FC6-8864-8A060B09C53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56271085"/>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2400" y="0"/>
            <a:ext cx="8991600" cy="5943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416E9358-F4EB-4B98-96ED-BA6DDF5A86E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034813475"/>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600200" y="0"/>
            <a:ext cx="7543800" cy="1066800"/>
          </a:xfrm>
        </p:spPr>
        <p:txBody>
          <a:bodyPr/>
          <a:lstStyle/>
          <a:p>
            <a:r>
              <a:rPr lang="zh-CN" altLang="en-US"/>
              <a:t>单击此处编辑母版标题样式</a:t>
            </a:r>
          </a:p>
        </p:txBody>
      </p:sp>
      <p:sp>
        <p:nvSpPr>
          <p:cNvPr id="3" name="文本占位符 2"/>
          <p:cNvSpPr>
            <a:spLocks noGrp="1"/>
          </p:cNvSpPr>
          <p:nvPr>
            <p:ph type="body" sz="half" idx="1"/>
          </p:nvPr>
        </p:nvSpPr>
        <p:spPr>
          <a:xfrm>
            <a:off x="152400" y="1412875"/>
            <a:ext cx="43434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12875"/>
            <a:ext cx="43434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4"/>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sldNum" sz="quarter" idx="12"/>
          </p:nvPr>
        </p:nvSpPr>
        <p:spPr>
          <a:ln/>
        </p:spPr>
        <p:txBody>
          <a:bodyPr/>
          <a:lstStyle>
            <a:lvl1pPr>
              <a:defRPr/>
            </a:lvl1pPr>
          </a:lstStyle>
          <a:p>
            <a:pPr>
              <a:defRPr/>
            </a:pPr>
            <a:endParaRPr lang="zh-CN" altLang="en-US">
              <a:solidFill>
                <a:srgbClr val="000000"/>
              </a:solidFill>
            </a:endParaRPr>
          </a:p>
          <a:p>
            <a:pPr>
              <a:defRPr/>
            </a:pPr>
            <a:fld id="{B3B28544-9BCC-4165-9695-3046B7F2372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396280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3.png"/><Relationship Id="rId2" Type="http://schemas.openxmlformats.org/officeDocument/2006/relationships/slideLayout" Target="../slideLayouts/slideLayout39.xml"/><Relationship Id="rId16" Type="http://schemas.openxmlformats.org/officeDocument/2006/relationships/image" Target="../media/image2.jpe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jpe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6E"/>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3FEA38DD-361D-4010-9D52-F5D747FF843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C000">
            <a:alpha val="20000"/>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kumimoji="0" lang="zh-CN" altLang="zh-CN">
              <a:solidFill>
                <a:srgbClr val="000000"/>
              </a:solidFill>
              <a:ea typeface="宋体" pitchFamily="2" charset="-122"/>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kumimoji="0" lang="zh-CN" altLang="zh-CN">
              <a:solidFill>
                <a:srgbClr val="000000"/>
              </a:solidFill>
              <a:ea typeface="宋体" pitchFamily="2" charset="-122"/>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54A1576A-9A36-40C8-9E52-E75F2BEA694E}" type="slidenum">
              <a:rPr kumimoji="0" lang="zh-CN" altLang="zh-CN">
                <a:solidFill>
                  <a:srgbClr val="000000"/>
                </a:solidFill>
                <a:ea typeface="宋体" pitchFamily="2" charset="-122"/>
              </a:rPr>
              <a:pPr>
                <a:defRPr/>
              </a:pPr>
              <a:t>‹#›</a:t>
            </a:fld>
            <a:endParaRPr kumimoji="0" lang="zh-CN" altLang="zh-CN">
              <a:solidFill>
                <a:srgbClr val="000000"/>
              </a:solidFill>
              <a:ea typeface="宋体" pitchFamily="2" charset="-122"/>
            </a:endParaRPr>
          </a:p>
        </p:txBody>
      </p:sp>
    </p:spTree>
    <p:extLst>
      <p:ext uri="{BB962C8B-B14F-4D97-AF65-F5344CB8AC3E}">
        <p14:creationId xmlns:p14="http://schemas.microsoft.com/office/powerpoint/2010/main" val="363126030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6E"/>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3FEA38DD-361D-4010-9D52-F5D747FF843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49515276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hf hdr="0" ftr="0" dt="0"/>
  <p:txStyles>
    <p:title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tile tx="0" ty="0" sx="100000" sy="100000" flip="none" algn="tl"/>
        </a:blip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bwMode="auto">
          <a:xfrm>
            <a:off x="152400" y="1412875"/>
            <a:ext cx="88392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723" name="Rectangle 3"/>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0">
                <a:effectLst>
                  <a:outerShdw blurRad="38100" dist="38100" dir="2700000" algn="tl">
                    <a:srgbClr val="FFFFFF"/>
                  </a:outerShdw>
                </a:effectLst>
              </a:defRPr>
            </a:lvl1pPr>
          </a:lstStyle>
          <a:p>
            <a:pPr>
              <a:defRPr/>
            </a:pPr>
            <a:endParaRPr kumimoji="0" lang="en-US" altLang="zh-CN">
              <a:solidFill>
                <a:srgbClr val="000000"/>
              </a:solidFill>
              <a:latin typeface="Arial" charset="0"/>
              <a:ea typeface="宋体" pitchFamily="2" charset="-122"/>
            </a:endParaRPr>
          </a:p>
        </p:txBody>
      </p:sp>
      <p:sp>
        <p:nvSpPr>
          <p:cNvPr id="286724" name="Rectangle 4"/>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a:lvl1pPr>
          </a:lstStyle>
          <a:p>
            <a:pPr>
              <a:defRPr/>
            </a:pPr>
            <a:endParaRPr kumimoji="0" lang="en-US" altLang="zh-CN">
              <a:solidFill>
                <a:srgbClr val="000000"/>
              </a:solidFill>
              <a:latin typeface="Arial" charset="0"/>
              <a:ea typeface="宋体" pitchFamily="2" charset="-122"/>
            </a:endParaRPr>
          </a:p>
        </p:txBody>
      </p:sp>
      <p:sp>
        <p:nvSpPr>
          <p:cNvPr id="286725" name="Rectangle 5"/>
          <p:cNvSpPr>
            <a:spLocks noGrp="1" noChangeArrowheads="1"/>
          </p:cNvSpPr>
          <p:nvPr>
            <p:ph type="sldNum" sz="quarter" idx="4"/>
          </p:nvPr>
        </p:nvSpPr>
        <p:spPr bwMode="auto">
          <a:xfrm>
            <a:off x="6553200" y="623728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lvl1pPr>
          </a:lstStyle>
          <a:p>
            <a:pPr>
              <a:defRPr/>
            </a:pPr>
            <a:endParaRPr kumimoji="0" lang="zh-CN" altLang="en-US">
              <a:solidFill>
                <a:srgbClr val="000000"/>
              </a:solidFill>
              <a:latin typeface="Arial" charset="0"/>
              <a:ea typeface="宋体" pitchFamily="2" charset="-122"/>
            </a:endParaRPr>
          </a:p>
          <a:p>
            <a:pPr>
              <a:defRPr/>
            </a:pPr>
            <a:fld id="{8A45DB41-4C46-4AED-B1EF-4B99AA62D115}" type="slidenum">
              <a:rPr kumimoji="0" lang="zh-CN" altLang="en-US">
                <a:solidFill>
                  <a:srgbClr val="000000"/>
                </a:solidFill>
                <a:latin typeface="Arial" charset="0"/>
                <a:ea typeface="宋体" pitchFamily="2" charset="-122"/>
              </a:rPr>
              <a:pPr>
                <a:defRPr/>
              </a:pPr>
              <a:t>‹#›</a:t>
            </a:fld>
            <a:endParaRPr kumimoji="0" lang="en-US" altLang="zh-CN">
              <a:solidFill>
                <a:srgbClr val="000000"/>
              </a:solidFill>
              <a:latin typeface="Arial" charset="0"/>
              <a:ea typeface="宋体" pitchFamily="2" charset="-122"/>
            </a:endParaRPr>
          </a:p>
        </p:txBody>
      </p:sp>
      <p:pic>
        <p:nvPicPr>
          <p:cNvPr id="60422" name="Picture 6" descr="A-355-cxmj"/>
          <p:cNvPicPr>
            <a:picLocks noChangeAspect="1" noChangeArrowheads="1"/>
          </p:cNvPicPr>
          <p:nvPr/>
        </p:nvPicPr>
        <p:blipFill>
          <a:blip r:embed="rId16"/>
          <a:srcRect/>
          <a:stretch>
            <a:fillRect/>
          </a:stretch>
        </p:blipFill>
        <p:spPr bwMode="auto">
          <a:xfrm>
            <a:off x="0" y="0"/>
            <a:ext cx="1925638" cy="1235075"/>
          </a:xfrm>
          <a:prstGeom prst="rect">
            <a:avLst/>
          </a:prstGeom>
          <a:noFill/>
          <a:ln w="9525">
            <a:noFill/>
            <a:miter lim="800000"/>
            <a:headEnd/>
            <a:tailEnd/>
          </a:ln>
        </p:spPr>
      </p:pic>
      <p:sp>
        <p:nvSpPr>
          <p:cNvPr id="286727" name="Oval 7" descr="羊皮纸"/>
          <p:cNvSpPr>
            <a:spLocks noChangeAspect="1" noChangeArrowheads="1"/>
          </p:cNvSpPr>
          <p:nvPr/>
        </p:nvSpPr>
        <p:spPr bwMode="auto">
          <a:xfrm>
            <a:off x="1397000" y="0"/>
            <a:ext cx="1144588" cy="1144588"/>
          </a:xfrm>
          <a:prstGeom prst="ellipse">
            <a:avLst/>
          </a:prstGeom>
          <a:blipFill dpi="0" rotWithShape="1">
            <a:blip r:embed="rId15"/>
            <a:srcRect/>
            <a:tile tx="0" ty="0" sx="100000" sy="100000" flip="none" algn="tl"/>
          </a:blipFill>
          <a:ln w="9525">
            <a:noFill/>
            <a:round/>
            <a:headEnd/>
            <a:tailEnd/>
          </a:ln>
          <a:effectLst/>
        </p:spPr>
        <p:txBody>
          <a:bodyPr wrap="none" anchor="ctr"/>
          <a:lstStyle/>
          <a:p>
            <a:pPr>
              <a:defRPr/>
            </a:pPr>
            <a:endParaRPr kumimoji="0" lang="zh-CN" altLang="en-US" sz="1800" b="1">
              <a:solidFill>
                <a:srgbClr val="000000"/>
              </a:solidFill>
              <a:latin typeface="Arial" charset="0"/>
              <a:ea typeface="宋体" pitchFamily="2" charset="-122"/>
            </a:endParaRPr>
          </a:p>
        </p:txBody>
      </p:sp>
      <p:sp>
        <p:nvSpPr>
          <p:cNvPr id="286728" name="Rectangle 8"/>
          <p:cNvSpPr>
            <a:spLocks noChangeArrowheads="1"/>
          </p:cNvSpPr>
          <p:nvPr/>
        </p:nvSpPr>
        <p:spPr bwMode="auto">
          <a:xfrm>
            <a:off x="1925638" y="1144588"/>
            <a:ext cx="719137" cy="90487"/>
          </a:xfrm>
          <a:prstGeom prst="rect">
            <a:avLst/>
          </a:prstGeom>
          <a:gradFill rotWithShape="1">
            <a:gsLst>
              <a:gs pos="0">
                <a:schemeClr val="bg2"/>
              </a:gs>
              <a:gs pos="100000">
                <a:srgbClr val="000099"/>
              </a:gs>
            </a:gsLst>
            <a:lin ang="0" scaled="1"/>
          </a:gradFill>
          <a:ln w="9525">
            <a:noFill/>
            <a:miter lim="800000"/>
            <a:headEnd/>
            <a:tailEnd/>
          </a:ln>
          <a:effectLst/>
        </p:spPr>
        <p:txBody>
          <a:bodyPr wrap="none" anchor="ctr"/>
          <a:lstStyle/>
          <a:p>
            <a:pPr>
              <a:defRPr/>
            </a:pPr>
            <a:endParaRPr kumimoji="0" lang="zh-CN" altLang="en-US" sz="1800" b="1">
              <a:solidFill>
                <a:srgbClr val="000000"/>
              </a:solidFill>
              <a:latin typeface="Arial" charset="0"/>
              <a:ea typeface="宋体" pitchFamily="2" charset="-122"/>
            </a:endParaRPr>
          </a:p>
        </p:txBody>
      </p:sp>
      <p:sp>
        <p:nvSpPr>
          <p:cNvPr id="60425" name="Rectangle 9"/>
          <p:cNvSpPr>
            <a:spLocks noGrp="1" noChangeArrowheads="1"/>
          </p:cNvSpPr>
          <p:nvPr>
            <p:ph type="title"/>
          </p:nvPr>
        </p:nvSpPr>
        <p:spPr bwMode="auto">
          <a:xfrm>
            <a:off x="1600200" y="0"/>
            <a:ext cx="7543800" cy="1066800"/>
          </a:xfrm>
          <a:prstGeom prst="rect">
            <a:avLst/>
          </a:prstGeom>
          <a:noFill/>
          <a:ln w="9525">
            <a:noFill/>
            <a:miter lim="800000"/>
            <a:headEnd/>
            <a:tailEnd/>
          </a:ln>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286730" name="Rectangle 10"/>
          <p:cNvSpPr>
            <a:spLocks noChangeArrowheads="1"/>
          </p:cNvSpPr>
          <p:nvPr/>
        </p:nvSpPr>
        <p:spPr bwMode="auto">
          <a:xfrm>
            <a:off x="2630488" y="1144588"/>
            <a:ext cx="6513512" cy="90487"/>
          </a:xfrm>
          <a:prstGeom prst="rect">
            <a:avLst/>
          </a:prstGeom>
          <a:gradFill rotWithShape="1">
            <a:gsLst>
              <a:gs pos="0">
                <a:srgbClr val="000099"/>
              </a:gs>
              <a:gs pos="100000">
                <a:srgbClr val="000099">
                  <a:gamma/>
                  <a:shade val="46275"/>
                  <a:invGamma/>
                </a:srgbClr>
              </a:gs>
            </a:gsLst>
            <a:lin ang="0" scaled="1"/>
          </a:gradFill>
          <a:ln w="9525">
            <a:noFill/>
            <a:miter lim="800000"/>
            <a:headEnd/>
            <a:tailEnd/>
          </a:ln>
          <a:effectLst/>
        </p:spPr>
        <p:txBody>
          <a:bodyPr wrap="none" anchor="ctr"/>
          <a:lstStyle/>
          <a:p>
            <a:pPr>
              <a:defRPr/>
            </a:pPr>
            <a:endParaRPr kumimoji="0" lang="zh-CN" altLang="en-US" sz="1800" b="1">
              <a:solidFill>
                <a:srgbClr val="000000"/>
              </a:solidFill>
              <a:latin typeface="Arial" charset="0"/>
              <a:ea typeface="宋体" pitchFamily="2" charset="-122"/>
            </a:endParaRPr>
          </a:p>
        </p:txBody>
      </p:sp>
      <p:sp>
        <p:nvSpPr>
          <p:cNvPr id="286731" name="Oval 11"/>
          <p:cNvSpPr>
            <a:spLocks noChangeAspect="1" noChangeArrowheads="1"/>
          </p:cNvSpPr>
          <p:nvPr/>
        </p:nvSpPr>
        <p:spPr bwMode="auto">
          <a:xfrm>
            <a:off x="-90488" y="1231900"/>
            <a:ext cx="90488" cy="90488"/>
          </a:xfrm>
          <a:prstGeom prst="ellipse">
            <a:avLst/>
          </a:prstGeom>
          <a:solidFill>
            <a:schemeClr val="accent1"/>
          </a:solidFill>
          <a:ln w="9525">
            <a:noFill/>
            <a:round/>
            <a:headEnd/>
            <a:tailEnd/>
          </a:ln>
          <a:effectLst/>
        </p:spPr>
        <p:txBody>
          <a:bodyPr wrap="none" anchor="ctr"/>
          <a:lstStyle/>
          <a:p>
            <a:pPr>
              <a:defRPr/>
            </a:pPr>
            <a:endParaRPr kumimoji="0" lang="zh-CN" altLang="en-US" sz="1800" b="1">
              <a:solidFill>
                <a:srgbClr val="000000"/>
              </a:solidFill>
              <a:latin typeface="Arial" charset="0"/>
              <a:ea typeface="宋体" pitchFamily="2" charset="-122"/>
            </a:endParaRPr>
          </a:p>
        </p:txBody>
      </p:sp>
    </p:spTree>
    <p:extLst>
      <p:ext uri="{BB962C8B-B14F-4D97-AF65-F5344CB8AC3E}">
        <p14:creationId xmlns:p14="http://schemas.microsoft.com/office/powerpoint/2010/main" val="362086325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grpId="0" nodeType="afterEffect">
                                  <p:stCondLst>
                                    <p:cond delay="0"/>
                                  </p:stCondLst>
                                  <p:childTnLst>
                                    <p:animMotion origin="layout" path="M 1.11111E-6 -1.11111E-6 L 0.16111 -0.12917 " pathEditMode="relative" rAng="0" ptsTypes="AA">
                                      <p:cBhvr>
                                        <p:cTn id="6" dur="600" fill="hold"/>
                                        <p:tgtEl>
                                          <p:spTgt spid="286731"/>
                                        </p:tgtEl>
                                        <p:attrNameLst>
                                          <p:attrName>ppt_x</p:attrName>
                                          <p:attrName>ppt_y</p:attrName>
                                        </p:attrNameLst>
                                      </p:cBhvr>
                                      <p:rCtr x="8100" y="-6500"/>
                                    </p:animMotion>
                                  </p:childTnLst>
                                </p:cTn>
                              </p:par>
                            </p:childTnLst>
                          </p:cTn>
                        </p:par>
                        <p:par>
                          <p:cTn id="7" fill="hold">
                            <p:stCondLst>
                              <p:cond delay="600"/>
                            </p:stCondLst>
                            <p:childTnLst>
                              <p:par>
                                <p:cTn id="8" presetID="0" presetClass="path" presetSubtype="0" accel="50000" decel="50000" fill="hold" grpId="1" nodeType="afterEffect">
                                  <p:stCondLst>
                                    <p:cond delay="0"/>
                                  </p:stCondLst>
                                  <p:childTnLst>
                                    <p:animMotion origin="layout" path="M 0.16111 -0.13055 C 0.16059 -0.12616 0.15764 -0.11389 0.15781 -0.10417 C 0.15799 -0.09444 0.15903 -0.08194 0.16215 -0.07153 C 0.16528 -0.06111 0.16979 -0.05069 0.17674 -0.04236 C 0.18368 -0.03403 0.19462 -0.02592 0.20382 -0.02106 C 0.21302 -0.0162 0.22309 -0.01435 0.23246 -0.01319 C 0.24184 -0.01204 0.22448 -0.01342 0.26059 -0.01342 C 0.2967 -0.01342 0.35868 -0.01296 0.44948 -0.01319 C 0.54028 -0.01342 0.71094 -0.01458 0.80521 -0.01458 C 0.89948 -0.01458 0.97153 -0.01319 1.01528 -0.01296 " pathEditMode="relative" rAng="0" ptsTypes="aaaaaaaaaa">
                                      <p:cBhvr>
                                        <p:cTn id="9" dur="1400" fill="hold"/>
                                        <p:tgtEl>
                                          <p:spTgt spid="286731"/>
                                        </p:tgtEl>
                                        <p:attrNameLst>
                                          <p:attrName>ppt_x</p:attrName>
                                          <p:attrName>ppt_y</p:attrName>
                                        </p:attrNameLst>
                                      </p:cBhvr>
                                      <p:rCtr x="42500" y="5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31" grpId="0" animBg="1"/>
      <p:bldP spid="286731" grpId="1" animBg="1"/>
    </p:bldLst>
  </p:timing>
  <p:hf hdr="0" ftr="0" dt="0"/>
  <p:txStyles>
    <p:titleStyle>
      <a:lvl1pPr algn="ctr" rtl="0" eaLnBrk="0" fontAlgn="base" hangingPunct="0">
        <a:spcBef>
          <a:spcPct val="0"/>
        </a:spcBef>
        <a:spcAft>
          <a:spcPct val="0"/>
        </a:spcAft>
        <a:defRPr sz="4000" b="1">
          <a:solidFill>
            <a:srgbClr val="000099"/>
          </a:solidFill>
          <a:latin typeface="+mj-lt"/>
          <a:ea typeface="+mj-ea"/>
          <a:cs typeface="+mj-cs"/>
        </a:defRPr>
      </a:lvl1pPr>
      <a:lvl2pPr algn="ctr" rtl="0" eaLnBrk="0" fontAlgn="base" hangingPunct="0">
        <a:spcBef>
          <a:spcPct val="0"/>
        </a:spcBef>
        <a:spcAft>
          <a:spcPct val="0"/>
        </a:spcAft>
        <a:defRPr sz="4000" b="1">
          <a:solidFill>
            <a:srgbClr val="000099"/>
          </a:solidFill>
          <a:latin typeface="Arial" charset="0"/>
          <a:ea typeface="黑体" pitchFamily="2" charset="-122"/>
        </a:defRPr>
      </a:lvl2pPr>
      <a:lvl3pPr algn="ctr" rtl="0" eaLnBrk="0" fontAlgn="base" hangingPunct="0">
        <a:spcBef>
          <a:spcPct val="0"/>
        </a:spcBef>
        <a:spcAft>
          <a:spcPct val="0"/>
        </a:spcAft>
        <a:defRPr sz="4000" b="1">
          <a:solidFill>
            <a:srgbClr val="000099"/>
          </a:solidFill>
          <a:latin typeface="Arial" charset="0"/>
          <a:ea typeface="黑体" pitchFamily="2" charset="-122"/>
        </a:defRPr>
      </a:lvl3pPr>
      <a:lvl4pPr algn="ctr" rtl="0" eaLnBrk="0" fontAlgn="base" hangingPunct="0">
        <a:spcBef>
          <a:spcPct val="0"/>
        </a:spcBef>
        <a:spcAft>
          <a:spcPct val="0"/>
        </a:spcAft>
        <a:defRPr sz="4000" b="1">
          <a:solidFill>
            <a:srgbClr val="000099"/>
          </a:solidFill>
          <a:latin typeface="Arial" charset="0"/>
          <a:ea typeface="黑体" pitchFamily="2" charset="-122"/>
        </a:defRPr>
      </a:lvl4pPr>
      <a:lvl5pPr algn="ctr" rtl="0" eaLnBrk="0" fontAlgn="base" hangingPunct="0">
        <a:spcBef>
          <a:spcPct val="0"/>
        </a:spcBef>
        <a:spcAft>
          <a:spcPct val="0"/>
        </a:spcAft>
        <a:defRPr sz="4000" b="1">
          <a:solidFill>
            <a:srgbClr val="000099"/>
          </a:solidFill>
          <a:latin typeface="Arial" charset="0"/>
          <a:ea typeface="黑体" pitchFamily="2" charset="-122"/>
        </a:defRPr>
      </a:lvl5pPr>
      <a:lvl6pPr marL="457200" algn="ctr" rtl="0" fontAlgn="base">
        <a:spcBef>
          <a:spcPct val="0"/>
        </a:spcBef>
        <a:spcAft>
          <a:spcPct val="0"/>
        </a:spcAft>
        <a:defRPr sz="4000" b="1">
          <a:solidFill>
            <a:srgbClr val="000099"/>
          </a:solidFill>
          <a:latin typeface="Arial" charset="0"/>
          <a:ea typeface="黑体" pitchFamily="2" charset="-122"/>
        </a:defRPr>
      </a:lvl6pPr>
      <a:lvl7pPr marL="914400" algn="ctr" rtl="0" fontAlgn="base">
        <a:spcBef>
          <a:spcPct val="0"/>
        </a:spcBef>
        <a:spcAft>
          <a:spcPct val="0"/>
        </a:spcAft>
        <a:defRPr sz="4000" b="1">
          <a:solidFill>
            <a:srgbClr val="000099"/>
          </a:solidFill>
          <a:latin typeface="Arial" charset="0"/>
          <a:ea typeface="黑体" pitchFamily="2" charset="-122"/>
        </a:defRPr>
      </a:lvl7pPr>
      <a:lvl8pPr marL="1371600" algn="ctr" rtl="0" fontAlgn="base">
        <a:spcBef>
          <a:spcPct val="0"/>
        </a:spcBef>
        <a:spcAft>
          <a:spcPct val="0"/>
        </a:spcAft>
        <a:defRPr sz="4000" b="1">
          <a:solidFill>
            <a:srgbClr val="000099"/>
          </a:solidFill>
          <a:latin typeface="Arial" charset="0"/>
          <a:ea typeface="黑体" pitchFamily="2" charset="-122"/>
        </a:defRPr>
      </a:lvl8pPr>
      <a:lvl9pPr marL="1828800" algn="ctr" rtl="0" fontAlgn="base">
        <a:spcBef>
          <a:spcPct val="0"/>
        </a:spcBef>
        <a:spcAft>
          <a:spcPct val="0"/>
        </a:spcAft>
        <a:defRPr sz="4000" b="1">
          <a:solidFill>
            <a:srgbClr val="0000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Blip>
          <a:blip r:embed="rId17"/>
        </a:buBlip>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latin typeface="+mj-lt"/>
          <a:ea typeface="+mn-ea"/>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800">
          <a:solidFill>
            <a:schemeClr val="tx1"/>
          </a:solidFill>
          <a:latin typeface="+mj-lt"/>
          <a:ea typeface="+mn-ea"/>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400">
          <a:solidFill>
            <a:schemeClr val="tx1"/>
          </a:solidFill>
          <a:latin typeface="+mj-lt"/>
          <a:ea typeface="+mn-ea"/>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mj-lt"/>
          <a:ea typeface="+mn-ea"/>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j-lt"/>
          <a:ea typeface="+mn-ea"/>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j-lt"/>
          <a:ea typeface="+mn-ea"/>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j-lt"/>
          <a:ea typeface="+mn-ea"/>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7.bin"/><Relationship Id="rId3" Type="http://schemas.openxmlformats.org/officeDocument/2006/relationships/image" Target="../media/image4.wmf"/><Relationship Id="rId7" Type="http://schemas.openxmlformats.org/officeDocument/2006/relationships/image" Target="../media/image6.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7.wmf"/><Relationship Id="rId14" Type="http://schemas.openxmlformats.org/officeDocument/2006/relationships/image" Target="../media/image9.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4.wmf"/><Relationship Id="rId3" Type="http://schemas.openxmlformats.org/officeDocument/2006/relationships/image" Target="../media/image10.wmf"/><Relationship Id="rId7" Type="http://schemas.openxmlformats.org/officeDocument/2006/relationships/image" Target="../media/image11.wmf"/><Relationship Id="rId12" Type="http://schemas.openxmlformats.org/officeDocument/2006/relationships/oleObject" Target="../embeddings/oleObject13.bin"/><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13.wmf"/><Relationship Id="rId5" Type="http://schemas.openxmlformats.org/officeDocument/2006/relationships/image" Target="../media/image5.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2.wmf"/></Relationships>
</file>

<file path=ppt/slides/_rels/slide6.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16.wmf"/><Relationship Id="rId4" Type="http://schemas.openxmlformats.org/officeDocument/2006/relationships/oleObject" Target="../embeddings/oleObject15.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oleObject" Target="../embeddings/oleObject23.bin"/><Relationship Id="rId3" Type="http://schemas.openxmlformats.org/officeDocument/2006/relationships/image" Target="../media/image5.wmf"/><Relationship Id="rId7" Type="http://schemas.openxmlformats.org/officeDocument/2006/relationships/image" Target="../media/image18.wmf"/><Relationship Id="rId12" Type="http://schemas.openxmlformats.org/officeDocument/2006/relationships/oleObject" Target="../embeddings/oleObject22.bin"/><Relationship Id="rId17" Type="http://schemas.openxmlformats.org/officeDocument/2006/relationships/image" Target="../media/image22.png"/><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0.wmf"/><Relationship Id="rId5" Type="http://schemas.openxmlformats.org/officeDocument/2006/relationships/image" Target="../media/image4.wmf"/><Relationship Id="rId15" Type="http://schemas.openxmlformats.org/officeDocument/2006/relationships/image" Target="../media/image21.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19.wmf"/><Relationship Id="rId14" Type="http://schemas.openxmlformats.org/officeDocument/2006/relationships/oleObject" Target="../embeddings/oleObject24.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28.png"/><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25.wmf"/></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32.wmf"/><Relationship Id="rId4" Type="http://schemas.openxmlformats.org/officeDocument/2006/relationships/oleObject" Target="../embeddings/oleObject30.bin"/></Relationships>
</file>

<file path=ppt/slides/_rels/slide1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2.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39.wmf"/><Relationship Id="rId18" Type="http://schemas.openxmlformats.org/officeDocument/2006/relationships/oleObject" Target="../embeddings/oleObject41.bin"/><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8.bin"/><Relationship Id="rId17" Type="http://schemas.openxmlformats.org/officeDocument/2006/relationships/image" Target="../media/image41.wmf"/><Relationship Id="rId2" Type="http://schemas.openxmlformats.org/officeDocument/2006/relationships/oleObject" Target="../embeddings/oleObject33.bin"/><Relationship Id="rId16"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oleObject" Target="../embeddings/oleObject37.bin"/><Relationship Id="rId19" Type="http://schemas.openxmlformats.org/officeDocument/2006/relationships/image" Target="../media/image42.wmf"/><Relationship Id="rId4" Type="http://schemas.openxmlformats.org/officeDocument/2006/relationships/oleObject" Target="../embeddings/oleObject34.bin"/><Relationship Id="rId9" Type="http://schemas.openxmlformats.org/officeDocument/2006/relationships/image" Target="../media/image37.wmf"/><Relationship Id="rId14" Type="http://schemas.openxmlformats.org/officeDocument/2006/relationships/oleObject" Target="../embeddings/oleObject3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6.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1.wmf"/></Relationships>
</file>

<file path=ppt/slides/_rels/slide19.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0.png"/><Relationship Id="rId7" Type="http://schemas.openxmlformats.org/officeDocument/2006/relationships/image" Target="../media/image63.png"/><Relationship Id="rId2" Type="http://schemas.openxmlformats.org/officeDocument/2006/relationships/image" Target="../media/image580.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0.png"/><Relationship Id="rId4" Type="http://schemas.openxmlformats.org/officeDocument/2006/relationships/image" Target="../media/image600.png"/></Relationships>
</file>

<file path=ppt/slides/_rels/slide24.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image" Target="../media/image57.wmf"/><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5" Type="http://schemas.openxmlformats.org/officeDocument/2006/relationships/image" Target="../media/image56.wmf"/><Relationship Id="rId4" Type="http://schemas.openxmlformats.org/officeDocument/2006/relationships/oleObject" Target="../embeddings/oleObject55.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9.bin"/><Relationship Id="rId5" Type="http://schemas.openxmlformats.org/officeDocument/2006/relationships/image" Target="../media/image59.wmf"/><Relationship Id="rId4" Type="http://schemas.openxmlformats.org/officeDocument/2006/relationships/oleObject" Target="../embeddings/oleObject58.bin"/><Relationship Id="rId9" Type="http://schemas.openxmlformats.org/officeDocument/2006/relationships/image" Target="../media/image61.wmf"/></Relationships>
</file>

<file path=ppt/slides/_rels/slide26.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61.bin"/><Relationship Id="rId1" Type="http://schemas.openxmlformats.org/officeDocument/2006/relationships/slideLayout" Target="../slideLayouts/slideLayout7.xml"/><Relationship Id="rId5" Type="http://schemas.openxmlformats.org/officeDocument/2006/relationships/image" Target="../media/image63.wmf"/><Relationship Id="rId4" Type="http://schemas.openxmlformats.org/officeDocument/2006/relationships/oleObject" Target="../embeddings/oleObject62.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63.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64.bin"/><Relationship Id="rId1" Type="http://schemas.openxmlformats.org/officeDocument/2006/relationships/slideLayout" Target="../slideLayouts/slideLayout7.xml"/><Relationship Id="rId5" Type="http://schemas.openxmlformats.org/officeDocument/2006/relationships/image" Target="../media/image66.wmf"/><Relationship Id="rId4" Type="http://schemas.openxmlformats.org/officeDocument/2006/relationships/oleObject" Target="../embeddings/oleObject65.bin"/></Relationships>
</file>

<file path=ppt/slides/_rels/slide34.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66.bin"/><Relationship Id="rId1" Type="http://schemas.openxmlformats.org/officeDocument/2006/relationships/slideLayout" Target="../slideLayouts/slideLayout7.xml"/><Relationship Id="rId5" Type="http://schemas.openxmlformats.org/officeDocument/2006/relationships/image" Target="../media/image68.wmf"/><Relationship Id="rId4" Type="http://schemas.openxmlformats.org/officeDocument/2006/relationships/oleObject" Target="../embeddings/oleObject67.bin"/></Relationships>
</file>

<file path=ppt/slides/_rels/slide35.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oleObject" Target="../embeddings/oleObject68.bin"/><Relationship Id="rId1" Type="http://schemas.openxmlformats.org/officeDocument/2006/relationships/slideLayout" Target="../slideLayouts/slideLayout7.xml"/><Relationship Id="rId5" Type="http://schemas.openxmlformats.org/officeDocument/2006/relationships/image" Target="../media/image69.png"/></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75.wmf"/><Relationship Id="rId3" Type="http://schemas.openxmlformats.org/officeDocument/2006/relationships/image" Target="../media/image70.wmf"/><Relationship Id="rId7" Type="http://schemas.openxmlformats.org/officeDocument/2006/relationships/image" Target="../media/image72.wmf"/><Relationship Id="rId12" Type="http://schemas.openxmlformats.org/officeDocument/2006/relationships/oleObject" Target="../embeddings/oleObject74.bin"/><Relationship Id="rId2" Type="http://schemas.openxmlformats.org/officeDocument/2006/relationships/oleObject" Target="../embeddings/oleObject69.bin"/><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74.wmf"/><Relationship Id="rId5" Type="http://schemas.openxmlformats.org/officeDocument/2006/relationships/image" Target="../media/image71.wmf"/><Relationship Id="rId15" Type="http://schemas.openxmlformats.org/officeDocument/2006/relationships/image" Target="../media/image76.png"/><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73.wmf"/></Relationships>
</file>

<file path=ppt/slides/_rels/slide37.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oleObject" Target="../embeddings/oleObject75.bin"/><Relationship Id="rId1" Type="http://schemas.openxmlformats.org/officeDocument/2006/relationships/slideLayout" Target="../slideLayouts/slideLayout7.xml"/><Relationship Id="rId5" Type="http://schemas.openxmlformats.org/officeDocument/2006/relationships/image" Target="../media/image77.emf"/><Relationship Id="rId4" Type="http://schemas.openxmlformats.org/officeDocument/2006/relationships/oleObject" Target="../embeddings/oleObject76.bin"/></Relationships>
</file>

<file path=ppt/slides/_rels/slide38.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oleObject" Target="../embeddings/oleObject77.bin"/><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79.emf"/><Relationship Id="rId7" Type="http://schemas.openxmlformats.org/officeDocument/2006/relationships/image" Target="../media/image81.emf"/><Relationship Id="rId2"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oleObject" Target="../embeddings/oleObject80.bin"/><Relationship Id="rId5" Type="http://schemas.openxmlformats.org/officeDocument/2006/relationships/image" Target="../media/image80.emf"/><Relationship Id="rId4" Type="http://schemas.openxmlformats.org/officeDocument/2006/relationships/oleObject" Target="../embeddings/oleObject79.bin"/><Relationship Id="rId9" Type="http://schemas.openxmlformats.org/officeDocument/2006/relationships/image" Target="../media/image82.emf"/></Relationships>
</file>

<file path=ppt/slides/_rels/slide40.xml.rels><?xml version="1.0" encoding="UTF-8" standalone="yes"?>
<Relationships xmlns="http://schemas.openxmlformats.org/package/2006/relationships"><Relationship Id="rId3" Type="http://schemas.openxmlformats.org/officeDocument/2006/relationships/image" Target="../media/image83.emf"/><Relationship Id="rId7" Type="http://schemas.openxmlformats.org/officeDocument/2006/relationships/image" Target="../media/image86.png"/><Relationship Id="rId2" Type="http://schemas.openxmlformats.org/officeDocument/2006/relationships/oleObject" Target="../embeddings/oleObject82.bin"/><Relationship Id="rId1" Type="http://schemas.openxmlformats.org/officeDocument/2006/relationships/slideLayout" Target="../slideLayouts/slideLayout7.xml"/><Relationship Id="rId5" Type="http://schemas.openxmlformats.org/officeDocument/2006/relationships/image" Target="../media/image84.emf"/><Relationship Id="rId4" Type="http://schemas.openxmlformats.org/officeDocument/2006/relationships/oleObject" Target="../embeddings/oleObject83.bin"/></Relationships>
</file>

<file path=ppt/slides/_rels/slide41.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oleObject" Target="../embeddings/oleObject84.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6.emf"/><Relationship Id="rId7" Type="http://schemas.openxmlformats.org/officeDocument/2006/relationships/image" Target="../media/image88.emf"/><Relationship Id="rId2" Type="http://schemas.openxmlformats.org/officeDocument/2006/relationships/oleObject" Target="../embeddings/oleObject85.bin"/><Relationship Id="rId1" Type="http://schemas.openxmlformats.org/officeDocument/2006/relationships/slideLayout" Target="../slideLayouts/slideLayout7.xml"/><Relationship Id="rId6" Type="http://schemas.openxmlformats.org/officeDocument/2006/relationships/oleObject" Target="../embeddings/oleObject87.bin"/><Relationship Id="rId5" Type="http://schemas.openxmlformats.org/officeDocument/2006/relationships/image" Target="../media/image87.emf"/><Relationship Id="rId4" Type="http://schemas.openxmlformats.org/officeDocument/2006/relationships/oleObject" Target="../embeddings/oleObject86.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88.bin"/><Relationship Id="rId1" Type="http://schemas.openxmlformats.org/officeDocument/2006/relationships/slideLayout" Target="../slideLayouts/slideLayout7.xml"/><Relationship Id="rId5" Type="http://schemas.openxmlformats.org/officeDocument/2006/relationships/image" Target="../media/image90.emf"/><Relationship Id="rId4" Type="http://schemas.openxmlformats.org/officeDocument/2006/relationships/oleObject" Target="../embeddings/oleObject89.bin"/></Relationships>
</file>

<file path=ppt/slides/_rels/slide45.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oleObject" Target="../embeddings/oleObject90.bin"/><Relationship Id="rId1" Type="http://schemas.openxmlformats.org/officeDocument/2006/relationships/slideLayout" Target="../slideLayouts/slideLayout4.xml"/><Relationship Id="rId5" Type="http://schemas.openxmlformats.org/officeDocument/2006/relationships/image" Target="../media/image92.emf"/><Relationship Id="rId4" Type="http://schemas.openxmlformats.org/officeDocument/2006/relationships/oleObject" Target="../embeddings/oleObject91.bin"/></Relationships>
</file>

<file path=ppt/slides/_rels/slide46.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oleObject" Target="../embeddings/oleObject89.bin"/><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oleObject" Target="../embeddings/oleObject92.bin"/><Relationship Id="rId1" Type="http://schemas.openxmlformats.org/officeDocument/2006/relationships/slideLayout" Target="../slideLayouts/slideLayout4.xml"/><Relationship Id="rId5" Type="http://schemas.openxmlformats.org/officeDocument/2006/relationships/image" Target="../media/image94.emf"/><Relationship Id="rId4" Type="http://schemas.openxmlformats.org/officeDocument/2006/relationships/oleObject" Target="../embeddings/oleObject93.bin"/></Relationships>
</file>

<file path=ppt/slides/_rels/slide4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5.png"/><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image" Target="../media/image95.emf"/><Relationship Id="rId7" Type="http://schemas.openxmlformats.org/officeDocument/2006/relationships/image" Target="../media/image97.emf"/><Relationship Id="rId2" Type="http://schemas.openxmlformats.org/officeDocument/2006/relationships/oleObject" Target="../embeddings/oleObject94.bin"/><Relationship Id="rId1" Type="http://schemas.openxmlformats.org/officeDocument/2006/relationships/slideLayout" Target="../slideLayouts/slideLayout7.xml"/><Relationship Id="rId6" Type="http://schemas.openxmlformats.org/officeDocument/2006/relationships/oleObject" Target="../embeddings/oleObject96.bin"/><Relationship Id="rId5" Type="http://schemas.openxmlformats.org/officeDocument/2006/relationships/image" Target="../media/image96.emf"/><Relationship Id="rId4" Type="http://schemas.openxmlformats.org/officeDocument/2006/relationships/oleObject" Target="../embeddings/oleObject95.bin"/><Relationship Id="rId9" Type="http://schemas.openxmlformats.org/officeDocument/2006/relationships/image" Target="../media/image98.emf"/></Relationships>
</file>

<file path=ppt/slides/_rels/slide50.xml.rels><?xml version="1.0" encoding="UTF-8" standalone="yes"?>
<Relationships xmlns="http://schemas.openxmlformats.org/package/2006/relationships"><Relationship Id="rId3" Type="http://schemas.openxmlformats.org/officeDocument/2006/relationships/image" Target="../media/image99.emf"/><Relationship Id="rId7" Type="http://schemas.openxmlformats.org/officeDocument/2006/relationships/image" Target="../media/image105.png"/><Relationship Id="rId2" Type="http://schemas.openxmlformats.org/officeDocument/2006/relationships/oleObject" Target="../embeddings/oleObject98.bin"/><Relationship Id="rId1" Type="http://schemas.openxmlformats.org/officeDocument/2006/relationships/slideLayout" Target="../slideLayouts/slideLayout7.xml"/><Relationship Id="rId5" Type="http://schemas.openxmlformats.org/officeDocument/2006/relationships/image" Target="../media/image100.emf"/><Relationship Id="rId4" Type="http://schemas.openxmlformats.org/officeDocument/2006/relationships/oleObject" Target="../embeddings/oleObject99.bin"/></Relationships>
</file>

<file path=ppt/slides/_rels/slide51.xml.rels><?xml version="1.0" encoding="UTF-8" standalone="yes"?>
<Relationships xmlns="http://schemas.openxmlformats.org/package/2006/relationships"><Relationship Id="rId3" Type="http://schemas.openxmlformats.org/officeDocument/2006/relationships/image" Target="../media/image101.emf"/><Relationship Id="rId7" Type="http://schemas.openxmlformats.org/officeDocument/2006/relationships/image" Target="../media/image103.wmf"/><Relationship Id="rId2"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102.bin"/><Relationship Id="rId5" Type="http://schemas.openxmlformats.org/officeDocument/2006/relationships/image" Target="../media/image102.emf"/><Relationship Id="rId4" Type="http://schemas.openxmlformats.org/officeDocument/2006/relationships/oleObject" Target="../embeddings/oleObject101.bin"/><Relationship Id="rId9" Type="http://schemas.openxmlformats.org/officeDocument/2006/relationships/image" Target="../media/image109.png"/></Relationships>
</file>

<file path=ppt/slides/_rels/slide52.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oleObject" Target="../embeddings/oleObject103.bin"/><Relationship Id="rId1" Type="http://schemas.openxmlformats.org/officeDocument/2006/relationships/slideLayout" Target="../slideLayouts/slideLayout7.xml"/><Relationship Id="rId5" Type="http://schemas.openxmlformats.org/officeDocument/2006/relationships/image" Target="../media/image105.emf"/><Relationship Id="rId4" Type="http://schemas.openxmlformats.org/officeDocument/2006/relationships/oleObject" Target="../embeddings/oleObject104.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111.png"/><Relationship Id="rId3" Type="http://schemas.openxmlformats.org/officeDocument/2006/relationships/image" Target="../media/image106.emf"/><Relationship Id="rId7" Type="http://schemas.openxmlformats.org/officeDocument/2006/relationships/image" Target="../media/image108.png"/><Relationship Id="rId12" Type="http://schemas.openxmlformats.org/officeDocument/2006/relationships/oleObject" Target="../embeddings/oleObject111.bin"/><Relationship Id="rId2" Type="http://schemas.openxmlformats.org/officeDocument/2006/relationships/oleObject" Target="../embeddings/oleObject105.bin"/><Relationship Id="rId1" Type="http://schemas.openxmlformats.org/officeDocument/2006/relationships/slideLayout" Target="../slideLayouts/slideLayout7.xml"/><Relationship Id="rId6" Type="http://schemas.openxmlformats.org/officeDocument/2006/relationships/oleObject" Target="../embeddings/oleObject107.bin"/><Relationship Id="rId11" Type="http://schemas.openxmlformats.org/officeDocument/2006/relationships/oleObject" Target="../embeddings/oleObject110.bin"/><Relationship Id="rId5" Type="http://schemas.openxmlformats.org/officeDocument/2006/relationships/image" Target="../media/image107.emf"/><Relationship Id="rId10" Type="http://schemas.openxmlformats.org/officeDocument/2006/relationships/oleObject" Target="../embeddings/oleObject109.bin"/><Relationship Id="rId4" Type="http://schemas.openxmlformats.org/officeDocument/2006/relationships/oleObject" Target="../embeddings/oleObject106.bin"/><Relationship Id="rId9" Type="http://schemas.openxmlformats.org/officeDocument/2006/relationships/image" Target="../media/image110.png"/><Relationship Id="rId14" Type="http://schemas.openxmlformats.org/officeDocument/2006/relationships/oleObject" Target="../embeddings/oleObject112.bin"/></Relationships>
</file>

<file path=ppt/slides/_rels/slide54.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oleObject" Target="../embeddings/oleObject113.bin"/><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17.bin"/><Relationship Id="rId3" Type="http://schemas.openxmlformats.org/officeDocument/2006/relationships/image" Target="../media/image113.emf"/><Relationship Id="rId7" Type="http://schemas.openxmlformats.org/officeDocument/2006/relationships/image" Target="../media/image115.emf"/><Relationship Id="rId2" Type="http://schemas.openxmlformats.org/officeDocument/2006/relationships/oleObject" Target="../embeddings/oleObject114.bin"/><Relationship Id="rId1" Type="http://schemas.openxmlformats.org/officeDocument/2006/relationships/slideLayout" Target="../slideLayouts/slideLayout7.xml"/><Relationship Id="rId6" Type="http://schemas.openxmlformats.org/officeDocument/2006/relationships/oleObject" Target="../embeddings/oleObject116.bin"/><Relationship Id="rId5" Type="http://schemas.openxmlformats.org/officeDocument/2006/relationships/image" Target="../media/image114.emf"/><Relationship Id="rId4" Type="http://schemas.openxmlformats.org/officeDocument/2006/relationships/oleObject" Target="../embeddings/oleObject115.bin"/><Relationship Id="rId9" Type="http://schemas.openxmlformats.org/officeDocument/2006/relationships/image" Target="../media/image116.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oleObject" Target="../embeddings/oleObject118.bin"/><Relationship Id="rId1" Type="http://schemas.openxmlformats.org/officeDocument/2006/relationships/slideLayout" Target="../slideLayouts/slideLayout7.xml"/><Relationship Id="rId5" Type="http://schemas.openxmlformats.org/officeDocument/2006/relationships/image" Target="../media/image118.emf"/><Relationship Id="rId4" Type="http://schemas.openxmlformats.org/officeDocument/2006/relationships/oleObject" Target="../embeddings/oleObject119.bin"/></Relationships>
</file>

<file path=ppt/slides/_rels/slide59.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120.bin"/><Relationship Id="rId7" Type="http://schemas.openxmlformats.org/officeDocument/2006/relationships/oleObject" Target="../embeddings/oleObject122.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0.wmf"/><Relationship Id="rId5" Type="http://schemas.openxmlformats.org/officeDocument/2006/relationships/oleObject" Target="../embeddings/oleObject121.bin"/><Relationship Id="rId4" Type="http://schemas.openxmlformats.org/officeDocument/2006/relationships/image" Target="../media/image119.wmf"/></Relationships>
</file>

<file path=ppt/slides/_rels/slide60.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123.bin"/><Relationship Id="rId7" Type="http://schemas.openxmlformats.org/officeDocument/2006/relationships/oleObject" Target="../embeddings/oleObject125.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3.wmf"/><Relationship Id="rId5" Type="http://schemas.openxmlformats.org/officeDocument/2006/relationships/oleObject" Target="../embeddings/oleObject124.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126.bin"/></Relationships>
</file>

<file path=ppt/slides/_rels/slide61.x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oleObject" Target="../embeddings/oleObject132.bin"/><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30.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7.w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29.wmf"/><Relationship Id="rId4" Type="http://schemas.openxmlformats.org/officeDocument/2006/relationships/image" Target="../media/image126.wmf"/><Relationship Id="rId9" Type="http://schemas.openxmlformats.org/officeDocument/2006/relationships/oleObject" Target="../embeddings/oleObject130.bin"/><Relationship Id="rId14" Type="http://schemas.openxmlformats.org/officeDocument/2006/relationships/image" Target="../media/image131.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36.wmf"/><Relationship Id="rId3" Type="http://schemas.openxmlformats.org/officeDocument/2006/relationships/oleObject" Target="../embeddings/oleObject133.bin"/><Relationship Id="rId7" Type="http://schemas.openxmlformats.org/officeDocument/2006/relationships/image" Target="../media/image133.wmf"/><Relationship Id="rId12" Type="http://schemas.openxmlformats.org/officeDocument/2006/relationships/oleObject" Target="../embeddings/oleObject137.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oleObject" Target="../embeddings/oleObject134.bin"/><Relationship Id="rId11" Type="http://schemas.openxmlformats.org/officeDocument/2006/relationships/image" Target="../media/image135.wmf"/><Relationship Id="rId5" Type="http://schemas.openxmlformats.org/officeDocument/2006/relationships/image" Target="../media/image3.png"/><Relationship Id="rId15" Type="http://schemas.openxmlformats.org/officeDocument/2006/relationships/image" Target="../media/image137.wmf"/><Relationship Id="rId10" Type="http://schemas.openxmlformats.org/officeDocument/2006/relationships/oleObject" Target="../embeddings/oleObject136.bin"/><Relationship Id="rId4" Type="http://schemas.openxmlformats.org/officeDocument/2006/relationships/image" Target="../media/image132.wmf"/><Relationship Id="rId9" Type="http://schemas.openxmlformats.org/officeDocument/2006/relationships/image" Target="../media/image134.wmf"/><Relationship Id="rId14" Type="http://schemas.openxmlformats.org/officeDocument/2006/relationships/oleObject" Target="../embeddings/oleObject138.bin"/></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oleObject" Target="../embeddings/oleObject139.bin"/><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39.wmf"/></Relationships>
</file>

<file path=ppt/slides/_rels/slide66.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41.bin"/><Relationship Id="rId7" Type="http://schemas.openxmlformats.org/officeDocument/2006/relationships/oleObject" Target="../embeddings/oleObject143.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1.wmf"/><Relationship Id="rId5" Type="http://schemas.openxmlformats.org/officeDocument/2006/relationships/oleObject" Target="../embeddings/oleObject142.bin"/><Relationship Id="rId4" Type="http://schemas.openxmlformats.org/officeDocument/2006/relationships/image" Target="../media/image140.wmf"/></Relationships>
</file>

<file path=ppt/slides/_rels/slide67.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144.bin"/><Relationship Id="rId7" Type="http://schemas.openxmlformats.org/officeDocument/2006/relationships/oleObject" Target="../embeddings/oleObject146.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4.wmf"/><Relationship Id="rId11" Type="http://schemas.openxmlformats.org/officeDocument/2006/relationships/image" Target="../media/image3.png"/><Relationship Id="rId5" Type="http://schemas.openxmlformats.org/officeDocument/2006/relationships/oleObject" Target="../embeddings/oleObject145.bin"/><Relationship Id="rId10" Type="http://schemas.openxmlformats.org/officeDocument/2006/relationships/image" Target="../media/image146.wmf"/><Relationship Id="rId4" Type="http://schemas.openxmlformats.org/officeDocument/2006/relationships/image" Target="../media/image143.wmf"/><Relationship Id="rId9" Type="http://schemas.openxmlformats.org/officeDocument/2006/relationships/oleObject" Target="../embeddings/oleObject147.bin"/></Relationships>
</file>

<file path=ppt/slides/_rels/slide68.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6.png"/><Relationship Id="rId7" Type="http://schemas.openxmlformats.org/officeDocument/2006/relationships/image" Target="../media/image119.wmf"/><Relationship Id="rId1" Type="http://schemas.openxmlformats.org/officeDocument/2006/relationships/slideLayout" Target="../slideLayouts/slideLayout19.xml"/><Relationship Id="rId6" Type="http://schemas.openxmlformats.org/officeDocument/2006/relationships/oleObject" Target="../embeddings/oleObject120.bin"/><Relationship Id="rId5" Type="http://schemas.openxmlformats.org/officeDocument/2006/relationships/image" Target="../media/image148.png"/><Relationship Id="rId4" Type="http://schemas.openxmlformats.org/officeDocument/2006/relationships/image" Target="../media/image147.png"/></Relationships>
</file>

<file path=ppt/slides/_rels/slide69.xml.rels><?xml version="1.0" encoding="UTF-8" standalone="yes"?>
<Relationships xmlns="http://schemas.openxmlformats.org/package/2006/relationships"><Relationship Id="rId3" Type="http://schemas.openxmlformats.org/officeDocument/2006/relationships/image" Target="../media/image147.wmf"/><Relationship Id="rId7" Type="http://schemas.openxmlformats.org/officeDocument/2006/relationships/image" Target="../media/image149.wmf"/><Relationship Id="rId2" Type="http://schemas.openxmlformats.org/officeDocument/2006/relationships/oleObject" Target="../embeddings/oleObject148.bin"/><Relationship Id="rId1" Type="http://schemas.openxmlformats.org/officeDocument/2006/relationships/slideLayout" Target="../slideLayouts/slideLayout19.xml"/><Relationship Id="rId6" Type="http://schemas.openxmlformats.org/officeDocument/2006/relationships/oleObject" Target="../embeddings/oleObject150.bin"/><Relationship Id="rId5" Type="http://schemas.openxmlformats.org/officeDocument/2006/relationships/image" Target="../media/image148.wmf"/><Relationship Id="rId4" Type="http://schemas.openxmlformats.org/officeDocument/2006/relationships/oleObject" Target="../embeddings/oleObject149.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54.bin"/><Relationship Id="rId3" Type="http://schemas.openxmlformats.org/officeDocument/2006/relationships/image" Target="../media/image150.wmf"/><Relationship Id="rId7" Type="http://schemas.openxmlformats.org/officeDocument/2006/relationships/oleObject" Target="../embeddings/oleObject153.bin"/><Relationship Id="rId2" Type="http://schemas.openxmlformats.org/officeDocument/2006/relationships/oleObject" Target="../embeddings/oleObject151.bin"/><Relationship Id="rId1" Type="http://schemas.openxmlformats.org/officeDocument/2006/relationships/slideLayout" Target="../slideLayouts/slideLayout19.xml"/><Relationship Id="rId6" Type="http://schemas.openxmlformats.org/officeDocument/2006/relationships/image" Target="../media/image151.wmf"/><Relationship Id="rId5" Type="http://schemas.openxmlformats.org/officeDocument/2006/relationships/oleObject" Target="../embeddings/oleObject152.bin"/><Relationship Id="rId4" Type="http://schemas.openxmlformats.org/officeDocument/2006/relationships/image" Target="../media/image3.png"/><Relationship Id="rId9" Type="http://schemas.openxmlformats.org/officeDocument/2006/relationships/image" Target="../media/image152.wmf"/></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58.wmf"/><Relationship Id="rId3" Type="http://schemas.openxmlformats.org/officeDocument/2006/relationships/image" Target="../media/image153.wmf"/><Relationship Id="rId7" Type="http://schemas.openxmlformats.org/officeDocument/2006/relationships/image" Target="../media/image155.wmf"/><Relationship Id="rId12" Type="http://schemas.openxmlformats.org/officeDocument/2006/relationships/oleObject" Target="../embeddings/oleObject160.bin"/><Relationship Id="rId2" Type="http://schemas.openxmlformats.org/officeDocument/2006/relationships/oleObject" Target="../embeddings/oleObject155.bin"/><Relationship Id="rId1" Type="http://schemas.openxmlformats.org/officeDocument/2006/relationships/slideLayout" Target="../slideLayouts/slideLayout7.xml"/><Relationship Id="rId6" Type="http://schemas.openxmlformats.org/officeDocument/2006/relationships/oleObject" Target="../embeddings/oleObject157.bin"/><Relationship Id="rId11" Type="http://schemas.openxmlformats.org/officeDocument/2006/relationships/image" Target="../media/image157.wmf"/><Relationship Id="rId5" Type="http://schemas.openxmlformats.org/officeDocument/2006/relationships/image" Target="../media/image154.emf"/><Relationship Id="rId15" Type="http://schemas.openxmlformats.org/officeDocument/2006/relationships/image" Target="../media/image159.wmf"/><Relationship Id="rId10" Type="http://schemas.openxmlformats.org/officeDocument/2006/relationships/oleObject" Target="../embeddings/oleObject159.bin"/><Relationship Id="rId4" Type="http://schemas.openxmlformats.org/officeDocument/2006/relationships/oleObject" Target="../embeddings/oleObject156.bin"/><Relationship Id="rId9" Type="http://schemas.openxmlformats.org/officeDocument/2006/relationships/image" Target="../media/image156.wmf"/><Relationship Id="rId14" Type="http://schemas.openxmlformats.org/officeDocument/2006/relationships/oleObject" Target="../embeddings/oleObject161.bin"/></Relationships>
</file>

<file path=ppt/slides/_rels/slide73.xml.rels><?xml version="1.0" encoding="UTF-8" standalone="yes"?>
<Relationships xmlns="http://schemas.openxmlformats.org/package/2006/relationships"><Relationship Id="rId13" Type="http://schemas.openxmlformats.org/officeDocument/2006/relationships/oleObject" Target="../embeddings/oleObject167.bin"/><Relationship Id="rId18" Type="http://schemas.openxmlformats.org/officeDocument/2006/relationships/image" Target="../media/image167.emf"/><Relationship Id="rId26" Type="http://schemas.openxmlformats.org/officeDocument/2006/relationships/image" Target="../media/image171.emf"/><Relationship Id="rId39" Type="http://schemas.openxmlformats.org/officeDocument/2006/relationships/oleObject" Target="../embeddings/oleObject180.bin"/><Relationship Id="rId21" Type="http://schemas.openxmlformats.org/officeDocument/2006/relationships/oleObject" Target="../embeddings/oleObject171.bin"/><Relationship Id="rId34" Type="http://schemas.openxmlformats.org/officeDocument/2006/relationships/image" Target="../media/image175.emf"/><Relationship Id="rId7" Type="http://schemas.openxmlformats.org/officeDocument/2006/relationships/oleObject" Target="../embeddings/oleObject164.bin"/><Relationship Id="rId12" Type="http://schemas.openxmlformats.org/officeDocument/2006/relationships/image" Target="../media/image164.emf"/><Relationship Id="rId17" Type="http://schemas.openxmlformats.org/officeDocument/2006/relationships/oleObject" Target="../embeddings/oleObject169.bin"/><Relationship Id="rId25" Type="http://schemas.openxmlformats.org/officeDocument/2006/relationships/oleObject" Target="../embeddings/oleObject173.bin"/><Relationship Id="rId33" Type="http://schemas.openxmlformats.org/officeDocument/2006/relationships/oleObject" Target="../embeddings/oleObject177.bin"/><Relationship Id="rId38" Type="http://schemas.openxmlformats.org/officeDocument/2006/relationships/image" Target="../media/image177.emf"/><Relationship Id="rId2" Type="http://schemas.openxmlformats.org/officeDocument/2006/relationships/image" Target="../media/image1.jpeg"/><Relationship Id="rId16" Type="http://schemas.openxmlformats.org/officeDocument/2006/relationships/image" Target="../media/image166.emf"/><Relationship Id="rId20" Type="http://schemas.openxmlformats.org/officeDocument/2006/relationships/image" Target="../media/image168.emf"/><Relationship Id="rId29" Type="http://schemas.openxmlformats.org/officeDocument/2006/relationships/oleObject" Target="../embeddings/oleObject175.bin"/><Relationship Id="rId1" Type="http://schemas.openxmlformats.org/officeDocument/2006/relationships/slideLayout" Target="../slideLayouts/slideLayout7.xml"/><Relationship Id="rId6" Type="http://schemas.openxmlformats.org/officeDocument/2006/relationships/image" Target="../media/image161.emf"/><Relationship Id="rId11" Type="http://schemas.openxmlformats.org/officeDocument/2006/relationships/oleObject" Target="../embeddings/oleObject166.bin"/><Relationship Id="rId24" Type="http://schemas.openxmlformats.org/officeDocument/2006/relationships/image" Target="../media/image170.emf"/><Relationship Id="rId32" Type="http://schemas.openxmlformats.org/officeDocument/2006/relationships/image" Target="../media/image174.emf"/><Relationship Id="rId37" Type="http://schemas.openxmlformats.org/officeDocument/2006/relationships/oleObject" Target="../embeddings/oleObject179.bin"/><Relationship Id="rId40" Type="http://schemas.openxmlformats.org/officeDocument/2006/relationships/image" Target="../media/image178.emf"/><Relationship Id="rId5" Type="http://schemas.openxmlformats.org/officeDocument/2006/relationships/oleObject" Target="../embeddings/oleObject163.bin"/><Relationship Id="rId15" Type="http://schemas.openxmlformats.org/officeDocument/2006/relationships/oleObject" Target="../embeddings/oleObject168.bin"/><Relationship Id="rId23" Type="http://schemas.openxmlformats.org/officeDocument/2006/relationships/oleObject" Target="../embeddings/oleObject172.bin"/><Relationship Id="rId28" Type="http://schemas.openxmlformats.org/officeDocument/2006/relationships/image" Target="../media/image172.emf"/><Relationship Id="rId36" Type="http://schemas.openxmlformats.org/officeDocument/2006/relationships/image" Target="../media/image176.emf"/><Relationship Id="rId10" Type="http://schemas.openxmlformats.org/officeDocument/2006/relationships/image" Target="../media/image163.emf"/><Relationship Id="rId19" Type="http://schemas.openxmlformats.org/officeDocument/2006/relationships/oleObject" Target="../embeddings/oleObject170.bin"/><Relationship Id="rId31" Type="http://schemas.openxmlformats.org/officeDocument/2006/relationships/oleObject" Target="../embeddings/oleObject176.bin"/><Relationship Id="rId4" Type="http://schemas.openxmlformats.org/officeDocument/2006/relationships/image" Target="../media/image160.emf"/><Relationship Id="rId9" Type="http://schemas.openxmlformats.org/officeDocument/2006/relationships/oleObject" Target="../embeddings/oleObject165.bin"/><Relationship Id="rId14" Type="http://schemas.openxmlformats.org/officeDocument/2006/relationships/image" Target="../media/image165.emf"/><Relationship Id="rId22" Type="http://schemas.openxmlformats.org/officeDocument/2006/relationships/image" Target="../media/image169.emf"/><Relationship Id="rId27" Type="http://schemas.openxmlformats.org/officeDocument/2006/relationships/oleObject" Target="../embeddings/oleObject174.bin"/><Relationship Id="rId30" Type="http://schemas.openxmlformats.org/officeDocument/2006/relationships/image" Target="../media/image173.emf"/><Relationship Id="rId35" Type="http://schemas.openxmlformats.org/officeDocument/2006/relationships/oleObject" Target="../embeddings/oleObject178.bin"/><Relationship Id="rId8" Type="http://schemas.openxmlformats.org/officeDocument/2006/relationships/image" Target="../media/image162.emf"/><Relationship Id="rId3" Type="http://schemas.openxmlformats.org/officeDocument/2006/relationships/oleObject" Target="../embeddings/oleObject162.bin"/></Relationships>
</file>

<file path=ppt/slides/_rels/slide74.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oleObject" Target="../embeddings/oleObject186.bin"/><Relationship Id="rId3" Type="http://schemas.openxmlformats.org/officeDocument/2006/relationships/oleObject" Target="../embeddings/oleObject181.bin"/><Relationship Id="rId7" Type="http://schemas.openxmlformats.org/officeDocument/2006/relationships/oleObject" Target="../embeddings/oleObject183.bin"/><Relationship Id="rId12" Type="http://schemas.openxmlformats.org/officeDocument/2006/relationships/image" Target="../media/image183.emf"/><Relationship Id="rId2" Type="http://schemas.openxmlformats.org/officeDocument/2006/relationships/image" Target="../media/image1.jpeg"/><Relationship Id="rId1" Type="http://schemas.openxmlformats.org/officeDocument/2006/relationships/slideLayout" Target="../slideLayouts/slideLayout32.xml"/><Relationship Id="rId6" Type="http://schemas.openxmlformats.org/officeDocument/2006/relationships/image" Target="../media/image180.emf"/><Relationship Id="rId11" Type="http://schemas.openxmlformats.org/officeDocument/2006/relationships/oleObject" Target="../embeddings/oleObject185.bin"/><Relationship Id="rId5" Type="http://schemas.openxmlformats.org/officeDocument/2006/relationships/oleObject" Target="../embeddings/oleObject182.bin"/><Relationship Id="rId15" Type="http://schemas.openxmlformats.org/officeDocument/2006/relationships/image" Target="../media/image185.emf"/><Relationship Id="rId10" Type="http://schemas.openxmlformats.org/officeDocument/2006/relationships/image" Target="../media/image182.emf"/><Relationship Id="rId4" Type="http://schemas.openxmlformats.org/officeDocument/2006/relationships/image" Target="../media/image179.emf"/><Relationship Id="rId9" Type="http://schemas.openxmlformats.org/officeDocument/2006/relationships/oleObject" Target="../embeddings/oleObject184.bin"/><Relationship Id="rId14" Type="http://schemas.openxmlformats.org/officeDocument/2006/relationships/image" Target="../media/image184.wmf"/></Relationships>
</file>

<file path=ppt/slides/_rels/slide75.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87.png"/></Relationships>
</file>

<file path=ppt/slides/_rels/slide76.xml.rels><?xml version="1.0" encoding="UTF-8" standalone="yes"?>
<Relationships xmlns="http://schemas.openxmlformats.org/package/2006/relationships"><Relationship Id="rId8" Type="http://schemas.openxmlformats.org/officeDocument/2006/relationships/image" Target="../media/image190.emf"/><Relationship Id="rId13" Type="http://schemas.openxmlformats.org/officeDocument/2006/relationships/oleObject" Target="../embeddings/oleObject192.bin"/><Relationship Id="rId18" Type="http://schemas.openxmlformats.org/officeDocument/2006/relationships/oleObject" Target="../embeddings/oleObject194.bin"/><Relationship Id="rId3" Type="http://schemas.openxmlformats.org/officeDocument/2006/relationships/oleObject" Target="../embeddings/oleObject187.bin"/><Relationship Id="rId21" Type="http://schemas.openxmlformats.org/officeDocument/2006/relationships/image" Target="../media/image197.emf"/><Relationship Id="rId7" Type="http://schemas.openxmlformats.org/officeDocument/2006/relationships/oleObject" Target="../embeddings/oleObject189.bin"/><Relationship Id="rId12" Type="http://schemas.openxmlformats.org/officeDocument/2006/relationships/image" Target="../media/image192.emf"/><Relationship Id="rId17" Type="http://schemas.openxmlformats.org/officeDocument/2006/relationships/image" Target="../media/image195.emf"/><Relationship Id="rId2" Type="http://schemas.openxmlformats.org/officeDocument/2006/relationships/image" Target="../media/image1.jpeg"/><Relationship Id="rId16" Type="http://schemas.openxmlformats.org/officeDocument/2006/relationships/image" Target="../media/image194.emf"/><Relationship Id="rId20" Type="http://schemas.openxmlformats.org/officeDocument/2006/relationships/oleObject" Target="../embeddings/oleObject195.bin"/><Relationship Id="rId1" Type="http://schemas.openxmlformats.org/officeDocument/2006/relationships/slideLayout" Target="../slideLayouts/slideLayout7.xml"/><Relationship Id="rId6" Type="http://schemas.openxmlformats.org/officeDocument/2006/relationships/image" Target="../media/image189.wmf"/><Relationship Id="rId11" Type="http://schemas.openxmlformats.org/officeDocument/2006/relationships/oleObject" Target="../embeddings/oleObject191.bin"/><Relationship Id="rId5" Type="http://schemas.openxmlformats.org/officeDocument/2006/relationships/oleObject" Target="../embeddings/oleObject188.bin"/><Relationship Id="rId15" Type="http://schemas.openxmlformats.org/officeDocument/2006/relationships/oleObject" Target="../embeddings/oleObject193.bin"/><Relationship Id="rId23" Type="http://schemas.openxmlformats.org/officeDocument/2006/relationships/image" Target="../media/image198.emf"/><Relationship Id="rId10" Type="http://schemas.openxmlformats.org/officeDocument/2006/relationships/image" Target="../media/image191.wmf"/><Relationship Id="rId19" Type="http://schemas.openxmlformats.org/officeDocument/2006/relationships/image" Target="../media/image196.emf"/><Relationship Id="rId4" Type="http://schemas.openxmlformats.org/officeDocument/2006/relationships/image" Target="../media/image188.emf"/><Relationship Id="rId9" Type="http://schemas.openxmlformats.org/officeDocument/2006/relationships/oleObject" Target="../embeddings/oleObject190.bin"/><Relationship Id="rId14" Type="http://schemas.openxmlformats.org/officeDocument/2006/relationships/image" Target="../media/image193.emf"/><Relationship Id="rId22" Type="http://schemas.openxmlformats.org/officeDocument/2006/relationships/oleObject" Target="../embeddings/oleObject196.bin"/></Relationships>
</file>

<file path=ppt/slides/_rels/slide77.xml.rels><?xml version="1.0" encoding="UTF-8" standalone="yes"?>
<Relationships xmlns="http://schemas.openxmlformats.org/package/2006/relationships"><Relationship Id="rId8" Type="http://schemas.openxmlformats.org/officeDocument/2006/relationships/image" Target="../media/image201.wmf"/><Relationship Id="rId13" Type="http://schemas.openxmlformats.org/officeDocument/2006/relationships/oleObject" Target="../embeddings/oleObject202.bin"/><Relationship Id="rId18" Type="http://schemas.openxmlformats.org/officeDocument/2006/relationships/image" Target="../media/image206.wmf"/><Relationship Id="rId26" Type="http://schemas.openxmlformats.org/officeDocument/2006/relationships/image" Target="../media/image210.emf"/><Relationship Id="rId3" Type="http://schemas.openxmlformats.org/officeDocument/2006/relationships/oleObject" Target="../embeddings/oleObject197.bin"/><Relationship Id="rId21" Type="http://schemas.openxmlformats.org/officeDocument/2006/relationships/oleObject" Target="../embeddings/oleObject206.bin"/><Relationship Id="rId7" Type="http://schemas.openxmlformats.org/officeDocument/2006/relationships/oleObject" Target="../embeddings/oleObject199.bin"/><Relationship Id="rId12" Type="http://schemas.openxmlformats.org/officeDocument/2006/relationships/image" Target="../media/image203.wmf"/><Relationship Id="rId17" Type="http://schemas.openxmlformats.org/officeDocument/2006/relationships/oleObject" Target="../embeddings/oleObject204.bin"/><Relationship Id="rId25" Type="http://schemas.openxmlformats.org/officeDocument/2006/relationships/oleObject" Target="../embeddings/oleObject208.bin"/><Relationship Id="rId2" Type="http://schemas.openxmlformats.org/officeDocument/2006/relationships/image" Target="../media/image1.jpeg"/><Relationship Id="rId16" Type="http://schemas.openxmlformats.org/officeDocument/2006/relationships/image" Target="../media/image205.emf"/><Relationship Id="rId20" Type="http://schemas.openxmlformats.org/officeDocument/2006/relationships/image" Target="../media/image207.wmf"/><Relationship Id="rId1" Type="http://schemas.openxmlformats.org/officeDocument/2006/relationships/slideLayout" Target="../slideLayouts/slideLayout7.xml"/><Relationship Id="rId6" Type="http://schemas.openxmlformats.org/officeDocument/2006/relationships/image" Target="../media/image200.wmf"/><Relationship Id="rId11" Type="http://schemas.openxmlformats.org/officeDocument/2006/relationships/oleObject" Target="../embeddings/oleObject201.bin"/><Relationship Id="rId24" Type="http://schemas.openxmlformats.org/officeDocument/2006/relationships/image" Target="../media/image209.emf"/><Relationship Id="rId5" Type="http://schemas.openxmlformats.org/officeDocument/2006/relationships/oleObject" Target="../embeddings/oleObject198.bin"/><Relationship Id="rId15" Type="http://schemas.openxmlformats.org/officeDocument/2006/relationships/oleObject" Target="../embeddings/oleObject203.bin"/><Relationship Id="rId23" Type="http://schemas.openxmlformats.org/officeDocument/2006/relationships/oleObject" Target="../embeddings/oleObject207.bin"/><Relationship Id="rId28" Type="http://schemas.openxmlformats.org/officeDocument/2006/relationships/image" Target="../media/image211.emf"/><Relationship Id="rId10" Type="http://schemas.openxmlformats.org/officeDocument/2006/relationships/image" Target="../media/image202.wmf"/><Relationship Id="rId19" Type="http://schemas.openxmlformats.org/officeDocument/2006/relationships/oleObject" Target="../embeddings/oleObject205.bin"/><Relationship Id="rId4" Type="http://schemas.openxmlformats.org/officeDocument/2006/relationships/image" Target="../media/image199.wmf"/><Relationship Id="rId9" Type="http://schemas.openxmlformats.org/officeDocument/2006/relationships/oleObject" Target="../embeddings/oleObject200.bin"/><Relationship Id="rId14" Type="http://schemas.openxmlformats.org/officeDocument/2006/relationships/image" Target="../media/image204.emf"/><Relationship Id="rId22" Type="http://schemas.openxmlformats.org/officeDocument/2006/relationships/image" Target="../media/image208.wmf"/><Relationship Id="rId27" Type="http://schemas.openxmlformats.org/officeDocument/2006/relationships/oleObject" Target="../embeddings/oleObject209.bin"/></Relationships>
</file>

<file path=ppt/slides/_rels/slide78.xml.rels><?xml version="1.0" encoding="UTF-8" standalone="yes"?>
<Relationships xmlns="http://schemas.openxmlformats.org/package/2006/relationships"><Relationship Id="rId8" Type="http://schemas.openxmlformats.org/officeDocument/2006/relationships/image" Target="../media/image214.emf"/><Relationship Id="rId13" Type="http://schemas.openxmlformats.org/officeDocument/2006/relationships/image" Target="../media/image217.emf"/><Relationship Id="rId18" Type="http://schemas.openxmlformats.org/officeDocument/2006/relationships/image" Target="../media/image220.emf"/><Relationship Id="rId26" Type="http://schemas.openxmlformats.org/officeDocument/2006/relationships/image" Target="../media/image225.emf"/><Relationship Id="rId3" Type="http://schemas.openxmlformats.org/officeDocument/2006/relationships/oleObject" Target="../embeddings/oleObject210.bin"/><Relationship Id="rId21" Type="http://schemas.openxmlformats.org/officeDocument/2006/relationships/image" Target="../media/image222.emf"/><Relationship Id="rId7" Type="http://schemas.openxmlformats.org/officeDocument/2006/relationships/oleObject" Target="../embeddings/oleObject211.bin"/><Relationship Id="rId12" Type="http://schemas.openxmlformats.org/officeDocument/2006/relationships/image" Target="../media/image216.emf"/><Relationship Id="rId17" Type="http://schemas.openxmlformats.org/officeDocument/2006/relationships/image" Target="../media/image219.emf"/><Relationship Id="rId25" Type="http://schemas.openxmlformats.org/officeDocument/2006/relationships/oleObject" Target="../embeddings/oleObject218.bin"/><Relationship Id="rId2" Type="http://schemas.openxmlformats.org/officeDocument/2006/relationships/image" Target="../media/image1.jpeg"/><Relationship Id="rId16" Type="http://schemas.openxmlformats.org/officeDocument/2006/relationships/oleObject" Target="../embeddings/oleObject215.bin"/><Relationship Id="rId20" Type="http://schemas.openxmlformats.org/officeDocument/2006/relationships/oleObject" Target="../embeddings/oleObject216.bin"/><Relationship Id="rId1" Type="http://schemas.openxmlformats.org/officeDocument/2006/relationships/slideLayout" Target="../slideLayouts/slideLayout7.xml"/><Relationship Id="rId6" Type="http://schemas.openxmlformats.org/officeDocument/2006/relationships/image" Target="../media/image213.emf"/><Relationship Id="rId11" Type="http://schemas.openxmlformats.org/officeDocument/2006/relationships/oleObject" Target="../embeddings/oleObject213.bin"/><Relationship Id="rId24" Type="http://schemas.openxmlformats.org/officeDocument/2006/relationships/image" Target="../media/image224.emf"/><Relationship Id="rId5" Type="http://schemas.openxmlformats.org/officeDocument/2006/relationships/oleObject" Target="../embeddings/oleObject207.bin"/><Relationship Id="rId15" Type="http://schemas.openxmlformats.org/officeDocument/2006/relationships/image" Target="../media/image218.emf"/><Relationship Id="rId23" Type="http://schemas.openxmlformats.org/officeDocument/2006/relationships/oleObject" Target="../embeddings/oleObject217.bin"/><Relationship Id="rId10" Type="http://schemas.openxmlformats.org/officeDocument/2006/relationships/image" Target="../media/image215.emf"/><Relationship Id="rId19" Type="http://schemas.openxmlformats.org/officeDocument/2006/relationships/image" Target="../media/image221.emf"/><Relationship Id="rId4" Type="http://schemas.openxmlformats.org/officeDocument/2006/relationships/image" Target="../media/image212.emf"/><Relationship Id="rId9" Type="http://schemas.openxmlformats.org/officeDocument/2006/relationships/oleObject" Target="../embeddings/oleObject212.bin"/><Relationship Id="rId14" Type="http://schemas.openxmlformats.org/officeDocument/2006/relationships/oleObject" Target="../embeddings/oleObject214.bin"/><Relationship Id="rId22" Type="http://schemas.openxmlformats.org/officeDocument/2006/relationships/image" Target="../media/image223.emf"/></Relationships>
</file>

<file path=ppt/slides/_rels/slide79.xml.rels><?xml version="1.0" encoding="UTF-8" standalone="yes"?>
<Relationships xmlns="http://schemas.openxmlformats.org/package/2006/relationships"><Relationship Id="rId8" Type="http://schemas.openxmlformats.org/officeDocument/2006/relationships/image" Target="../media/image228.emf"/><Relationship Id="rId13" Type="http://schemas.openxmlformats.org/officeDocument/2006/relationships/oleObject" Target="../embeddings/oleObject223.bin"/><Relationship Id="rId18" Type="http://schemas.openxmlformats.org/officeDocument/2006/relationships/image" Target="../media/image233.emf"/><Relationship Id="rId26" Type="http://schemas.openxmlformats.org/officeDocument/2006/relationships/oleObject" Target="../embeddings/oleObject228.bin"/><Relationship Id="rId3" Type="http://schemas.openxmlformats.org/officeDocument/2006/relationships/oleObject" Target="../embeddings/oleObject219.bin"/><Relationship Id="rId21" Type="http://schemas.openxmlformats.org/officeDocument/2006/relationships/image" Target="../media/image235.emf"/><Relationship Id="rId7" Type="http://schemas.openxmlformats.org/officeDocument/2006/relationships/oleObject" Target="../embeddings/oleObject221.bin"/><Relationship Id="rId12" Type="http://schemas.openxmlformats.org/officeDocument/2006/relationships/image" Target="../media/image230.emf"/><Relationship Id="rId17" Type="http://schemas.openxmlformats.org/officeDocument/2006/relationships/oleObject" Target="../embeddings/oleObject225.bin"/><Relationship Id="rId25" Type="http://schemas.openxmlformats.org/officeDocument/2006/relationships/image" Target="../media/image238.emf"/><Relationship Id="rId2" Type="http://schemas.openxmlformats.org/officeDocument/2006/relationships/image" Target="../media/image1.jpeg"/><Relationship Id="rId16" Type="http://schemas.openxmlformats.org/officeDocument/2006/relationships/image" Target="../media/image232.emf"/><Relationship Id="rId20" Type="http://schemas.openxmlformats.org/officeDocument/2006/relationships/image" Target="../media/image234.emf"/><Relationship Id="rId29" Type="http://schemas.openxmlformats.org/officeDocument/2006/relationships/image" Target="../media/image240.emf"/><Relationship Id="rId1" Type="http://schemas.openxmlformats.org/officeDocument/2006/relationships/slideLayout" Target="../slideLayouts/slideLayout7.xml"/><Relationship Id="rId6" Type="http://schemas.openxmlformats.org/officeDocument/2006/relationships/image" Target="../media/image227.emf"/><Relationship Id="rId11" Type="http://schemas.openxmlformats.org/officeDocument/2006/relationships/oleObject" Target="../embeddings/oleObject222.bin"/><Relationship Id="rId24" Type="http://schemas.openxmlformats.org/officeDocument/2006/relationships/image" Target="../media/image237.emf"/><Relationship Id="rId5" Type="http://schemas.openxmlformats.org/officeDocument/2006/relationships/oleObject" Target="../embeddings/oleObject220.bin"/><Relationship Id="rId15" Type="http://schemas.openxmlformats.org/officeDocument/2006/relationships/oleObject" Target="../embeddings/oleObject224.bin"/><Relationship Id="rId23" Type="http://schemas.openxmlformats.org/officeDocument/2006/relationships/image" Target="../media/image236.emf"/><Relationship Id="rId28" Type="http://schemas.openxmlformats.org/officeDocument/2006/relationships/oleObject" Target="../embeddings/oleObject229.bin"/><Relationship Id="rId10" Type="http://schemas.openxmlformats.org/officeDocument/2006/relationships/image" Target="../media/image229.emf"/><Relationship Id="rId19" Type="http://schemas.openxmlformats.org/officeDocument/2006/relationships/oleObject" Target="../embeddings/oleObject226.bin"/><Relationship Id="rId31" Type="http://schemas.openxmlformats.org/officeDocument/2006/relationships/image" Target="../media/image241.emf"/><Relationship Id="rId4" Type="http://schemas.openxmlformats.org/officeDocument/2006/relationships/image" Target="../media/image226.emf"/><Relationship Id="rId9" Type="http://schemas.openxmlformats.org/officeDocument/2006/relationships/oleObject" Target="../embeddings/oleObject207.bin"/><Relationship Id="rId14" Type="http://schemas.openxmlformats.org/officeDocument/2006/relationships/image" Target="../media/image231.emf"/><Relationship Id="rId22" Type="http://schemas.openxmlformats.org/officeDocument/2006/relationships/oleObject" Target="../embeddings/oleObject227.bin"/><Relationship Id="rId27" Type="http://schemas.openxmlformats.org/officeDocument/2006/relationships/image" Target="../media/image239.emf"/><Relationship Id="rId30" Type="http://schemas.openxmlformats.org/officeDocument/2006/relationships/oleObject" Target="../embeddings/oleObject230.bin"/></Relationships>
</file>

<file path=ppt/slides/_rels/slide80.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s>
</file>

<file path=ppt/slides/_rels/slide81.x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oleObject" Target="../embeddings/oleObject236.bin"/><Relationship Id="rId3" Type="http://schemas.openxmlformats.org/officeDocument/2006/relationships/oleObject" Target="../embeddings/oleObject231.bin"/><Relationship Id="rId7" Type="http://schemas.openxmlformats.org/officeDocument/2006/relationships/oleObject" Target="../embeddings/oleObject233.bin"/><Relationship Id="rId12" Type="http://schemas.openxmlformats.org/officeDocument/2006/relationships/image" Target="../media/image250.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7.wmf"/><Relationship Id="rId11" Type="http://schemas.openxmlformats.org/officeDocument/2006/relationships/oleObject" Target="../embeddings/oleObject235.bin"/><Relationship Id="rId5" Type="http://schemas.openxmlformats.org/officeDocument/2006/relationships/oleObject" Target="../embeddings/oleObject232.bin"/><Relationship Id="rId15" Type="http://schemas.openxmlformats.org/officeDocument/2006/relationships/image" Target="../media/image252.png"/><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234.bin"/><Relationship Id="rId14" Type="http://schemas.openxmlformats.org/officeDocument/2006/relationships/image" Target="../media/image251.w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240.bin"/><Relationship Id="rId13" Type="http://schemas.openxmlformats.org/officeDocument/2006/relationships/image" Target="../media/image258.emf"/><Relationship Id="rId3" Type="http://schemas.openxmlformats.org/officeDocument/2006/relationships/image" Target="../media/image253.emf"/><Relationship Id="rId7" Type="http://schemas.openxmlformats.org/officeDocument/2006/relationships/image" Target="../media/image255.emf"/><Relationship Id="rId12" Type="http://schemas.openxmlformats.org/officeDocument/2006/relationships/oleObject" Target="../embeddings/oleObject242.bin"/><Relationship Id="rId17" Type="http://schemas.openxmlformats.org/officeDocument/2006/relationships/image" Target="../media/image260.emf"/><Relationship Id="rId2" Type="http://schemas.openxmlformats.org/officeDocument/2006/relationships/oleObject" Target="../embeddings/oleObject237.bin"/><Relationship Id="rId16" Type="http://schemas.openxmlformats.org/officeDocument/2006/relationships/oleObject" Target="../embeddings/oleObject244.bin"/><Relationship Id="rId1" Type="http://schemas.openxmlformats.org/officeDocument/2006/relationships/slideLayout" Target="../slideLayouts/slideLayout14.xml"/><Relationship Id="rId6" Type="http://schemas.openxmlformats.org/officeDocument/2006/relationships/oleObject" Target="../embeddings/oleObject239.bin"/><Relationship Id="rId11" Type="http://schemas.openxmlformats.org/officeDocument/2006/relationships/image" Target="../media/image257.emf"/><Relationship Id="rId5" Type="http://schemas.openxmlformats.org/officeDocument/2006/relationships/image" Target="../media/image254.emf"/><Relationship Id="rId15" Type="http://schemas.openxmlformats.org/officeDocument/2006/relationships/image" Target="../media/image259.emf"/><Relationship Id="rId10" Type="http://schemas.openxmlformats.org/officeDocument/2006/relationships/oleObject" Target="../embeddings/oleObject241.bin"/><Relationship Id="rId4" Type="http://schemas.openxmlformats.org/officeDocument/2006/relationships/oleObject" Target="../embeddings/oleObject238.bin"/><Relationship Id="rId9" Type="http://schemas.openxmlformats.org/officeDocument/2006/relationships/image" Target="../media/image256.emf"/><Relationship Id="rId14" Type="http://schemas.openxmlformats.org/officeDocument/2006/relationships/oleObject" Target="../embeddings/oleObject243.bin"/></Relationships>
</file>

<file path=ppt/slides/_rels/slide83.xml.rels><?xml version="1.0" encoding="UTF-8" standalone="yes"?>
<Relationships xmlns="http://schemas.openxmlformats.org/package/2006/relationships"><Relationship Id="rId3" Type="http://schemas.openxmlformats.org/officeDocument/2006/relationships/image" Target="../media/image261.emf"/><Relationship Id="rId7" Type="http://schemas.openxmlformats.org/officeDocument/2006/relationships/image" Target="../media/image263.emf"/><Relationship Id="rId2" Type="http://schemas.openxmlformats.org/officeDocument/2006/relationships/oleObject" Target="../embeddings/oleObject245.bin"/><Relationship Id="rId1" Type="http://schemas.openxmlformats.org/officeDocument/2006/relationships/slideLayout" Target="../slideLayouts/slideLayout19.xml"/><Relationship Id="rId6" Type="http://schemas.openxmlformats.org/officeDocument/2006/relationships/oleObject" Target="../embeddings/oleObject247.bin"/><Relationship Id="rId5" Type="http://schemas.openxmlformats.org/officeDocument/2006/relationships/image" Target="../media/image262.emf"/><Relationship Id="rId4" Type="http://schemas.openxmlformats.org/officeDocument/2006/relationships/oleObject" Target="../embeddings/oleObject246.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250.bin"/><Relationship Id="rId3" Type="http://schemas.openxmlformats.org/officeDocument/2006/relationships/image" Target="../media/image264.emf"/><Relationship Id="rId7" Type="http://schemas.openxmlformats.org/officeDocument/2006/relationships/image" Target="../media/image266.wmf"/><Relationship Id="rId2" Type="http://schemas.openxmlformats.org/officeDocument/2006/relationships/oleObject" Target="../embeddings/oleObject247.bin"/><Relationship Id="rId1" Type="http://schemas.openxmlformats.org/officeDocument/2006/relationships/slideLayout" Target="../slideLayouts/slideLayout19.xml"/><Relationship Id="rId6" Type="http://schemas.openxmlformats.org/officeDocument/2006/relationships/oleObject" Target="../embeddings/oleObject249.bin"/><Relationship Id="rId11" Type="http://schemas.openxmlformats.org/officeDocument/2006/relationships/image" Target="../media/image268.wmf"/><Relationship Id="rId5" Type="http://schemas.openxmlformats.org/officeDocument/2006/relationships/image" Target="../media/image265.wmf"/><Relationship Id="rId10" Type="http://schemas.openxmlformats.org/officeDocument/2006/relationships/oleObject" Target="../embeddings/oleObject251.bin"/><Relationship Id="rId4" Type="http://schemas.openxmlformats.org/officeDocument/2006/relationships/oleObject" Target="../embeddings/oleObject248.bin"/><Relationship Id="rId9" Type="http://schemas.openxmlformats.org/officeDocument/2006/relationships/image" Target="../media/image267.wmf"/></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255.bin"/><Relationship Id="rId13" Type="http://schemas.openxmlformats.org/officeDocument/2006/relationships/image" Target="../media/image274.emf"/><Relationship Id="rId3" Type="http://schemas.openxmlformats.org/officeDocument/2006/relationships/image" Target="../media/image269.emf"/><Relationship Id="rId7" Type="http://schemas.openxmlformats.org/officeDocument/2006/relationships/image" Target="../media/image271.emf"/><Relationship Id="rId12" Type="http://schemas.openxmlformats.org/officeDocument/2006/relationships/oleObject" Target="../embeddings/oleObject257.bin"/><Relationship Id="rId17" Type="http://schemas.openxmlformats.org/officeDocument/2006/relationships/image" Target="../media/image276.emf"/><Relationship Id="rId2" Type="http://schemas.openxmlformats.org/officeDocument/2006/relationships/oleObject" Target="../embeddings/oleObject252.bin"/><Relationship Id="rId16" Type="http://schemas.openxmlformats.org/officeDocument/2006/relationships/oleObject" Target="../embeddings/oleObject259.bin"/><Relationship Id="rId1" Type="http://schemas.openxmlformats.org/officeDocument/2006/relationships/slideLayout" Target="../slideLayouts/slideLayout19.xml"/><Relationship Id="rId6" Type="http://schemas.openxmlformats.org/officeDocument/2006/relationships/oleObject" Target="../embeddings/oleObject254.bin"/><Relationship Id="rId11" Type="http://schemas.openxmlformats.org/officeDocument/2006/relationships/image" Target="../media/image273.emf"/><Relationship Id="rId5" Type="http://schemas.openxmlformats.org/officeDocument/2006/relationships/image" Target="../media/image270.emf"/><Relationship Id="rId15" Type="http://schemas.openxmlformats.org/officeDocument/2006/relationships/image" Target="../media/image275.emf"/><Relationship Id="rId10" Type="http://schemas.openxmlformats.org/officeDocument/2006/relationships/oleObject" Target="../embeddings/oleObject256.bin"/><Relationship Id="rId4" Type="http://schemas.openxmlformats.org/officeDocument/2006/relationships/oleObject" Target="../embeddings/oleObject253.bin"/><Relationship Id="rId9" Type="http://schemas.openxmlformats.org/officeDocument/2006/relationships/image" Target="../media/image272.emf"/><Relationship Id="rId14" Type="http://schemas.openxmlformats.org/officeDocument/2006/relationships/oleObject" Target="../embeddings/oleObject25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灯片编号占位符 1"/>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4DB611A0-0556-418B-BF3E-6A7C2B28FC7C}" type="slidenum">
              <a:rPr lang="en-US" altLang="zh-CN" sz="1400"/>
              <a:pPr eaLnBrk="1" hangingPunct="1">
                <a:spcBef>
                  <a:spcPct val="0"/>
                </a:spcBef>
                <a:buFontTx/>
                <a:buNone/>
              </a:pPr>
              <a:t>1</a:t>
            </a:fld>
            <a:endParaRPr lang="en-US" altLang="zh-CN" sz="1400"/>
          </a:p>
        </p:txBody>
      </p:sp>
      <p:sp>
        <p:nvSpPr>
          <p:cNvPr id="2051" name="TextBox 3"/>
          <p:cNvSpPr txBox="1">
            <a:spLocks noChangeArrowheads="1"/>
          </p:cNvSpPr>
          <p:nvPr/>
        </p:nvSpPr>
        <p:spPr bwMode="auto">
          <a:xfrm>
            <a:off x="2843808" y="119768"/>
            <a:ext cx="475223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4400" dirty="0">
                <a:solidFill>
                  <a:schemeClr val="bg1"/>
                </a:solidFill>
              </a:rPr>
              <a:t>计算方法    复习</a:t>
            </a:r>
          </a:p>
        </p:txBody>
      </p:sp>
      <p:sp>
        <p:nvSpPr>
          <p:cNvPr id="2052" name="TextBox 4"/>
          <p:cNvSpPr txBox="1">
            <a:spLocks noChangeArrowheads="1"/>
          </p:cNvSpPr>
          <p:nvPr/>
        </p:nvSpPr>
        <p:spPr bwMode="auto">
          <a:xfrm>
            <a:off x="200026" y="1124744"/>
            <a:ext cx="871378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dirty="0">
                <a:solidFill>
                  <a:schemeClr val="bg1"/>
                </a:solidFill>
              </a:rPr>
              <a:t>考试方式：课题闭卷</a:t>
            </a:r>
            <a:r>
              <a:rPr lang="en-US" altLang="zh-CN" dirty="0">
                <a:solidFill>
                  <a:schemeClr val="bg1"/>
                </a:solidFill>
              </a:rPr>
              <a:t>, </a:t>
            </a:r>
            <a:r>
              <a:rPr lang="zh-CN" altLang="en-US" dirty="0">
                <a:solidFill>
                  <a:schemeClr val="bg1"/>
                </a:solidFill>
              </a:rPr>
              <a:t>要带计算器</a:t>
            </a:r>
            <a:endParaRPr lang="en-US" altLang="zh-CN" dirty="0">
              <a:solidFill>
                <a:schemeClr val="bg1"/>
              </a:solidFill>
            </a:endParaRPr>
          </a:p>
          <a:p>
            <a:pPr eaLnBrk="1" hangingPunct="1">
              <a:lnSpc>
                <a:spcPct val="150000"/>
              </a:lnSpc>
              <a:spcBef>
                <a:spcPct val="0"/>
              </a:spcBef>
              <a:buFontTx/>
              <a:buNone/>
            </a:pPr>
            <a:r>
              <a:rPr lang="zh-CN" altLang="en-US" dirty="0">
                <a:solidFill>
                  <a:schemeClr val="bg1"/>
                </a:solidFill>
              </a:rPr>
              <a:t>平时成绩：</a:t>
            </a:r>
            <a:r>
              <a:rPr lang="en-US" altLang="zh-CN" dirty="0">
                <a:solidFill>
                  <a:schemeClr val="bg1"/>
                </a:solidFill>
              </a:rPr>
              <a:t>30%</a:t>
            </a:r>
            <a:r>
              <a:rPr lang="zh-CN" altLang="en-US" dirty="0">
                <a:solidFill>
                  <a:schemeClr val="bg1"/>
                </a:solidFill>
              </a:rPr>
              <a:t>，平时测评：</a:t>
            </a:r>
            <a:r>
              <a:rPr lang="en-US" altLang="zh-CN" dirty="0">
                <a:solidFill>
                  <a:schemeClr val="bg1"/>
                </a:solidFill>
              </a:rPr>
              <a:t>10%</a:t>
            </a:r>
            <a:r>
              <a:rPr lang="zh-CN" altLang="en-US" dirty="0">
                <a:solidFill>
                  <a:schemeClr val="bg1"/>
                </a:solidFill>
              </a:rPr>
              <a:t>，作业：</a:t>
            </a:r>
            <a:r>
              <a:rPr lang="en-US" altLang="zh-CN" dirty="0">
                <a:solidFill>
                  <a:schemeClr val="bg1"/>
                </a:solidFill>
              </a:rPr>
              <a:t>20%</a:t>
            </a:r>
          </a:p>
          <a:p>
            <a:pPr eaLnBrk="1" hangingPunct="1">
              <a:lnSpc>
                <a:spcPct val="150000"/>
              </a:lnSpc>
              <a:spcBef>
                <a:spcPct val="0"/>
              </a:spcBef>
              <a:buFontTx/>
              <a:buNone/>
            </a:pPr>
            <a:r>
              <a:rPr lang="zh-CN" altLang="en-US" dirty="0">
                <a:solidFill>
                  <a:schemeClr val="bg1"/>
                </a:solidFill>
              </a:rPr>
              <a:t>卷面：</a:t>
            </a:r>
            <a:r>
              <a:rPr lang="en-US" altLang="zh-CN" dirty="0">
                <a:solidFill>
                  <a:schemeClr val="bg1"/>
                </a:solidFill>
              </a:rPr>
              <a:t>70%</a:t>
            </a:r>
          </a:p>
        </p:txBody>
      </p:sp>
      <p:sp>
        <p:nvSpPr>
          <p:cNvPr id="5" name="TextBox 5"/>
          <p:cNvSpPr txBox="1">
            <a:spLocks noChangeArrowheads="1"/>
          </p:cNvSpPr>
          <p:nvPr/>
        </p:nvSpPr>
        <p:spPr bwMode="auto">
          <a:xfrm>
            <a:off x="252058" y="3717030"/>
            <a:ext cx="8891942" cy="248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sz="3600" dirty="0">
                <a:solidFill>
                  <a:schemeClr val="bg1"/>
                </a:solidFill>
              </a:rPr>
              <a:t>考试时间：</a:t>
            </a:r>
            <a:r>
              <a:rPr lang="en-US" altLang="zh-CN" sz="3600" dirty="0">
                <a:solidFill>
                  <a:schemeClr val="bg1"/>
                </a:solidFill>
              </a:rPr>
              <a:t>2025</a:t>
            </a:r>
            <a:r>
              <a:rPr lang="zh-CN" altLang="en-US" sz="3600" dirty="0">
                <a:solidFill>
                  <a:schemeClr val="bg1"/>
                </a:solidFill>
              </a:rPr>
              <a:t>年</a:t>
            </a:r>
            <a:r>
              <a:rPr lang="en-US" altLang="zh-CN" sz="3600" dirty="0">
                <a:solidFill>
                  <a:schemeClr val="bg1"/>
                </a:solidFill>
              </a:rPr>
              <a:t>12</a:t>
            </a:r>
            <a:r>
              <a:rPr lang="zh-CN" altLang="en-US" sz="3600" dirty="0">
                <a:solidFill>
                  <a:schemeClr val="bg1"/>
                </a:solidFill>
              </a:rPr>
              <a:t>月</a:t>
            </a:r>
            <a:r>
              <a:rPr lang="en-US" altLang="zh-CN" sz="3600" dirty="0">
                <a:solidFill>
                  <a:schemeClr val="bg1"/>
                </a:solidFill>
              </a:rPr>
              <a:t>31</a:t>
            </a:r>
            <a:r>
              <a:rPr lang="zh-CN" altLang="en-US" sz="3600" dirty="0">
                <a:solidFill>
                  <a:schemeClr val="bg1"/>
                </a:solidFill>
              </a:rPr>
              <a:t>日     </a:t>
            </a:r>
            <a:r>
              <a:rPr lang="en-US" altLang="zh-CN" sz="3600" dirty="0">
                <a:solidFill>
                  <a:schemeClr val="bg1"/>
                </a:solidFill>
              </a:rPr>
              <a:t>			    			9:30-11:30</a:t>
            </a:r>
          </a:p>
          <a:p>
            <a:pPr eaLnBrk="1" hangingPunct="1">
              <a:lnSpc>
                <a:spcPct val="150000"/>
              </a:lnSpc>
              <a:spcBef>
                <a:spcPct val="0"/>
              </a:spcBef>
              <a:buFontTx/>
              <a:buNone/>
            </a:pPr>
            <a:r>
              <a:rPr lang="zh-CN" altLang="en-US" sz="3600" dirty="0">
                <a:solidFill>
                  <a:schemeClr val="bg1"/>
                </a:solidFill>
              </a:rPr>
              <a:t>考试地点：</a:t>
            </a:r>
            <a:r>
              <a:rPr lang="en-US" altLang="zh-CN" sz="3600" dirty="0">
                <a:solidFill>
                  <a:schemeClr val="bg1"/>
                </a:solidFill>
              </a:rPr>
              <a:t>A102, A104, C306,</a:t>
            </a:r>
            <a:r>
              <a:rPr lang="zh-CN" altLang="en-US" sz="3600" dirty="0">
                <a:solidFill>
                  <a:schemeClr val="bg1"/>
                </a:solidFill>
              </a:rPr>
              <a:t>四</a:t>
            </a:r>
            <a:r>
              <a:rPr lang="en-US" altLang="zh-CN" sz="3600" dirty="0">
                <a:solidFill>
                  <a:schemeClr val="bg1"/>
                </a:solidFill>
              </a:rPr>
              <a:t>112</a:t>
            </a:r>
            <a:r>
              <a:rPr lang="zh-CN" altLang="en-US" sz="3600" dirty="0">
                <a:solidFill>
                  <a:schemeClr val="bg1"/>
                </a:solidFill>
              </a:rPr>
              <a:t>（徐汇）</a:t>
            </a:r>
            <a:endParaRPr lang="en-US" altLang="zh-C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454E7B59-8EEA-48AB-A2C1-A4B803C25FB2}" type="slidenum">
              <a:rPr lang="en-US" altLang="zh-CN" sz="1400"/>
              <a:pPr eaLnBrk="1" hangingPunct="1">
                <a:spcBef>
                  <a:spcPct val="0"/>
                </a:spcBef>
                <a:buFontTx/>
                <a:buNone/>
              </a:pPr>
              <a:t>2</a:t>
            </a:fld>
            <a:endParaRPr lang="en-US" altLang="zh-CN" sz="1400"/>
          </a:p>
        </p:txBody>
      </p:sp>
      <p:sp>
        <p:nvSpPr>
          <p:cNvPr id="3076" name="TextBox 2"/>
          <p:cNvSpPr txBox="1">
            <a:spLocks noChangeArrowheads="1"/>
          </p:cNvSpPr>
          <p:nvPr/>
        </p:nvSpPr>
        <p:spPr bwMode="auto">
          <a:xfrm>
            <a:off x="1331640" y="247670"/>
            <a:ext cx="55446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4000" dirty="0">
                <a:solidFill>
                  <a:schemeClr val="bg1"/>
                </a:solidFill>
              </a:rPr>
              <a:t>第一章 误差和有效数字</a:t>
            </a:r>
          </a:p>
        </p:txBody>
      </p:sp>
      <p:sp>
        <p:nvSpPr>
          <p:cNvPr id="3077" name="TextBox 3"/>
          <p:cNvSpPr txBox="1">
            <a:spLocks noChangeArrowheads="1"/>
          </p:cNvSpPr>
          <p:nvPr/>
        </p:nvSpPr>
        <p:spPr bwMode="auto">
          <a:xfrm>
            <a:off x="1547663" y="1620664"/>
            <a:ext cx="48256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1. </a:t>
            </a:r>
            <a:r>
              <a:rPr lang="zh-CN" altLang="en-US" sz="3200" dirty="0">
                <a:solidFill>
                  <a:schemeClr val="bg1"/>
                </a:solidFill>
              </a:rPr>
              <a:t>误差定义及误差的运算</a:t>
            </a:r>
          </a:p>
        </p:txBody>
      </p:sp>
      <p:sp>
        <p:nvSpPr>
          <p:cNvPr id="7" name="TextBox 3"/>
          <p:cNvSpPr txBox="1">
            <a:spLocks noChangeArrowheads="1"/>
          </p:cNvSpPr>
          <p:nvPr/>
        </p:nvSpPr>
        <p:spPr bwMode="auto">
          <a:xfrm>
            <a:off x="1552701" y="2916594"/>
            <a:ext cx="345663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2. </a:t>
            </a:r>
            <a:r>
              <a:rPr lang="zh-CN" altLang="en-US" sz="3200" dirty="0">
                <a:solidFill>
                  <a:schemeClr val="bg1"/>
                </a:solidFill>
              </a:rPr>
              <a:t>有效数字</a:t>
            </a:r>
          </a:p>
        </p:txBody>
      </p:sp>
      <p:sp>
        <p:nvSpPr>
          <p:cNvPr id="8" name="TextBox 3"/>
          <p:cNvSpPr txBox="1">
            <a:spLocks noChangeArrowheads="1"/>
          </p:cNvSpPr>
          <p:nvPr/>
        </p:nvSpPr>
        <p:spPr bwMode="auto">
          <a:xfrm>
            <a:off x="1522918" y="4221088"/>
            <a:ext cx="4680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3. </a:t>
            </a:r>
            <a:r>
              <a:rPr lang="zh-CN" altLang="en-US" sz="3200" dirty="0">
                <a:solidFill>
                  <a:schemeClr val="bg1"/>
                </a:solidFill>
              </a:rPr>
              <a:t>误差与有效数字的关系</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3</a:t>
            </a:fld>
            <a:endParaRPr lang="en-US" altLang="zh-CN"/>
          </a:p>
        </p:txBody>
      </p:sp>
      <p:sp>
        <p:nvSpPr>
          <p:cNvPr id="3" name="TextBox 2"/>
          <p:cNvSpPr txBox="1">
            <a:spLocks noChangeArrowheads="1"/>
          </p:cNvSpPr>
          <p:nvPr/>
        </p:nvSpPr>
        <p:spPr bwMode="auto">
          <a:xfrm>
            <a:off x="4355976" y="4467425"/>
            <a:ext cx="30572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dirty="0">
                <a:solidFill>
                  <a:srgbClr val="FFFF00"/>
                </a:solidFill>
              </a:rPr>
              <a:t>计算方法所研究</a:t>
            </a:r>
          </a:p>
        </p:txBody>
      </p:sp>
      <p:sp>
        <p:nvSpPr>
          <p:cNvPr id="4" name="TextBox 3"/>
          <p:cNvSpPr txBox="1">
            <a:spLocks noChangeArrowheads="1"/>
          </p:cNvSpPr>
          <p:nvPr/>
        </p:nvSpPr>
        <p:spPr bwMode="auto">
          <a:xfrm>
            <a:off x="552867" y="1100266"/>
            <a:ext cx="56165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solidFill>
                  <a:schemeClr val="bg1"/>
                </a:solidFill>
              </a:rPr>
              <a:t>1.1  </a:t>
            </a:r>
            <a:r>
              <a:rPr lang="zh-CN" altLang="en-US" sz="3600" dirty="0">
                <a:solidFill>
                  <a:schemeClr val="bg1"/>
                </a:solidFill>
              </a:rPr>
              <a:t>误差的来源和种类</a:t>
            </a:r>
          </a:p>
        </p:txBody>
      </p:sp>
      <p:sp>
        <p:nvSpPr>
          <p:cNvPr id="5" name="TextBox 4"/>
          <p:cNvSpPr txBox="1">
            <a:spLocks noChangeArrowheads="1"/>
          </p:cNvSpPr>
          <p:nvPr/>
        </p:nvSpPr>
        <p:spPr bwMode="auto">
          <a:xfrm>
            <a:off x="944375" y="2420888"/>
            <a:ext cx="381635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50000"/>
              </a:lnSpc>
            </a:pPr>
            <a:r>
              <a:rPr lang="zh-CN" altLang="en-US" sz="3200" dirty="0">
                <a:solidFill>
                  <a:schemeClr val="bg1"/>
                </a:solidFill>
              </a:rPr>
              <a:t>（</a:t>
            </a:r>
            <a:r>
              <a:rPr lang="en-US" altLang="zh-CN" sz="3200" dirty="0">
                <a:solidFill>
                  <a:schemeClr val="bg1"/>
                </a:solidFill>
              </a:rPr>
              <a:t>1</a:t>
            </a:r>
            <a:r>
              <a:rPr lang="zh-CN" altLang="en-US" sz="3200" dirty="0">
                <a:solidFill>
                  <a:schemeClr val="bg1"/>
                </a:solidFill>
              </a:rPr>
              <a:t>）模型误差</a:t>
            </a:r>
            <a:endParaRPr lang="en-US" altLang="zh-CN" sz="3200" dirty="0">
              <a:solidFill>
                <a:schemeClr val="bg1"/>
              </a:solidFill>
            </a:endParaRPr>
          </a:p>
          <a:p>
            <a:pPr eaLnBrk="1" hangingPunct="1">
              <a:lnSpc>
                <a:spcPct val="150000"/>
              </a:lnSpc>
            </a:pPr>
            <a:r>
              <a:rPr lang="zh-CN" altLang="en-US" sz="3200" dirty="0">
                <a:solidFill>
                  <a:schemeClr val="bg1"/>
                </a:solidFill>
              </a:rPr>
              <a:t>（</a:t>
            </a:r>
            <a:r>
              <a:rPr lang="en-US" altLang="zh-CN" sz="3200" dirty="0">
                <a:solidFill>
                  <a:schemeClr val="bg1"/>
                </a:solidFill>
              </a:rPr>
              <a:t>2</a:t>
            </a:r>
            <a:r>
              <a:rPr lang="zh-CN" altLang="en-US" sz="3200" dirty="0">
                <a:solidFill>
                  <a:schemeClr val="bg1"/>
                </a:solidFill>
              </a:rPr>
              <a:t>）观察误差</a:t>
            </a:r>
            <a:endParaRPr lang="en-US" altLang="zh-CN" sz="3200" dirty="0">
              <a:solidFill>
                <a:schemeClr val="bg1"/>
              </a:solidFill>
            </a:endParaRPr>
          </a:p>
          <a:p>
            <a:pPr eaLnBrk="1" hangingPunct="1">
              <a:lnSpc>
                <a:spcPct val="150000"/>
              </a:lnSpc>
            </a:pPr>
            <a:r>
              <a:rPr lang="zh-CN" altLang="en-US" sz="3200" dirty="0">
                <a:solidFill>
                  <a:schemeClr val="bg1"/>
                </a:solidFill>
              </a:rPr>
              <a:t>（</a:t>
            </a:r>
            <a:r>
              <a:rPr lang="en-US" altLang="zh-CN" sz="3200" dirty="0">
                <a:solidFill>
                  <a:schemeClr val="bg1"/>
                </a:solidFill>
              </a:rPr>
              <a:t>3</a:t>
            </a:r>
            <a:r>
              <a:rPr lang="zh-CN" altLang="en-US" sz="3200" dirty="0">
                <a:solidFill>
                  <a:schemeClr val="bg1"/>
                </a:solidFill>
              </a:rPr>
              <a:t>）截断误差</a:t>
            </a:r>
            <a:endParaRPr lang="en-US" altLang="zh-CN" sz="3200" dirty="0">
              <a:solidFill>
                <a:schemeClr val="bg1"/>
              </a:solidFill>
            </a:endParaRPr>
          </a:p>
          <a:p>
            <a:pPr eaLnBrk="1" hangingPunct="1">
              <a:lnSpc>
                <a:spcPct val="150000"/>
              </a:lnSpc>
            </a:pPr>
            <a:r>
              <a:rPr lang="zh-CN" altLang="en-US" sz="3200" dirty="0">
                <a:solidFill>
                  <a:schemeClr val="bg1"/>
                </a:solidFill>
              </a:rPr>
              <a:t>（</a:t>
            </a:r>
            <a:r>
              <a:rPr lang="en-US" altLang="zh-CN" sz="3200" dirty="0">
                <a:solidFill>
                  <a:schemeClr val="bg1"/>
                </a:solidFill>
              </a:rPr>
              <a:t>4</a:t>
            </a:r>
            <a:r>
              <a:rPr lang="zh-CN" altLang="en-US" sz="3200" dirty="0">
                <a:solidFill>
                  <a:schemeClr val="bg1"/>
                </a:solidFill>
              </a:rPr>
              <a:t>）舍入误差</a:t>
            </a:r>
          </a:p>
        </p:txBody>
      </p:sp>
      <p:sp>
        <p:nvSpPr>
          <p:cNvPr id="6" name="TextBox 3"/>
          <p:cNvSpPr txBox="1">
            <a:spLocks noChangeArrowheads="1"/>
          </p:cNvSpPr>
          <p:nvPr/>
        </p:nvSpPr>
        <p:spPr bwMode="auto">
          <a:xfrm>
            <a:off x="531372" y="137601"/>
            <a:ext cx="345663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solidFill>
                  <a:schemeClr val="bg1"/>
                </a:solidFill>
              </a:rPr>
              <a:t>1. </a:t>
            </a:r>
            <a:r>
              <a:rPr lang="zh-CN" altLang="en-US" sz="3600" dirty="0">
                <a:solidFill>
                  <a:schemeClr val="bg1"/>
                </a:solidFill>
              </a:rPr>
              <a:t>误差</a:t>
            </a:r>
          </a:p>
        </p:txBody>
      </p:sp>
      <p:sp>
        <p:nvSpPr>
          <p:cNvPr id="7" name="右大括号 6"/>
          <p:cNvSpPr/>
          <p:nvPr/>
        </p:nvSpPr>
        <p:spPr bwMode="auto">
          <a:xfrm>
            <a:off x="3988004" y="4235025"/>
            <a:ext cx="223956" cy="1080120"/>
          </a:xfrm>
          <a:prstGeom prst="rightBrace">
            <a:avLst/>
          </a:prstGeom>
          <a:noFill/>
          <a:ln w="28575" cap="flat" cmpd="sng" algn="ctr">
            <a:solidFill>
              <a:srgbClr val="FFFF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SimSun" pitchFamily="2" charset="-122"/>
            </a:endParaRPr>
          </a:p>
        </p:txBody>
      </p:sp>
    </p:spTree>
    <p:extLst>
      <p:ext uri="{BB962C8B-B14F-4D97-AF65-F5344CB8AC3E}">
        <p14:creationId xmlns:p14="http://schemas.microsoft.com/office/powerpoint/2010/main" val="374448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445F71DE-E94F-4D55-B037-1A4BC478C0BD}" type="slidenum">
              <a:rPr lang="en-US" altLang="zh-CN" sz="1400"/>
              <a:pPr eaLnBrk="1" hangingPunct="1">
                <a:spcBef>
                  <a:spcPct val="0"/>
                </a:spcBef>
                <a:buFontTx/>
                <a:buNone/>
              </a:pPr>
              <a:t>4</a:t>
            </a:fld>
            <a:endParaRPr lang="en-US" altLang="zh-CN" sz="1400"/>
          </a:p>
        </p:txBody>
      </p:sp>
      <p:sp>
        <p:nvSpPr>
          <p:cNvPr id="4099" name="Rectangle 2"/>
          <p:cNvSpPr>
            <a:spLocks noGrp="1" noChangeArrowheads="1"/>
          </p:cNvSpPr>
          <p:nvPr>
            <p:ph type="title"/>
          </p:nvPr>
        </p:nvSpPr>
        <p:spPr>
          <a:xfrm>
            <a:off x="107504" y="116632"/>
            <a:ext cx="3960440" cy="609600"/>
          </a:xfrm>
        </p:spPr>
        <p:txBody>
          <a:bodyPr/>
          <a:lstStyle/>
          <a:p>
            <a:pPr algn="l" eaLnBrk="1" hangingPunct="1"/>
            <a:r>
              <a:rPr lang="en-US" altLang="zh-CN" sz="3600" b="1" dirty="0">
                <a:solidFill>
                  <a:schemeClr val="bg1"/>
                </a:solidFill>
                <a:latin typeface="宋体" charset="-122"/>
              </a:rPr>
              <a:t>1.2 </a:t>
            </a:r>
            <a:r>
              <a:rPr lang="zh-CN" altLang="en-US" sz="3600" b="1" dirty="0">
                <a:solidFill>
                  <a:schemeClr val="bg1"/>
                </a:solidFill>
              </a:rPr>
              <a:t>误差的定义</a:t>
            </a:r>
            <a:endParaRPr lang="zh-CN" altLang="en-US" sz="3600" dirty="0">
              <a:solidFill>
                <a:schemeClr val="bg1"/>
              </a:solidFill>
            </a:endParaRPr>
          </a:p>
        </p:txBody>
      </p:sp>
      <p:sp>
        <p:nvSpPr>
          <p:cNvPr id="4100" name="Rectangle 3"/>
          <p:cNvSpPr>
            <a:spLocks noGrp="1" noChangeArrowheads="1"/>
          </p:cNvSpPr>
          <p:nvPr>
            <p:ph type="body" idx="1"/>
          </p:nvPr>
        </p:nvSpPr>
        <p:spPr>
          <a:xfrm>
            <a:off x="152400" y="1066800"/>
            <a:ext cx="8991600" cy="5562600"/>
          </a:xfrm>
        </p:spPr>
        <p:txBody>
          <a:bodyPr/>
          <a:lstStyle/>
          <a:p>
            <a:pPr algn="just" eaLnBrk="1" hangingPunct="1"/>
            <a:r>
              <a:rPr lang="zh-CN" altLang="en-US" b="1" dirty="0">
                <a:solidFill>
                  <a:schemeClr val="bg1"/>
                </a:solidFill>
              </a:rPr>
              <a:t>（绝对）</a:t>
            </a:r>
            <a:r>
              <a:rPr lang="zh-CN" altLang="en-US" b="1" dirty="0">
                <a:solidFill>
                  <a:srgbClr val="FF0000"/>
                </a:solidFill>
              </a:rPr>
              <a:t>误差</a:t>
            </a:r>
            <a:r>
              <a:rPr lang="zh-CN" altLang="en-US" b="1" dirty="0">
                <a:solidFill>
                  <a:schemeClr val="bg1"/>
                </a:solidFill>
              </a:rPr>
              <a:t>与（绝对）</a:t>
            </a:r>
            <a:r>
              <a:rPr lang="zh-CN" altLang="en-US" b="1" dirty="0">
                <a:solidFill>
                  <a:srgbClr val="66FFFF"/>
                </a:solidFill>
              </a:rPr>
              <a:t>误差限</a:t>
            </a:r>
            <a:endParaRPr lang="zh-CN" altLang="en-US" dirty="0">
              <a:solidFill>
                <a:srgbClr val="66FFFF"/>
              </a:solidFill>
            </a:endParaRPr>
          </a:p>
          <a:p>
            <a:pPr algn="just" eaLnBrk="1" hangingPunct="1">
              <a:buFontTx/>
              <a:buNone/>
            </a:pPr>
            <a:endParaRPr lang="zh-CN" altLang="en-US" b="1" dirty="0">
              <a:solidFill>
                <a:schemeClr val="bg1"/>
              </a:solidFill>
            </a:endParaRPr>
          </a:p>
          <a:p>
            <a:pPr algn="just" eaLnBrk="1" hangingPunct="1">
              <a:lnSpc>
                <a:spcPct val="130000"/>
              </a:lnSpc>
              <a:buFontTx/>
              <a:buNone/>
            </a:pPr>
            <a:r>
              <a:rPr lang="zh-CN" altLang="en-US" b="1" dirty="0">
                <a:solidFill>
                  <a:schemeClr val="bg1"/>
                </a:solidFill>
              </a:rPr>
              <a:t>           精确值，      是它的近似值。     </a:t>
            </a:r>
          </a:p>
          <a:p>
            <a:pPr algn="just" eaLnBrk="1" hangingPunct="1">
              <a:lnSpc>
                <a:spcPct val="130000"/>
              </a:lnSpc>
              <a:buFontTx/>
              <a:buNone/>
            </a:pPr>
            <a:r>
              <a:rPr lang="zh-CN" altLang="en-US" b="1" dirty="0">
                <a:solidFill>
                  <a:schemeClr val="bg1"/>
                </a:solidFill>
              </a:rPr>
              <a:t>	</a:t>
            </a:r>
            <a:r>
              <a:rPr lang="zh-CN" altLang="en-US" b="1" dirty="0">
                <a:solidFill>
                  <a:srgbClr val="FF0000"/>
                </a:solidFill>
              </a:rPr>
              <a:t>（绝对）误差</a:t>
            </a:r>
            <a:r>
              <a:rPr lang="zh-CN" altLang="en-US" b="1" dirty="0">
                <a:solidFill>
                  <a:schemeClr val="bg1"/>
                </a:solidFill>
              </a:rPr>
              <a:t>		</a:t>
            </a:r>
            <a:endParaRPr lang="zh-CN" altLang="en-US" dirty="0">
              <a:solidFill>
                <a:schemeClr val="bg1"/>
              </a:solidFill>
            </a:endParaRPr>
          </a:p>
          <a:p>
            <a:pPr algn="just" eaLnBrk="1" hangingPunct="1">
              <a:lnSpc>
                <a:spcPct val="130000"/>
              </a:lnSpc>
              <a:buFontTx/>
              <a:buNone/>
            </a:pPr>
            <a:r>
              <a:rPr lang="zh-CN" altLang="en-US" b="1" dirty="0">
                <a:solidFill>
                  <a:schemeClr val="bg1"/>
                </a:solidFill>
              </a:rPr>
              <a:t>	误差是有量纲的，可正可负。</a:t>
            </a:r>
          </a:p>
          <a:p>
            <a:pPr algn="just" eaLnBrk="1" hangingPunct="1">
              <a:lnSpc>
                <a:spcPct val="130000"/>
              </a:lnSpc>
              <a:buFontTx/>
              <a:buNone/>
            </a:pPr>
            <a:r>
              <a:rPr lang="zh-CN" altLang="en-US" b="1" dirty="0">
                <a:solidFill>
                  <a:schemeClr val="bg1"/>
                </a:solidFill>
              </a:rPr>
              <a:t>   误差无法计算，但可以估计出它的上界。即               ，称    是近似值    的</a:t>
            </a:r>
            <a:r>
              <a:rPr lang="zh-CN" altLang="en-US" b="1" dirty="0">
                <a:solidFill>
                  <a:srgbClr val="FF0000"/>
                </a:solidFill>
              </a:rPr>
              <a:t>误差限</a:t>
            </a:r>
            <a:r>
              <a:rPr lang="zh-CN" altLang="en-US" b="1" dirty="0">
                <a:solidFill>
                  <a:schemeClr val="bg1"/>
                </a:solidFill>
              </a:rPr>
              <a:t>，即                            。</a:t>
            </a:r>
            <a:endParaRPr lang="zh-CN" altLang="en-US" dirty="0">
              <a:solidFill>
                <a:schemeClr val="bg1"/>
              </a:solidFill>
            </a:endParaRPr>
          </a:p>
          <a:p>
            <a:pPr eaLnBrk="1" hangingPunct="1">
              <a:buFontTx/>
              <a:buNone/>
            </a:pPr>
            <a:endParaRPr lang="en-US" altLang="zh-CN" dirty="0">
              <a:solidFill>
                <a:schemeClr val="bg1"/>
              </a:solidFill>
            </a:endParaRPr>
          </a:p>
        </p:txBody>
      </p:sp>
      <p:graphicFrame>
        <p:nvGraphicFramePr>
          <p:cNvPr id="4101" name="Object 4"/>
          <p:cNvGraphicFramePr>
            <a:graphicFrameLocks noChangeAspect="1"/>
          </p:cNvGraphicFramePr>
          <p:nvPr>
            <p:extLst>
              <p:ext uri="{D42A27DB-BD31-4B8C-83A1-F6EECF244321}">
                <p14:modId xmlns:p14="http://schemas.microsoft.com/office/powerpoint/2010/main" val="1900297853"/>
              </p:ext>
            </p:extLst>
          </p:nvPr>
        </p:nvGraphicFramePr>
        <p:xfrm>
          <a:off x="827584" y="2399928"/>
          <a:ext cx="346075" cy="381000"/>
        </p:xfrm>
        <a:graphic>
          <a:graphicData uri="http://schemas.openxmlformats.org/presentationml/2006/ole">
            <mc:AlternateContent xmlns:mc="http://schemas.openxmlformats.org/markup-compatibility/2006">
              <mc:Choice xmlns:v="urn:schemas-microsoft-com:vml" Requires="v">
                <p:oleObj name="Equation" r:id="rId2" imgW="126835" imgH="139518" progId="Equation.DSMT4">
                  <p:embed/>
                </p:oleObj>
              </mc:Choice>
              <mc:Fallback>
                <p:oleObj name="Equation" r:id="rId2" imgW="126835" imgH="139518"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2399928"/>
                        <a:ext cx="34607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2" name="Object 5"/>
          <p:cNvGraphicFramePr>
            <a:graphicFrameLocks noChangeAspect="1"/>
          </p:cNvGraphicFramePr>
          <p:nvPr>
            <p:extLst>
              <p:ext uri="{D42A27DB-BD31-4B8C-83A1-F6EECF244321}">
                <p14:modId xmlns:p14="http://schemas.microsoft.com/office/powerpoint/2010/main" val="1463728361"/>
              </p:ext>
            </p:extLst>
          </p:nvPr>
        </p:nvGraphicFramePr>
        <p:xfrm>
          <a:off x="2915816" y="2276872"/>
          <a:ext cx="449263" cy="554037"/>
        </p:xfrm>
        <a:graphic>
          <a:graphicData uri="http://schemas.openxmlformats.org/presentationml/2006/ole">
            <mc:AlternateContent xmlns:mc="http://schemas.openxmlformats.org/markup-compatibility/2006">
              <mc:Choice xmlns:v="urn:schemas-microsoft-com:vml" Requires="v">
                <p:oleObj name="Equation" r:id="rId4" imgW="164957" imgH="203024" progId="Equation.DSMT4">
                  <p:embed/>
                </p:oleObj>
              </mc:Choice>
              <mc:Fallback>
                <p:oleObj name="Equation" r:id="rId4" imgW="164957" imgH="203024"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2276872"/>
                        <a:ext cx="449263"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6"/>
          <p:cNvGraphicFramePr>
            <a:graphicFrameLocks noChangeAspect="1"/>
          </p:cNvGraphicFramePr>
          <p:nvPr>
            <p:extLst>
              <p:ext uri="{D42A27DB-BD31-4B8C-83A1-F6EECF244321}">
                <p14:modId xmlns:p14="http://schemas.microsoft.com/office/powerpoint/2010/main" val="2321173869"/>
              </p:ext>
            </p:extLst>
          </p:nvPr>
        </p:nvGraphicFramePr>
        <p:xfrm>
          <a:off x="3419872" y="2996952"/>
          <a:ext cx="1343025" cy="533400"/>
        </p:xfrm>
        <a:graphic>
          <a:graphicData uri="http://schemas.openxmlformats.org/presentationml/2006/ole">
            <mc:AlternateContent xmlns:mc="http://schemas.openxmlformats.org/markup-compatibility/2006">
              <mc:Choice xmlns:v="urn:schemas-microsoft-com:vml" Requires="v">
                <p:oleObj name="Equation" r:id="rId6" imgW="596641" imgH="203112" progId="Equation.DSMT4">
                  <p:embed/>
                </p:oleObj>
              </mc:Choice>
              <mc:Fallback>
                <p:oleObj name="Equation" r:id="rId6" imgW="596641" imgH="203112"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872" y="2996952"/>
                        <a:ext cx="13430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4" name="Object 7"/>
          <p:cNvGraphicFramePr>
            <a:graphicFrameLocks noChangeAspect="1"/>
          </p:cNvGraphicFramePr>
          <p:nvPr>
            <p:extLst>
              <p:ext uri="{D42A27DB-BD31-4B8C-83A1-F6EECF244321}">
                <p14:modId xmlns:p14="http://schemas.microsoft.com/office/powerpoint/2010/main" val="2072322812"/>
              </p:ext>
            </p:extLst>
          </p:nvPr>
        </p:nvGraphicFramePr>
        <p:xfrm>
          <a:off x="1259632" y="5085184"/>
          <a:ext cx="1524000" cy="685800"/>
        </p:xfrm>
        <a:graphic>
          <a:graphicData uri="http://schemas.openxmlformats.org/presentationml/2006/ole">
            <mc:AlternateContent xmlns:mc="http://schemas.openxmlformats.org/markup-compatibility/2006">
              <mc:Choice xmlns:v="urn:schemas-microsoft-com:vml" Requires="v">
                <p:oleObj name="Equation" r:id="rId8" imgW="672808" imgH="279279" progId="Equation.DSMT4">
                  <p:embed/>
                </p:oleObj>
              </mc:Choice>
              <mc:Fallback>
                <p:oleObj name="Equation" r:id="rId8" imgW="672808" imgH="279279"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9632" y="5085184"/>
                        <a:ext cx="15240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5" name="Object 8"/>
          <p:cNvGraphicFramePr>
            <a:graphicFrameLocks noChangeAspect="1"/>
          </p:cNvGraphicFramePr>
          <p:nvPr>
            <p:extLst>
              <p:ext uri="{D42A27DB-BD31-4B8C-83A1-F6EECF244321}">
                <p14:modId xmlns:p14="http://schemas.microsoft.com/office/powerpoint/2010/main" val="1896549492"/>
              </p:ext>
            </p:extLst>
          </p:nvPr>
        </p:nvGraphicFramePr>
        <p:xfrm>
          <a:off x="4283968" y="5229200"/>
          <a:ext cx="346075" cy="381000"/>
        </p:xfrm>
        <a:graphic>
          <a:graphicData uri="http://schemas.openxmlformats.org/presentationml/2006/ole">
            <mc:AlternateContent xmlns:mc="http://schemas.openxmlformats.org/markup-compatibility/2006">
              <mc:Choice xmlns:v="urn:schemas-microsoft-com:vml" Requires="v">
                <p:oleObj name="Equation" r:id="rId10" imgW="126835" imgH="139518" progId="Equation.DSMT4">
                  <p:embed/>
                </p:oleObj>
              </mc:Choice>
              <mc:Fallback>
                <p:oleObj name="Equation" r:id="rId10" imgW="126835" imgH="139518"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3968" y="5229200"/>
                        <a:ext cx="34607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6" name="Object 9"/>
          <p:cNvGraphicFramePr>
            <a:graphicFrameLocks noChangeAspect="1"/>
          </p:cNvGraphicFramePr>
          <p:nvPr>
            <p:extLst>
              <p:ext uri="{D42A27DB-BD31-4B8C-83A1-F6EECF244321}">
                <p14:modId xmlns:p14="http://schemas.microsoft.com/office/powerpoint/2010/main" val="2788855948"/>
              </p:ext>
            </p:extLst>
          </p:nvPr>
        </p:nvGraphicFramePr>
        <p:xfrm>
          <a:off x="6444208" y="5157192"/>
          <a:ext cx="449262" cy="554038"/>
        </p:xfrm>
        <a:graphic>
          <a:graphicData uri="http://schemas.openxmlformats.org/presentationml/2006/ole">
            <mc:AlternateContent xmlns:mc="http://schemas.openxmlformats.org/markup-compatibility/2006">
              <mc:Choice xmlns:v="urn:schemas-microsoft-com:vml" Requires="v">
                <p:oleObj name="Equation" r:id="rId12" imgW="164957" imgH="203024" progId="Equation.DSMT4">
                  <p:embed/>
                </p:oleObj>
              </mc:Choice>
              <mc:Fallback>
                <p:oleObj name="Equation" r:id="rId12" imgW="164957" imgH="203024"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4208" y="5157192"/>
                        <a:ext cx="449262"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7" name="Object 10"/>
          <p:cNvGraphicFramePr>
            <a:graphicFrameLocks noChangeAspect="1"/>
          </p:cNvGraphicFramePr>
          <p:nvPr>
            <p:extLst>
              <p:ext uri="{D42A27DB-BD31-4B8C-83A1-F6EECF244321}">
                <p14:modId xmlns:p14="http://schemas.microsoft.com/office/powerpoint/2010/main" val="223478115"/>
              </p:ext>
            </p:extLst>
          </p:nvPr>
        </p:nvGraphicFramePr>
        <p:xfrm>
          <a:off x="1115616" y="5877272"/>
          <a:ext cx="2590800" cy="533400"/>
        </p:xfrm>
        <a:graphic>
          <a:graphicData uri="http://schemas.openxmlformats.org/presentationml/2006/ole">
            <mc:AlternateContent xmlns:mc="http://schemas.openxmlformats.org/markup-compatibility/2006">
              <mc:Choice xmlns:v="urn:schemas-microsoft-com:vml" Requires="v">
                <p:oleObj name="Equation" r:id="rId13" imgW="1117115" imgH="203112" progId="Equation.DSMT4">
                  <p:embed/>
                </p:oleObj>
              </mc:Choice>
              <mc:Fallback>
                <p:oleObj name="Equation" r:id="rId13" imgW="1117115" imgH="203112"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15616" y="5877272"/>
                        <a:ext cx="2590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15515AA5-D04B-41CA-A45C-70381ADD7CA5}" type="slidenum">
              <a:rPr lang="en-US" altLang="zh-CN" sz="1400"/>
              <a:pPr eaLnBrk="1" hangingPunct="1">
                <a:spcBef>
                  <a:spcPct val="0"/>
                </a:spcBef>
                <a:buFontTx/>
                <a:buNone/>
              </a:pPr>
              <a:t>5</a:t>
            </a:fld>
            <a:endParaRPr lang="en-US" altLang="zh-CN" sz="1400"/>
          </a:p>
        </p:txBody>
      </p:sp>
      <p:sp>
        <p:nvSpPr>
          <p:cNvPr id="5123" name="Rectangle 3"/>
          <p:cNvSpPr>
            <a:spLocks noGrp="1" noChangeArrowheads="1"/>
          </p:cNvSpPr>
          <p:nvPr>
            <p:ph type="body" idx="1"/>
          </p:nvPr>
        </p:nvSpPr>
        <p:spPr>
          <a:xfrm>
            <a:off x="12709" y="150640"/>
            <a:ext cx="9252520" cy="6524625"/>
          </a:xfrm>
        </p:spPr>
        <p:txBody>
          <a:bodyPr/>
          <a:lstStyle/>
          <a:p>
            <a:pPr algn="just" eaLnBrk="1" hangingPunct="1">
              <a:lnSpc>
                <a:spcPct val="80000"/>
              </a:lnSpc>
            </a:pPr>
            <a:r>
              <a:rPr lang="zh-CN" altLang="en-US" sz="3600" b="1" dirty="0">
                <a:solidFill>
                  <a:srgbClr val="66FFFF"/>
                </a:solidFill>
              </a:rPr>
              <a:t>相对误差</a:t>
            </a:r>
            <a:r>
              <a:rPr lang="zh-CN" altLang="en-US" b="1" dirty="0">
                <a:solidFill>
                  <a:schemeClr val="bg1"/>
                </a:solidFill>
              </a:rPr>
              <a:t>与</a:t>
            </a:r>
            <a:r>
              <a:rPr lang="zh-CN" altLang="en-US" sz="3600" b="1" dirty="0">
                <a:solidFill>
                  <a:srgbClr val="66FFFF"/>
                </a:solidFill>
              </a:rPr>
              <a:t>相对误差限</a:t>
            </a:r>
          </a:p>
          <a:p>
            <a:pPr algn="just" eaLnBrk="1" hangingPunct="1">
              <a:lnSpc>
                <a:spcPct val="80000"/>
              </a:lnSpc>
              <a:buFontTx/>
              <a:buNone/>
            </a:pPr>
            <a:endParaRPr lang="zh-CN" altLang="en-US" dirty="0">
              <a:solidFill>
                <a:srgbClr val="66FFFF"/>
              </a:solidFill>
            </a:endParaRPr>
          </a:p>
          <a:p>
            <a:pPr algn="just" eaLnBrk="1" hangingPunct="1">
              <a:lnSpc>
                <a:spcPct val="130000"/>
              </a:lnSpc>
              <a:buFontTx/>
              <a:buNone/>
            </a:pPr>
            <a:r>
              <a:rPr lang="zh-CN" altLang="en-US" b="1" dirty="0">
                <a:solidFill>
                  <a:schemeClr val="bg1"/>
                </a:solidFill>
              </a:rPr>
              <a:t>     </a:t>
            </a:r>
            <a:r>
              <a:rPr lang="zh-CN" altLang="en-US" sz="3600" b="1" dirty="0">
                <a:solidFill>
                  <a:schemeClr val="bg1"/>
                </a:solidFill>
              </a:rPr>
              <a:t>称                 为近似值       的</a:t>
            </a:r>
            <a:r>
              <a:rPr lang="zh-CN" altLang="en-US" sz="3600" b="1" dirty="0">
                <a:solidFill>
                  <a:srgbClr val="FF0000"/>
                </a:solidFill>
              </a:rPr>
              <a:t>相对误差</a:t>
            </a:r>
            <a:r>
              <a:rPr lang="zh-CN" altLang="en-US" sz="3600" b="1" dirty="0">
                <a:solidFill>
                  <a:schemeClr val="bg1"/>
                </a:solidFill>
              </a:rPr>
              <a:t>，</a:t>
            </a:r>
          </a:p>
          <a:p>
            <a:pPr algn="just" eaLnBrk="1" hangingPunct="1">
              <a:lnSpc>
                <a:spcPct val="130000"/>
              </a:lnSpc>
              <a:buFontTx/>
              <a:buNone/>
            </a:pPr>
            <a:r>
              <a:rPr lang="zh-CN" altLang="en-US" sz="3600" b="1" dirty="0">
                <a:solidFill>
                  <a:schemeClr val="bg1"/>
                </a:solidFill>
              </a:rPr>
              <a:t> 记作      。</a:t>
            </a:r>
            <a:endParaRPr lang="en-US" altLang="zh-CN" sz="3600" b="1" dirty="0">
              <a:solidFill>
                <a:schemeClr val="bg1"/>
              </a:solidFill>
            </a:endParaRPr>
          </a:p>
          <a:p>
            <a:pPr algn="just" eaLnBrk="1" hangingPunct="1">
              <a:lnSpc>
                <a:spcPct val="80000"/>
              </a:lnSpc>
              <a:buFontTx/>
              <a:buNone/>
            </a:pPr>
            <a:endParaRPr lang="zh-CN" altLang="en-US" sz="3600" b="1" dirty="0">
              <a:solidFill>
                <a:schemeClr val="bg1"/>
              </a:solidFill>
            </a:endParaRPr>
          </a:p>
          <a:p>
            <a:pPr algn="just" eaLnBrk="1" hangingPunct="1">
              <a:lnSpc>
                <a:spcPct val="80000"/>
              </a:lnSpc>
              <a:buFontTx/>
              <a:buNone/>
            </a:pPr>
            <a:r>
              <a:rPr lang="zh-CN" altLang="en-US" sz="3600" b="1" dirty="0">
                <a:solidFill>
                  <a:schemeClr val="bg1"/>
                </a:solidFill>
              </a:rPr>
              <a:t>   相对误差是个相对数，无量纲，可正可负。</a:t>
            </a:r>
          </a:p>
          <a:p>
            <a:pPr algn="just" eaLnBrk="1" hangingPunct="1">
              <a:lnSpc>
                <a:spcPct val="80000"/>
              </a:lnSpc>
              <a:buFontTx/>
              <a:buNone/>
            </a:pPr>
            <a:r>
              <a:rPr lang="zh-CN" altLang="en-US" sz="3600" b="1" dirty="0">
                <a:solidFill>
                  <a:schemeClr val="bg1"/>
                </a:solidFill>
              </a:rPr>
              <a:t>   相对误差的估计，称为</a:t>
            </a:r>
            <a:r>
              <a:rPr lang="zh-CN" altLang="en-US" sz="3600" b="1" dirty="0">
                <a:solidFill>
                  <a:srgbClr val="FF0000"/>
                </a:solidFill>
              </a:rPr>
              <a:t>相对误差限</a:t>
            </a:r>
            <a:r>
              <a:rPr lang="zh-CN" altLang="en-US" sz="3600" b="1" dirty="0">
                <a:solidFill>
                  <a:schemeClr val="bg1"/>
                </a:solidFill>
              </a:rPr>
              <a:t>      ，</a:t>
            </a:r>
          </a:p>
          <a:p>
            <a:pPr algn="just" eaLnBrk="1" hangingPunct="1">
              <a:lnSpc>
                <a:spcPct val="80000"/>
              </a:lnSpc>
              <a:buFontTx/>
              <a:buNone/>
            </a:pPr>
            <a:r>
              <a:rPr lang="zh-CN" altLang="en-US" sz="3600" b="1" dirty="0">
                <a:solidFill>
                  <a:schemeClr val="bg1"/>
                </a:solidFill>
              </a:rPr>
              <a:t> </a:t>
            </a:r>
          </a:p>
          <a:p>
            <a:pPr algn="just" eaLnBrk="1" hangingPunct="1">
              <a:lnSpc>
                <a:spcPct val="80000"/>
              </a:lnSpc>
              <a:buFontTx/>
              <a:buNone/>
            </a:pPr>
            <a:r>
              <a:rPr lang="zh-CN" altLang="en-US" sz="3600" b="1" dirty="0">
                <a:solidFill>
                  <a:schemeClr val="bg1"/>
                </a:solidFill>
              </a:rPr>
              <a:t>    即</a:t>
            </a:r>
            <a:r>
              <a:rPr lang="zh-CN" altLang="en-US" sz="2800" b="1" dirty="0">
                <a:solidFill>
                  <a:schemeClr val="bg1"/>
                </a:solidFill>
              </a:rPr>
              <a:t>                               。</a:t>
            </a:r>
            <a:endParaRPr lang="zh-CN" altLang="en-US" sz="2800" dirty="0">
              <a:solidFill>
                <a:schemeClr val="bg1"/>
              </a:solidFill>
            </a:endParaRPr>
          </a:p>
          <a:p>
            <a:pPr algn="just" eaLnBrk="1" hangingPunct="1">
              <a:lnSpc>
                <a:spcPct val="80000"/>
              </a:lnSpc>
              <a:buFontTx/>
              <a:buNone/>
            </a:pPr>
            <a:endParaRPr lang="en-US" altLang="zh-CN" sz="2800" b="1" dirty="0">
              <a:solidFill>
                <a:schemeClr val="bg1"/>
              </a:solidFill>
            </a:endParaRPr>
          </a:p>
          <a:p>
            <a:pPr algn="just" eaLnBrk="1" hangingPunct="1">
              <a:lnSpc>
                <a:spcPct val="80000"/>
              </a:lnSpc>
              <a:buFontTx/>
              <a:buNone/>
            </a:pPr>
            <a:r>
              <a:rPr lang="zh-CN" altLang="en-US" sz="2800" b="1" dirty="0">
                <a:solidFill>
                  <a:schemeClr val="bg1"/>
                </a:solidFill>
              </a:rPr>
              <a:t>  </a:t>
            </a:r>
            <a:r>
              <a:rPr lang="zh-CN" altLang="en-US" b="1" dirty="0">
                <a:solidFill>
                  <a:schemeClr val="bg1"/>
                </a:solidFill>
              </a:rPr>
              <a:t>实际中，       是未知的，可用       代替。</a:t>
            </a:r>
          </a:p>
          <a:p>
            <a:pPr algn="just" eaLnBrk="1" hangingPunct="1">
              <a:lnSpc>
                <a:spcPct val="80000"/>
              </a:lnSpc>
              <a:buFontTx/>
              <a:buNone/>
            </a:pPr>
            <a:endParaRPr lang="zh-CN" altLang="en-US" sz="2800" b="1" dirty="0">
              <a:solidFill>
                <a:schemeClr val="bg1"/>
              </a:solidFill>
            </a:endParaRPr>
          </a:p>
          <a:p>
            <a:pPr algn="just" eaLnBrk="1" hangingPunct="1">
              <a:lnSpc>
                <a:spcPct val="80000"/>
              </a:lnSpc>
              <a:buFontTx/>
              <a:buNone/>
            </a:pPr>
            <a:r>
              <a:rPr lang="zh-CN" altLang="en-US" sz="2800" b="1" dirty="0">
                <a:solidFill>
                  <a:schemeClr val="bg1"/>
                </a:solidFill>
              </a:rPr>
              <a:t>  </a:t>
            </a:r>
            <a:endParaRPr lang="zh-CN" altLang="en-US" sz="2800" dirty="0">
              <a:solidFill>
                <a:schemeClr val="bg1"/>
              </a:solidFill>
            </a:endParaRPr>
          </a:p>
        </p:txBody>
      </p:sp>
      <p:graphicFrame>
        <p:nvGraphicFramePr>
          <p:cNvPr id="5124" name="Object 4"/>
          <p:cNvGraphicFramePr>
            <a:graphicFrameLocks noChangeAspect="1"/>
          </p:cNvGraphicFramePr>
          <p:nvPr>
            <p:extLst>
              <p:ext uri="{D42A27DB-BD31-4B8C-83A1-F6EECF244321}">
                <p14:modId xmlns:p14="http://schemas.microsoft.com/office/powerpoint/2010/main" val="1312185218"/>
              </p:ext>
            </p:extLst>
          </p:nvPr>
        </p:nvGraphicFramePr>
        <p:xfrm>
          <a:off x="1259632" y="1052736"/>
          <a:ext cx="1600200" cy="990600"/>
        </p:xfrm>
        <a:graphic>
          <a:graphicData uri="http://schemas.openxmlformats.org/presentationml/2006/ole">
            <mc:AlternateContent xmlns:mc="http://schemas.openxmlformats.org/markup-compatibility/2006">
              <mc:Choice xmlns:v="urn:schemas-microsoft-com:vml" Requires="v">
                <p:oleObj name="Equation" r:id="rId2" imgW="672808" imgH="418918" progId="Equation.DSMT4">
                  <p:embed/>
                </p:oleObj>
              </mc:Choice>
              <mc:Fallback>
                <p:oleObj name="Equation" r:id="rId2" imgW="672808" imgH="418918"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052736"/>
                        <a:ext cx="1600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5"/>
          <p:cNvGraphicFramePr>
            <a:graphicFrameLocks noChangeAspect="1"/>
          </p:cNvGraphicFramePr>
          <p:nvPr>
            <p:extLst>
              <p:ext uri="{D42A27DB-BD31-4B8C-83A1-F6EECF244321}">
                <p14:modId xmlns:p14="http://schemas.microsoft.com/office/powerpoint/2010/main" val="1710857987"/>
              </p:ext>
            </p:extLst>
          </p:nvPr>
        </p:nvGraphicFramePr>
        <p:xfrm>
          <a:off x="4932040" y="1196752"/>
          <a:ext cx="576064" cy="710410"/>
        </p:xfrm>
        <a:graphic>
          <a:graphicData uri="http://schemas.openxmlformats.org/presentationml/2006/ole">
            <mc:AlternateContent xmlns:mc="http://schemas.openxmlformats.org/markup-compatibility/2006">
              <mc:Choice xmlns:v="urn:schemas-microsoft-com:vml" Requires="v">
                <p:oleObj name="Equation" r:id="rId4" imgW="164957" imgH="203024" progId="Equation.DSMT4">
                  <p:embed/>
                </p:oleObj>
              </mc:Choice>
              <mc:Fallback>
                <p:oleObj name="Equation" r:id="rId4" imgW="164957" imgH="203024"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1196752"/>
                        <a:ext cx="576064" cy="710410"/>
                      </a:xfrm>
                      <a:prstGeom prst="rect">
                        <a:avLst/>
                      </a:prstGeom>
                      <a:noFill/>
                      <a:ln>
                        <a:noFill/>
                      </a:ln>
                      <a:effectLst/>
                    </p:spPr>
                  </p:pic>
                </p:oleObj>
              </mc:Fallback>
            </mc:AlternateContent>
          </a:graphicData>
        </a:graphic>
      </p:graphicFrame>
      <p:graphicFrame>
        <p:nvGraphicFramePr>
          <p:cNvPr id="5126" name="Object 6"/>
          <p:cNvGraphicFramePr>
            <a:graphicFrameLocks noChangeAspect="1"/>
          </p:cNvGraphicFramePr>
          <p:nvPr>
            <p:extLst>
              <p:ext uri="{D42A27DB-BD31-4B8C-83A1-F6EECF244321}">
                <p14:modId xmlns:p14="http://schemas.microsoft.com/office/powerpoint/2010/main" val="4124226597"/>
              </p:ext>
            </p:extLst>
          </p:nvPr>
        </p:nvGraphicFramePr>
        <p:xfrm>
          <a:off x="1187624" y="2060848"/>
          <a:ext cx="573484" cy="711036"/>
        </p:xfrm>
        <a:graphic>
          <a:graphicData uri="http://schemas.openxmlformats.org/presentationml/2006/ole">
            <mc:AlternateContent xmlns:mc="http://schemas.openxmlformats.org/markup-compatibility/2006">
              <mc:Choice xmlns:v="urn:schemas-microsoft-com:vml" Requires="v">
                <p:oleObj name="Equation" r:id="rId6" imgW="152268" imgH="215713" progId="Equation.DSMT4">
                  <p:embed/>
                </p:oleObj>
              </mc:Choice>
              <mc:Fallback>
                <p:oleObj name="Equation" r:id="rId6" imgW="152268" imgH="215713"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624" y="2060848"/>
                        <a:ext cx="573484" cy="711036"/>
                      </a:xfrm>
                      <a:prstGeom prst="rect">
                        <a:avLst/>
                      </a:prstGeom>
                      <a:noFill/>
                      <a:ln>
                        <a:noFill/>
                      </a:ln>
                      <a:effectLst/>
                    </p:spPr>
                  </p:pic>
                </p:oleObj>
              </mc:Fallback>
            </mc:AlternateContent>
          </a:graphicData>
        </a:graphic>
      </p:graphicFrame>
      <p:graphicFrame>
        <p:nvGraphicFramePr>
          <p:cNvPr id="5127" name="Object 7"/>
          <p:cNvGraphicFramePr>
            <a:graphicFrameLocks noChangeAspect="1"/>
          </p:cNvGraphicFramePr>
          <p:nvPr>
            <p:extLst>
              <p:ext uri="{D42A27DB-BD31-4B8C-83A1-F6EECF244321}">
                <p14:modId xmlns:p14="http://schemas.microsoft.com/office/powerpoint/2010/main" val="2197045718"/>
              </p:ext>
            </p:extLst>
          </p:nvPr>
        </p:nvGraphicFramePr>
        <p:xfrm>
          <a:off x="1187624" y="4581128"/>
          <a:ext cx="2286000" cy="1185863"/>
        </p:xfrm>
        <a:graphic>
          <a:graphicData uri="http://schemas.openxmlformats.org/presentationml/2006/ole">
            <mc:AlternateContent xmlns:mc="http://schemas.openxmlformats.org/markup-compatibility/2006">
              <mc:Choice xmlns:v="urn:schemas-microsoft-com:vml" Requires="v">
                <p:oleObj name="Equation" r:id="rId8" imgW="1028700" imgH="508000" progId="Equation.DSMT4">
                  <p:embed/>
                </p:oleObj>
              </mc:Choice>
              <mc:Fallback>
                <p:oleObj name="Equation" r:id="rId8" imgW="1028700" imgH="5080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624" y="4581128"/>
                        <a:ext cx="22860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8" name="Object 11"/>
          <p:cNvGraphicFramePr>
            <a:graphicFrameLocks noChangeAspect="1"/>
          </p:cNvGraphicFramePr>
          <p:nvPr>
            <p:extLst>
              <p:ext uri="{D42A27DB-BD31-4B8C-83A1-F6EECF244321}">
                <p14:modId xmlns:p14="http://schemas.microsoft.com/office/powerpoint/2010/main" val="711678330"/>
              </p:ext>
            </p:extLst>
          </p:nvPr>
        </p:nvGraphicFramePr>
        <p:xfrm>
          <a:off x="7380312" y="3789040"/>
          <a:ext cx="576064" cy="755193"/>
        </p:xfrm>
        <a:graphic>
          <a:graphicData uri="http://schemas.openxmlformats.org/presentationml/2006/ole">
            <mc:AlternateContent xmlns:mc="http://schemas.openxmlformats.org/markup-compatibility/2006">
              <mc:Choice xmlns:v="urn:schemas-microsoft-com:vml" Requires="v">
                <p:oleObj name="Equation" r:id="rId10" imgW="164885" imgH="215619" progId="Equation.DSMT4">
                  <p:embed/>
                </p:oleObj>
              </mc:Choice>
              <mc:Fallback>
                <p:oleObj name="Equation" r:id="rId10" imgW="164885" imgH="215619"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80312" y="3789040"/>
                        <a:ext cx="576064" cy="755193"/>
                      </a:xfrm>
                      <a:prstGeom prst="rect">
                        <a:avLst/>
                      </a:prstGeom>
                      <a:noFill/>
                      <a:ln>
                        <a:noFill/>
                      </a:ln>
                      <a:effectLst/>
                    </p:spPr>
                  </p:pic>
                </p:oleObj>
              </mc:Fallback>
            </mc:AlternateContent>
          </a:graphicData>
        </a:graphic>
      </p:graphicFrame>
      <p:graphicFrame>
        <p:nvGraphicFramePr>
          <p:cNvPr id="5129" name="对象 1"/>
          <p:cNvGraphicFramePr>
            <a:graphicFrameLocks noChangeAspect="1"/>
          </p:cNvGraphicFramePr>
          <p:nvPr>
            <p:extLst>
              <p:ext uri="{D42A27DB-BD31-4B8C-83A1-F6EECF244321}">
                <p14:modId xmlns:p14="http://schemas.microsoft.com/office/powerpoint/2010/main" val="3398894775"/>
              </p:ext>
            </p:extLst>
          </p:nvPr>
        </p:nvGraphicFramePr>
        <p:xfrm>
          <a:off x="5580112" y="5805264"/>
          <a:ext cx="576064" cy="710413"/>
        </p:xfrm>
        <a:graphic>
          <a:graphicData uri="http://schemas.openxmlformats.org/presentationml/2006/ole">
            <mc:AlternateContent xmlns:mc="http://schemas.openxmlformats.org/markup-compatibility/2006">
              <mc:Choice xmlns:v="urn:schemas-microsoft-com:vml" Requires="v">
                <p:oleObj name="Equation" r:id="rId4" imgW="164957" imgH="203024" progId="Equation.DSMT4">
                  <p:embed/>
                </p:oleObj>
              </mc:Choice>
              <mc:Fallback>
                <p:oleObj name="Equation" r:id="rId4" imgW="164957" imgH="203024"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112" y="5805264"/>
                        <a:ext cx="576064" cy="710413"/>
                      </a:xfrm>
                      <a:prstGeom prst="rect">
                        <a:avLst/>
                      </a:prstGeom>
                      <a:noFill/>
                      <a:ln>
                        <a:noFill/>
                      </a:ln>
                      <a:effectLst/>
                    </p:spPr>
                  </p:pic>
                </p:oleObj>
              </mc:Fallback>
            </mc:AlternateContent>
          </a:graphicData>
        </a:graphic>
      </p:graphicFrame>
      <p:graphicFrame>
        <p:nvGraphicFramePr>
          <p:cNvPr id="5130" name="对象 2"/>
          <p:cNvGraphicFramePr>
            <a:graphicFrameLocks noChangeAspect="1"/>
          </p:cNvGraphicFramePr>
          <p:nvPr>
            <p:extLst>
              <p:ext uri="{D42A27DB-BD31-4B8C-83A1-F6EECF244321}">
                <p14:modId xmlns:p14="http://schemas.microsoft.com/office/powerpoint/2010/main" val="4111979777"/>
              </p:ext>
            </p:extLst>
          </p:nvPr>
        </p:nvGraphicFramePr>
        <p:xfrm>
          <a:off x="1835696" y="5949280"/>
          <a:ext cx="602803" cy="661207"/>
        </p:xfrm>
        <a:graphic>
          <a:graphicData uri="http://schemas.openxmlformats.org/presentationml/2006/ole">
            <mc:AlternateContent xmlns:mc="http://schemas.openxmlformats.org/markup-compatibility/2006">
              <mc:Choice xmlns:v="urn:schemas-microsoft-com:vml" Requires="v">
                <p:oleObj name="Equation" r:id="rId12" imgW="126835" imgH="139518" progId="Equation.DSMT4">
                  <p:embed/>
                </p:oleObj>
              </mc:Choice>
              <mc:Fallback>
                <p:oleObj name="Equation" r:id="rId12" imgW="126835" imgH="139518" progId="Equation.DSMT4">
                  <p:embed/>
                  <p:pic>
                    <p:nvPicPr>
                      <p:cNvPr id="0" name="对象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696" y="5949280"/>
                        <a:ext cx="602803" cy="661207"/>
                      </a:xfrm>
                      <a:prstGeom prst="rect">
                        <a:avLst/>
                      </a:prstGeom>
                      <a:noFill/>
                      <a:ln>
                        <a:noFill/>
                      </a:ln>
                      <a:effec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80772F9E-1260-4964-B878-6B8B7DF57BCE}" type="slidenum">
              <a:rPr lang="en-US" altLang="zh-CN" sz="1400"/>
              <a:pPr eaLnBrk="1" hangingPunct="1">
                <a:spcBef>
                  <a:spcPct val="0"/>
                </a:spcBef>
                <a:buFontTx/>
                <a:buNone/>
              </a:pPr>
              <a:t>6</a:t>
            </a:fld>
            <a:endParaRPr lang="en-US" altLang="zh-CN" sz="1400"/>
          </a:p>
        </p:txBody>
      </p:sp>
      <p:sp>
        <p:nvSpPr>
          <p:cNvPr id="7171" name="Rectangle 3"/>
          <p:cNvSpPr>
            <a:spLocks noGrp="1" noChangeArrowheads="1"/>
          </p:cNvSpPr>
          <p:nvPr>
            <p:ph type="body" idx="1"/>
          </p:nvPr>
        </p:nvSpPr>
        <p:spPr>
          <a:xfrm>
            <a:off x="381000" y="1052736"/>
            <a:ext cx="8439472" cy="5327650"/>
          </a:xfrm>
        </p:spPr>
        <p:txBody>
          <a:bodyPr/>
          <a:lstStyle/>
          <a:p>
            <a:pPr eaLnBrk="1" hangingPunct="1"/>
            <a:r>
              <a:rPr lang="zh-CN" altLang="en-US" sz="3600" b="1" dirty="0">
                <a:solidFill>
                  <a:schemeClr val="bg1"/>
                </a:solidFill>
                <a:latin typeface="宋体" charset="-122"/>
              </a:rPr>
              <a:t>四则运算</a:t>
            </a:r>
            <a:endParaRPr lang="zh-CN" altLang="en-US" sz="3600" dirty="0">
              <a:solidFill>
                <a:schemeClr val="bg1"/>
              </a:solidFill>
            </a:endParaRPr>
          </a:p>
          <a:p>
            <a:pPr algn="just" eaLnBrk="1" hangingPunct="1">
              <a:buFontTx/>
              <a:buNone/>
            </a:pPr>
            <a:r>
              <a:rPr lang="zh-CN" altLang="en-US" b="1" dirty="0">
                <a:solidFill>
                  <a:schemeClr val="bg1"/>
                </a:solidFill>
              </a:rPr>
              <a:t>四则运算误差限的公式</a:t>
            </a:r>
            <a:r>
              <a:rPr lang="en-US" altLang="zh-CN" b="1" dirty="0">
                <a:solidFill>
                  <a:schemeClr val="bg1"/>
                </a:solidFill>
              </a:rPr>
              <a:t>:</a:t>
            </a:r>
            <a:endParaRPr lang="en-US" altLang="zh-CN" sz="3600" b="1" dirty="0">
              <a:solidFill>
                <a:schemeClr val="bg1"/>
              </a:solidFill>
            </a:endParaRPr>
          </a:p>
          <a:p>
            <a:pPr algn="just" eaLnBrk="1" hangingPunct="1">
              <a:buFontTx/>
              <a:buNone/>
            </a:pPr>
            <a:endParaRPr lang="en-US" altLang="zh-CN" sz="3600" b="1" dirty="0">
              <a:solidFill>
                <a:schemeClr val="bg1"/>
              </a:solidFill>
            </a:endParaRPr>
          </a:p>
          <a:p>
            <a:pPr algn="just" eaLnBrk="1" hangingPunct="1">
              <a:buFontTx/>
              <a:buNone/>
            </a:pPr>
            <a:endParaRPr lang="en-US" altLang="zh-CN" sz="3600" b="1" dirty="0">
              <a:solidFill>
                <a:schemeClr val="bg1"/>
              </a:solidFill>
            </a:endParaRPr>
          </a:p>
          <a:p>
            <a:pPr algn="just" eaLnBrk="1" hangingPunct="1">
              <a:buFontTx/>
              <a:buNone/>
            </a:pPr>
            <a:endParaRPr lang="en-US" altLang="zh-CN" sz="3600" b="1" dirty="0">
              <a:solidFill>
                <a:schemeClr val="bg1"/>
              </a:solidFill>
            </a:endParaRPr>
          </a:p>
        </p:txBody>
      </p:sp>
      <p:graphicFrame>
        <p:nvGraphicFramePr>
          <p:cNvPr id="7172" name="Object 4"/>
          <p:cNvGraphicFramePr>
            <a:graphicFrameLocks noChangeAspect="1"/>
          </p:cNvGraphicFramePr>
          <p:nvPr>
            <p:extLst>
              <p:ext uri="{D42A27DB-BD31-4B8C-83A1-F6EECF244321}">
                <p14:modId xmlns:p14="http://schemas.microsoft.com/office/powerpoint/2010/main" val="2764824454"/>
              </p:ext>
            </p:extLst>
          </p:nvPr>
        </p:nvGraphicFramePr>
        <p:xfrm>
          <a:off x="2555776" y="2636912"/>
          <a:ext cx="4419600" cy="533400"/>
        </p:xfrm>
        <a:graphic>
          <a:graphicData uri="http://schemas.openxmlformats.org/presentationml/2006/ole">
            <mc:AlternateContent xmlns:mc="http://schemas.openxmlformats.org/markup-compatibility/2006">
              <mc:Choice xmlns:v="urn:schemas-microsoft-com:vml" Requires="v">
                <p:oleObj name="Equation" r:id="rId2" imgW="1562100" imgH="228600" progId="Equation.DSMT4">
                  <p:embed/>
                </p:oleObj>
              </mc:Choice>
              <mc:Fallback>
                <p:oleObj name="Equation" r:id="rId2" imgW="15621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636912"/>
                        <a:ext cx="441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extLst>
              <p:ext uri="{D42A27DB-BD31-4B8C-83A1-F6EECF244321}">
                <p14:modId xmlns:p14="http://schemas.microsoft.com/office/powerpoint/2010/main" val="1647651079"/>
              </p:ext>
            </p:extLst>
          </p:nvPr>
        </p:nvGraphicFramePr>
        <p:xfrm>
          <a:off x="2267744" y="3645024"/>
          <a:ext cx="5486400" cy="685800"/>
        </p:xfrm>
        <a:graphic>
          <a:graphicData uri="http://schemas.openxmlformats.org/presentationml/2006/ole">
            <mc:AlternateContent xmlns:mc="http://schemas.openxmlformats.org/markup-compatibility/2006">
              <mc:Choice xmlns:v="urn:schemas-microsoft-com:vml" Requires="v">
                <p:oleObj name="Equation" r:id="rId4" imgW="1828800" imgH="279400" progId="Equation.DSMT4">
                  <p:embed/>
                </p:oleObj>
              </mc:Choice>
              <mc:Fallback>
                <p:oleObj name="Equation" r:id="rId4" imgW="1828800" imgH="2794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3645024"/>
                        <a:ext cx="5486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6"/>
          <p:cNvGraphicFramePr>
            <a:graphicFrameLocks noChangeAspect="1"/>
          </p:cNvGraphicFramePr>
          <p:nvPr>
            <p:extLst>
              <p:ext uri="{D42A27DB-BD31-4B8C-83A1-F6EECF244321}">
                <p14:modId xmlns:p14="http://schemas.microsoft.com/office/powerpoint/2010/main" val="3010573016"/>
              </p:ext>
            </p:extLst>
          </p:nvPr>
        </p:nvGraphicFramePr>
        <p:xfrm>
          <a:off x="2051720" y="4869160"/>
          <a:ext cx="6400800" cy="1295400"/>
        </p:xfrm>
        <a:graphic>
          <a:graphicData uri="http://schemas.openxmlformats.org/presentationml/2006/ole">
            <mc:AlternateContent xmlns:mc="http://schemas.openxmlformats.org/markup-compatibility/2006">
              <mc:Choice xmlns:v="urn:schemas-microsoft-com:vml" Requires="v">
                <p:oleObj name="Equation" r:id="rId6" imgW="2362200" imgH="571500" progId="Equation.DSMT4">
                  <p:embed/>
                </p:oleObj>
              </mc:Choice>
              <mc:Fallback>
                <p:oleObj name="Equation" r:id="rId6" imgW="2362200" imgH="5715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720" y="4869160"/>
                        <a:ext cx="64008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5" name="Rectangle 2"/>
          <p:cNvSpPr>
            <a:spLocks noGrp="1" noChangeArrowheads="1"/>
          </p:cNvSpPr>
          <p:nvPr>
            <p:ph type="title"/>
          </p:nvPr>
        </p:nvSpPr>
        <p:spPr>
          <a:xfrm>
            <a:off x="179512" y="116632"/>
            <a:ext cx="7772400" cy="685800"/>
          </a:xfrm>
        </p:spPr>
        <p:txBody>
          <a:bodyPr/>
          <a:lstStyle/>
          <a:p>
            <a:pPr algn="l" eaLnBrk="1" hangingPunct="1"/>
            <a:r>
              <a:rPr lang="en-US" altLang="zh-CN" sz="3600" b="1" dirty="0">
                <a:solidFill>
                  <a:schemeClr val="bg1"/>
                </a:solidFill>
              </a:rPr>
              <a:t>1. 3  </a:t>
            </a:r>
            <a:r>
              <a:rPr lang="zh-CN" altLang="en-US" sz="3600" b="1" dirty="0">
                <a:solidFill>
                  <a:schemeClr val="bg1"/>
                </a:solidFill>
              </a:rPr>
              <a:t>数值计算中的误差估计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9512" y="116632"/>
            <a:ext cx="8686800" cy="5486400"/>
          </a:xfrm>
        </p:spPr>
        <p:txBody>
          <a:bodyPr/>
          <a:lstStyle/>
          <a:p>
            <a:pPr eaLnBrk="1" hangingPunct="1"/>
            <a:r>
              <a:rPr lang="zh-CN" altLang="en-US" sz="3600" b="1" dirty="0">
                <a:solidFill>
                  <a:schemeClr val="bg1"/>
                </a:solidFill>
              </a:rPr>
              <a:t>一元函数</a:t>
            </a:r>
          </a:p>
          <a:p>
            <a:pPr eaLnBrk="1" hangingPunct="1">
              <a:buFontTx/>
              <a:buNone/>
            </a:pPr>
            <a:r>
              <a:rPr lang="zh-CN" altLang="en-US" b="1" dirty="0">
                <a:solidFill>
                  <a:schemeClr val="bg1"/>
                </a:solidFill>
              </a:rPr>
              <a:t>      设    是    的近似值。如果         可微，有</a:t>
            </a:r>
          </a:p>
          <a:p>
            <a:pPr eaLnBrk="1" hangingPunct="1">
              <a:buFontTx/>
              <a:buNone/>
            </a:pPr>
            <a:endParaRPr lang="zh-CN" altLang="en-US" b="1" dirty="0">
              <a:solidFill>
                <a:schemeClr val="bg1"/>
              </a:solidFill>
            </a:endParaRPr>
          </a:p>
          <a:p>
            <a:pPr eaLnBrk="1" hangingPunct="1">
              <a:buFontTx/>
              <a:buNone/>
            </a:pPr>
            <a:endParaRPr lang="zh-CN" altLang="en-US" b="1" dirty="0">
              <a:solidFill>
                <a:schemeClr val="bg1"/>
              </a:solidFill>
            </a:endParaRPr>
          </a:p>
          <a:p>
            <a:pPr eaLnBrk="1" hangingPunct="1">
              <a:buFontTx/>
              <a:buNone/>
            </a:pPr>
            <a:r>
              <a:rPr lang="zh-CN" altLang="en-US" b="1" dirty="0">
                <a:solidFill>
                  <a:schemeClr val="bg1"/>
                </a:solidFill>
              </a:rPr>
              <a:t>       介于     与      之间，取绝对值得</a:t>
            </a:r>
          </a:p>
          <a:p>
            <a:pPr eaLnBrk="1" hangingPunct="1">
              <a:buFontTx/>
              <a:buNone/>
            </a:pPr>
            <a:endParaRPr lang="zh-CN" altLang="en-US" dirty="0">
              <a:solidFill>
                <a:schemeClr val="bg1"/>
              </a:solidFill>
            </a:endParaRPr>
          </a:p>
          <a:p>
            <a:pPr eaLnBrk="1" hangingPunct="1"/>
            <a:endParaRPr lang="en-US" altLang="zh-CN" dirty="0">
              <a:solidFill>
                <a:schemeClr val="bg1"/>
              </a:solidFill>
            </a:endParaRPr>
          </a:p>
        </p:txBody>
      </p:sp>
      <p:graphicFrame>
        <p:nvGraphicFramePr>
          <p:cNvPr id="8196" name="Object 4"/>
          <p:cNvGraphicFramePr>
            <a:graphicFrameLocks noChangeAspect="1"/>
          </p:cNvGraphicFramePr>
          <p:nvPr>
            <p:extLst>
              <p:ext uri="{D42A27DB-BD31-4B8C-83A1-F6EECF244321}">
                <p14:modId xmlns:p14="http://schemas.microsoft.com/office/powerpoint/2010/main" val="3507449295"/>
              </p:ext>
            </p:extLst>
          </p:nvPr>
        </p:nvGraphicFramePr>
        <p:xfrm>
          <a:off x="1259632" y="764704"/>
          <a:ext cx="449263" cy="554037"/>
        </p:xfrm>
        <a:graphic>
          <a:graphicData uri="http://schemas.openxmlformats.org/presentationml/2006/ole">
            <mc:AlternateContent xmlns:mc="http://schemas.openxmlformats.org/markup-compatibility/2006">
              <mc:Choice xmlns:v="urn:schemas-microsoft-com:vml" Requires="v">
                <p:oleObj name="Equation" r:id="rId2" imgW="164957" imgH="203024" progId="Equation.DSMT4">
                  <p:embed/>
                </p:oleObj>
              </mc:Choice>
              <mc:Fallback>
                <p:oleObj name="Equation" r:id="rId2" imgW="164957" imgH="203024"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764704"/>
                        <a:ext cx="449263"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3360985271"/>
              </p:ext>
            </p:extLst>
          </p:nvPr>
        </p:nvGraphicFramePr>
        <p:xfrm>
          <a:off x="2123728" y="908720"/>
          <a:ext cx="346075" cy="381000"/>
        </p:xfrm>
        <a:graphic>
          <a:graphicData uri="http://schemas.openxmlformats.org/presentationml/2006/ole">
            <mc:AlternateContent xmlns:mc="http://schemas.openxmlformats.org/markup-compatibility/2006">
              <mc:Choice xmlns:v="urn:schemas-microsoft-com:vml" Requires="v">
                <p:oleObj name="Equation" r:id="rId4" imgW="126835" imgH="139518" progId="Equation.DSMT4">
                  <p:embed/>
                </p:oleObj>
              </mc:Choice>
              <mc:Fallback>
                <p:oleObj name="Equation" r:id="rId4" imgW="126835" imgH="139518"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3728" y="908720"/>
                        <a:ext cx="34607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8" name="Object 6"/>
          <p:cNvGraphicFramePr>
            <a:graphicFrameLocks noChangeAspect="1"/>
          </p:cNvGraphicFramePr>
          <p:nvPr>
            <p:extLst>
              <p:ext uri="{D42A27DB-BD31-4B8C-83A1-F6EECF244321}">
                <p14:modId xmlns:p14="http://schemas.microsoft.com/office/powerpoint/2010/main" val="2112793724"/>
              </p:ext>
            </p:extLst>
          </p:nvPr>
        </p:nvGraphicFramePr>
        <p:xfrm>
          <a:off x="5436096" y="836712"/>
          <a:ext cx="762000" cy="508000"/>
        </p:xfrm>
        <a:graphic>
          <a:graphicData uri="http://schemas.openxmlformats.org/presentationml/2006/ole">
            <mc:AlternateContent xmlns:mc="http://schemas.openxmlformats.org/markup-compatibility/2006">
              <mc:Choice xmlns:v="urn:schemas-microsoft-com:vml" Requires="v">
                <p:oleObj name="Equation" r:id="rId6" imgW="342751" imgH="203112" progId="Equation.DSMT4">
                  <p:embed/>
                </p:oleObj>
              </mc:Choice>
              <mc:Fallback>
                <p:oleObj name="Equation" r:id="rId6" imgW="342751" imgH="203112"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6096" y="836712"/>
                        <a:ext cx="7620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9" name="Object 7"/>
          <p:cNvGraphicFramePr>
            <a:graphicFrameLocks noChangeAspect="1"/>
          </p:cNvGraphicFramePr>
          <p:nvPr>
            <p:extLst>
              <p:ext uri="{D42A27DB-BD31-4B8C-83A1-F6EECF244321}">
                <p14:modId xmlns:p14="http://schemas.microsoft.com/office/powerpoint/2010/main" val="1570981942"/>
              </p:ext>
            </p:extLst>
          </p:nvPr>
        </p:nvGraphicFramePr>
        <p:xfrm>
          <a:off x="1043608" y="1412776"/>
          <a:ext cx="6629400" cy="990600"/>
        </p:xfrm>
        <a:graphic>
          <a:graphicData uri="http://schemas.openxmlformats.org/presentationml/2006/ole">
            <mc:AlternateContent xmlns:mc="http://schemas.openxmlformats.org/markup-compatibility/2006">
              <mc:Choice xmlns:v="urn:schemas-microsoft-com:vml" Requires="v">
                <p:oleObj name="Equation" r:id="rId8" imgW="2832100" imgH="419100" progId="Equation.DSMT4">
                  <p:embed/>
                </p:oleObj>
              </mc:Choice>
              <mc:Fallback>
                <p:oleObj name="Equation" r:id="rId8" imgW="2832100" imgH="4191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608" y="1412776"/>
                        <a:ext cx="66294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0" name="Object 8"/>
          <p:cNvGraphicFramePr>
            <a:graphicFrameLocks noChangeAspect="1"/>
          </p:cNvGraphicFramePr>
          <p:nvPr>
            <p:extLst>
              <p:ext uri="{D42A27DB-BD31-4B8C-83A1-F6EECF244321}">
                <p14:modId xmlns:p14="http://schemas.microsoft.com/office/powerpoint/2010/main" val="1657505496"/>
              </p:ext>
            </p:extLst>
          </p:nvPr>
        </p:nvGraphicFramePr>
        <p:xfrm>
          <a:off x="611560" y="2636912"/>
          <a:ext cx="285750" cy="457200"/>
        </p:xfrm>
        <a:graphic>
          <a:graphicData uri="http://schemas.openxmlformats.org/presentationml/2006/ole">
            <mc:AlternateContent xmlns:mc="http://schemas.openxmlformats.org/markup-compatibility/2006">
              <mc:Choice xmlns:v="urn:schemas-microsoft-com:vml" Requires="v">
                <p:oleObj name="Equation" r:id="rId10" imgW="126835" imgH="202936" progId="Equation.DSMT4">
                  <p:embed/>
                </p:oleObj>
              </mc:Choice>
              <mc:Fallback>
                <p:oleObj name="Equation" r:id="rId10" imgW="126835" imgH="202936"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560" y="2636912"/>
                        <a:ext cx="285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1" name="Object 9"/>
          <p:cNvGraphicFramePr>
            <a:graphicFrameLocks noChangeAspect="1"/>
          </p:cNvGraphicFramePr>
          <p:nvPr>
            <p:extLst>
              <p:ext uri="{D42A27DB-BD31-4B8C-83A1-F6EECF244321}">
                <p14:modId xmlns:p14="http://schemas.microsoft.com/office/powerpoint/2010/main" val="1814984432"/>
              </p:ext>
            </p:extLst>
          </p:nvPr>
        </p:nvGraphicFramePr>
        <p:xfrm>
          <a:off x="1873375" y="2602657"/>
          <a:ext cx="346075" cy="381000"/>
        </p:xfrm>
        <a:graphic>
          <a:graphicData uri="http://schemas.openxmlformats.org/presentationml/2006/ole">
            <mc:AlternateContent xmlns:mc="http://schemas.openxmlformats.org/markup-compatibility/2006">
              <mc:Choice xmlns:v="urn:schemas-microsoft-com:vml" Requires="v">
                <p:oleObj name="Equation" r:id="rId12" imgW="126835" imgH="139518" progId="Equation.DSMT4">
                  <p:embed/>
                </p:oleObj>
              </mc:Choice>
              <mc:Fallback>
                <p:oleObj name="Equation" r:id="rId12" imgW="126835" imgH="139518"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375" y="2602657"/>
                        <a:ext cx="34607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2" name="Object 10"/>
          <p:cNvGraphicFramePr>
            <a:graphicFrameLocks noChangeAspect="1"/>
          </p:cNvGraphicFramePr>
          <p:nvPr>
            <p:extLst>
              <p:ext uri="{D42A27DB-BD31-4B8C-83A1-F6EECF244321}">
                <p14:modId xmlns:p14="http://schemas.microsoft.com/office/powerpoint/2010/main" val="942314462"/>
              </p:ext>
            </p:extLst>
          </p:nvPr>
        </p:nvGraphicFramePr>
        <p:xfrm>
          <a:off x="2794125" y="2407395"/>
          <a:ext cx="449262" cy="554037"/>
        </p:xfrm>
        <a:graphic>
          <a:graphicData uri="http://schemas.openxmlformats.org/presentationml/2006/ole">
            <mc:AlternateContent xmlns:mc="http://schemas.openxmlformats.org/markup-compatibility/2006">
              <mc:Choice xmlns:v="urn:schemas-microsoft-com:vml" Requires="v">
                <p:oleObj name="Equation" r:id="rId13" imgW="164957" imgH="203024" progId="Equation.DSMT4">
                  <p:embed/>
                </p:oleObj>
              </mc:Choice>
              <mc:Fallback>
                <p:oleObj name="Equation" r:id="rId13" imgW="164957" imgH="203024" progId="Equation.DSMT4">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125" y="2407395"/>
                        <a:ext cx="449262"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3" name="Object 11"/>
          <p:cNvGraphicFramePr>
            <a:graphicFrameLocks noChangeAspect="1"/>
          </p:cNvGraphicFramePr>
          <p:nvPr>
            <p:extLst>
              <p:ext uri="{D42A27DB-BD31-4B8C-83A1-F6EECF244321}">
                <p14:modId xmlns:p14="http://schemas.microsoft.com/office/powerpoint/2010/main" val="1846366732"/>
              </p:ext>
            </p:extLst>
          </p:nvPr>
        </p:nvGraphicFramePr>
        <p:xfrm>
          <a:off x="1187624" y="3284984"/>
          <a:ext cx="6629400" cy="1066800"/>
        </p:xfrm>
        <a:graphic>
          <a:graphicData uri="http://schemas.openxmlformats.org/presentationml/2006/ole">
            <mc:AlternateContent xmlns:mc="http://schemas.openxmlformats.org/markup-compatibility/2006">
              <mc:Choice xmlns:v="urn:schemas-microsoft-com:vml" Requires="v">
                <p:oleObj name="Equation" r:id="rId14" imgW="2743200" imgH="457200" progId="Equation.DSMT4">
                  <p:embed/>
                </p:oleObj>
              </mc:Choice>
              <mc:Fallback>
                <p:oleObj name="Equation" r:id="rId14" imgW="2743200" imgH="457200"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87624" y="3284984"/>
                        <a:ext cx="66294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5" name="TextBox 4"/>
              <p:cNvSpPr txBox="1"/>
              <p:nvPr/>
            </p:nvSpPr>
            <p:spPr>
              <a:xfrm>
                <a:off x="1619672" y="4797152"/>
                <a:ext cx="5225790"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3600" i="1" smtClean="0">
                          <a:solidFill>
                            <a:schemeClr val="bg1"/>
                          </a:solidFill>
                          <a:latin typeface="Cambria Math"/>
                        </a:rPr>
                        <m:t>𝜀</m:t>
                      </m:r>
                      <m:r>
                        <a:rPr lang="en-US" altLang="zh-CN" sz="3600" b="0" i="1" smtClean="0">
                          <a:solidFill>
                            <a:schemeClr val="bg1"/>
                          </a:solidFill>
                          <a:latin typeface="Cambria Math"/>
                        </a:rPr>
                        <m:t>(</m:t>
                      </m:r>
                      <m:r>
                        <a:rPr lang="en-US" altLang="zh-CN" sz="3600" b="0" i="1" smtClean="0">
                          <a:solidFill>
                            <a:schemeClr val="bg1"/>
                          </a:solidFill>
                          <a:latin typeface="Cambria Math"/>
                        </a:rPr>
                        <m:t>𝑓</m:t>
                      </m:r>
                      <m:d>
                        <m:dPr>
                          <m:ctrlPr>
                            <a:rPr lang="en-US" altLang="zh-CN" sz="3600" b="0" i="1" smtClean="0">
                              <a:solidFill>
                                <a:schemeClr val="bg1"/>
                              </a:solidFill>
                              <a:latin typeface="Cambria Math" panose="02040503050406030204" pitchFamily="18" charset="0"/>
                            </a:rPr>
                          </m:ctrlPr>
                        </m:dPr>
                        <m:e>
                          <m:sSup>
                            <m:sSupPr>
                              <m:ctrlPr>
                                <a:rPr lang="en-US" altLang="zh-CN" sz="3600" b="0" i="1" smtClean="0">
                                  <a:solidFill>
                                    <a:schemeClr val="bg1"/>
                                  </a:solidFill>
                                  <a:latin typeface="Cambria Math" panose="02040503050406030204" pitchFamily="18" charset="0"/>
                                </a:rPr>
                              </m:ctrlPr>
                            </m:sSupPr>
                            <m:e>
                              <m:r>
                                <a:rPr lang="en-US" altLang="zh-CN" sz="3600" b="0" i="1" smtClean="0">
                                  <a:solidFill>
                                    <a:schemeClr val="bg1"/>
                                  </a:solidFill>
                                  <a:latin typeface="Cambria Math"/>
                                </a:rPr>
                                <m:t>𝑥</m:t>
                              </m:r>
                            </m:e>
                            <m:sup>
                              <m:r>
                                <a:rPr lang="zh-CN" altLang="en-US" sz="3600" b="0" i="1" smtClean="0">
                                  <a:solidFill>
                                    <a:schemeClr val="bg1"/>
                                  </a:solidFill>
                                  <a:latin typeface="Cambria Math"/>
                                </a:rPr>
                                <m:t>∗</m:t>
                              </m:r>
                            </m:sup>
                          </m:sSup>
                        </m:e>
                      </m:d>
                      <m:r>
                        <a:rPr lang="en-US" altLang="zh-CN" sz="3600" b="0" i="1" smtClean="0">
                          <a:solidFill>
                            <a:schemeClr val="bg1"/>
                          </a:solidFill>
                          <a:latin typeface="Cambria Math"/>
                        </a:rPr>
                        <m:t>)</m:t>
                      </m:r>
                      <m:r>
                        <a:rPr lang="en-US" altLang="zh-CN" sz="3600" i="1" smtClean="0">
                          <a:solidFill>
                            <a:schemeClr val="bg1"/>
                          </a:solidFill>
                          <a:latin typeface="Cambria Math"/>
                        </a:rPr>
                        <m:t>=</m:t>
                      </m:r>
                      <m:d>
                        <m:dPr>
                          <m:begChr m:val="|"/>
                          <m:endChr m:val="|"/>
                          <m:ctrlPr>
                            <a:rPr lang="en-US" altLang="zh-CN" sz="3600" i="1" smtClean="0">
                              <a:solidFill>
                                <a:schemeClr val="bg1"/>
                              </a:solidFill>
                              <a:latin typeface="Cambria Math" panose="02040503050406030204" pitchFamily="18" charset="0"/>
                            </a:rPr>
                          </m:ctrlPr>
                        </m:dPr>
                        <m:e>
                          <m:sSup>
                            <m:sSupPr>
                              <m:ctrlPr>
                                <a:rPr lang="en-US" altLang="zh-CN" sz="3600" i="1" smtClean="0">
                                  <a:solidFill>
                                    <a:schemeClr val="bg1"/>
                                  </a:solidFill>
                                  <a:latin typeface="Cambria Math" panose="02040503050406030204" pitchFamily="18" charset="0"/>
                                </a:rPr>
                              </m:ctrlPr>
                            </m:sSupPr>
                            <m:e>
                              <m:r>
                                <a:rPr lang="en-US" altLang="zh-CN" sz="3600" b="0" i="1" smtClean="0">
                                  <a:solidFill>
                                    <a:schemeClr val="bg1"/>
                                  </a:solidFill>
                                  <a:latin typeface="Cambria Math"/>
                                </a:rPr>
                                <m:t>𝑓</m:t>
                              </m:r>
                            </m:e>
                            <m:sup>
                              <m:r>
                                <a:rPr lang="en-US" altLang="zh-CN" sz="3600" b="0" i="1" smtClean="0">
                                  <a:solidFill>
                                    <a:schemeClr val="bg1"/>
                                  </a:solidFill>
                                  <a:latin typeface="Cambria Math"/>
                                </a:rPr>
                                <m:t>′</m:t>
                              </m:r>
                            </m:sup>
                          </m:sSup>
                          <m:d>
                            <m:dPr>
                              <m:ctrlPr>
                                <a:rPr lang="en-US" altLang="zh-CN" sz="3600" b="0" i="1" smtClean="0">
                                  <a:solidFill>
                                    <a:schemeClr val="bg1"/>
                                  </a:solidFill>
                                  <a:latin typeface="Cambria Math" panose="02040503050406030204" pitchFamily="18" charset="0"/>
                                </a:rPr>
                              </m:ctrlPr>
                            </m:dPr>
                            <m:e>
                              <m:sSup>
                                <m:sSupPr>
                                  <m:ctrlPr>
                                    <a:rPr lang="en-US" altLang="zh-CN" sz="3600" b="0" i="1" smtClean="0">
                                      <a:solidFill>
                                        <a:schemeClr val="bg1"/>
                                      </a:solidFill>
                                      <a:latin typeface="Cambria Math" panose="02040503050406030204" pitchFamily="18" charset="0"/>
                                    </a:rPr>
                                  </m:ctrlPr>
                                </m:sSupPr>
                                <m:e>
                                  <m:r>
                                    <a:rPr lang="en-US" altLang="zh-CN" sz="3600" b="0" i="1" smtClean="0">
                                      <a:solidFill>
                                        <a:schemeClr val="bg1"/>
                                      </a:solidFill>
                                      <a:latin typeface="Cambria Math"/>
                                    </a:rPr>
                                    <m:t>𝑥</m:t>
                                  </m:r>
                                </m:e>
                                <m:sup>
                                  <m:r>
                                    <a:rPr lang="zh-CN" altLang="en-US" sz="3600" b="0" i="1" smtClean="0">
                                      <a:solidFill>
                                        <a:schemeClr val="bg1"/>
                                      </a:solidFill>
                                      <a:latin typeface="Cambria Math"/>
                                    </a:rPr>
                                    <m:t>∗</m:t>
                                  </m:r>
                                </m:sup>
                              </m:sSup>
                            </m:e>
                          </m:d>
                        </m:e>
                      </m:d>
                      <m:r>
                        <a:rPr lang="zh-CN" altLang="en-US" sz="3600" i="1" smtClean="0">
                          <a:solidFill>
                            <a:schemeClr val="bg1"/>
                          </a:solidFill>
                          <a:latin typeface="Cambria Math"/>
                        </a:rPr>
                        <m:t>𝜀</m:t>
                      </m:r>
                      <m:r>
                        <a:rPr lang="en-US" altLang="zh-CN" sz="3600" b="0" i="1" smtClean="0">
                          <a:solidFill>
                            <a:schemeClr val="bg1"/>
                          </a:solidFill>
                          <a:latin typeface="Cambria Math"/>
                        </a:rPr>
                        <m:t>(</m:t>
                      </m:r>
                      <m:sSup>
                        <m:sSupPr>
                          <m:ctrlPr>
                            <a:rPr lang="en-US" altLang="zh-CN" sz="3600" b="0" i="1" smtClean="0">
                              <a:solidFill>
                                <a:schemeClr val="bg1"/>
                              </a:solidFill>
                              <a:latin typeface="Cambria Math" panose="02040503050406030204" pitchFamily="18" charset="0"/>
                            </a:rPr>
                          </m:ctrlPr>
                        </m:sSupPr>
                        <m:e>
                          <m:r>
                            <a:rPr lang="en-US" altLang="zh-CN" sz="3600" b="0" i="1" smtClean="0">
                              <a:solidFill>
                                <a:schemeClr val="bg1"/>
                              </a:solidFill>
                              <a:latin typeface="Cambria Math"/>
                            </a:rPr>
                            <m:t>𝑥</m:t>
                          </m:r>
                        </m:e>
                        <m:sup>
                          <m:r>
                            <a:rPr lang="zh-CN" altLang="en-US" sz="3600" b="0" i="1" smtClean="0">
                              <a:solidFill>
                                <a:schemeClr val="bg1"/>
                              </a:solidFill>
                              <a:latin typeface="Cambria Math"/>
                            </a:rPr>
                            <m:t>∗</m:t>
                          </m:r>
                        </m:sup>
                      </m:sSup>
                      <m:r>
                        <a:rPr lang="en-US" altLang="zh-CN" sz="3600" b="0" i="1" smtClean="0">
                          <a:solidFill>
                            <a:schemeClr val="bg1"/>
                          </a:solidFill>
                          <a:latin typeface="Cambria Math"/>
                        </a:rPr>
                        <m:t>)</m:t>
                      </m:r>
                    </m:oMath>
                  </m:oMathPara>
                </a14:m>
                <a:endParaRPr lang="zh-CN" altLang="en-US" sz="36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619672" y="4797152"/>
                <a:ext cx="5225790" cy="646331"/>
              </a:xfrm>
              <a:prstGeom prst="rect">
                <a:avLst/>
              </a:prstGeom>
              <a:blipFill rotWithShape="1">
                <a:blip r:embed="rId17"/>
                <a:stretch>
                  <a:fillRect/>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A67334D1-3B22-4C05-9284-07B40F631823}" type="slidenum">
              <a:rPr lang="en-US" altLang="zh-CN" sz="1400"/>
              <a:pPr eaLnBrk="1" hangingPunct="1">
                <a:spcBef>
                  <a:spcPct val="0"/>
                </a:spcBef>
                <a:buFontTx/>
                <a:buNone/>
              </a:pPr>
              <a:t>8</a:t>
            </a:fld>
            <a:endParaRPr lang="en-US" altLang="zh-CN" sz="1400"/>
          </a:p>
        </p:txBody>
      </p:sp>
      <p:sp>
        <p:nvSpPr>
          <p:cNvPr id="9219" name="Rectangle 3"/>
          <p:cNvSpPr>
            <a:spLocks noGrp="1" noChangeArrowheads="1"/>
          </p:cNvSpPr>
          <p:nvPr>
            <p:ph type="body" idx="1"/>
          </p:nvPr>
        </p:nvSpPr>
        <p:spPr>
          <a:xfrm>
            <a:off x="228600" y="304800"/>
            <a:ext cx="8610600" cy="4924400"/>
          </a:xfrm>
        </p:spPr>
        <p:txBody>
          <a:bodyPr/>
          <a:lstStyle/>
          <a:p>
            <a:pPr eaLnBrk="1" hangingPunct="1"/>
            <a:r>
              <a:rPr lang="zh-CN" altLang="en-US" sz="3600" b="1" dirty="0">
                <a:solidFill>
                  <a:schemeClr val="bg1"/>
                </a:solidFill>
                <a:latin typeface="宋体" charset="-122"/>
              </a:rPr>
              <a:t>多元函数</a:t>
            </a:r>
            <a:endParaRPr lang="zh-CN" altLang="en-US" sz="3600" dirty="0">
              <a:solidFill>
                <a:schemeClr val="bg1"/>
              </a:solidFill>
            </a:endParaRPr>
          </a:p>
          <a:p>
            <a:pPr eaLnBrk="1" hangingPunct="1"/>
            <a:endParaRPr lang="zh-CN" altLang="en-US" dirty="0">
              <a:solidFill>
                <a:schemeClr val="bg1"/>
              </a:solidFill>
            </a:endParaRPr>
          </a:p>
          <a:p>
            <a:pPr algn="just" eaLnBrk="1" hangingPunct="1">
              <a:buFontTx/>
              <a:buNone/>
            </a:pPr>
            <a:r>
              <a:rPr lang="zh-CN" altLang="en-US" b="1" dirty="0">
                <a:solidFill>
                  <a:schemeClr val="bg1"/>
                </a:solidFill>
              </a:rPr>
              <a:t>若                       分别是                       的近似值</a:t>
            </a:r>
            <a:r>
              <a:rPr lang="en-US" altLang="zh-CN" b="1" dirty="0">
                <a:solidFill>
                  <a:schemeClr val="bg1"/>
                </a:solidFill>
              </a:rPr>
              <a:t>,</a:t>
            </a:r>
          </a:p>
          <a:p>
            <a:pPr algn="just" eaLnBrk="1" hangingPunct="1">
              <a:buFontTx/>
              <a:buNone/>
            </a:pPr>
            <a:endParaRPr lang="en-US" altLang="zh-CN" b="1" dirty="0">
              <a:solidFill>
                <a:schemeClr val="bg1"/>
              </a:solidFill>
            </a:endParaRPr>
          </a:p>
          <a:p>
            <a:pPr algn="just" eaLnBrk="1" hangingPunct="1">
              <a:buFontTx/>
              <a:buNone/>
            </a:pPr>
            <a:r>
              <a:rPr lang="zh-CN" altLang="en-US" b="1" dirty="0">
                <a:solidFill>
                  <a:schemeClr val="bg1"/>
                </a:solidFill>
              </a:rPr>
              <a:t>则</a:t>
            </a:r>
          </a:p>
          <a:p>
            <a:pPr algn="just" eaLnBrk="1" hangingPunct="1">
              <a:buFontTx/>
              <a:buNone/>
            </a:pPr>
            <a:endParaRPr lang="zh-CN" altLang="en-US" b="1" dirty="0">
              <a:solidFill>
                <a:schemeClr val="bg1"/>
              </a:solidFill>
            </a:endParaRPr>
          </a:p>
          <a:p>
            <a:pPr algn="just" eaLnBrk="1" hangingPunct="1">
              <a:buFontTx/>
              <a:buNone/>
            </a:pPr>
            <a:endParaRPr lang="zh-CN" altLang="en-US" dirty="0">
              <a:solidFill>
                <a:schemeClr val="bg1"/>
              </a:solidFill>
            </a:endParaRPr>
          </a:p>
          <a:p>
            <a:pPr eaLnBrk="1" hangingPunct="1">
              <a:buFontTx/>
              <a:buNone/>
            </a:pPr>
            <a:endParaRPr lang="en-US" altLang="zh-CN" dirty="0">
              <a:solidFill>
                <a:schemeClr val="bg1"/>
              </a:solidFill>
            </a:endParaRPr>
          </a:p>
        </p:txBody>
      </p:sp>
      <p:graphicFrame>
        <p:nvGraphicFramePr>
          <p:cNvPr id="9220" name="Object 4"/>
          <p:cNvGraphicFramePr>
            <a:graphicFrameLocks noChangeAspect="1"/>
          </p:cNvGraphicFramePr>
          <p:nvPr>
            <p:extLst>
              <p:ext uri="{D42A27DB-BD31-4B8C-83A1-F6EECF244321}">
                <p14:modId xmlns:p14="http://schemas.microsoft.com/office/powerpoint/2010/main" val="995787898"/>
              </p:ext>
            </p:extLst>
          </p:nvPr>
        </p:nvGraphicFramePr>
        <p:xfrm>
          <a:off x="2627784" y="260648"/>
          <a:ext cx="2806438" cy="677416"/>
        </p:xfrm>
        <a:graphic>
          <a:graphicData uri="http://schemas.openxmlformats.org/presentationml/2006/ole">
            <mc:AlternateContent xmlns:mc="http://schemas.openxmlformats.org/markup-compatibility/2006">
              <mc:Choice xmlns:v="urn:schemas-microsoft-com:vml" Requires="v">
                <p:oleObj name="Equation" r:id="rId2" imgW="965200" imgH="228600" progId="Equation.DSMT4">
                  <p:embed/>
                </p:oleObj>
              </mc:Choice>
              <mc:Fallback>
                <p:oleObj name="Equation" r:id="rId2" imgW="9652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60648"/>
                        <a:ext cx="2806438" cy="677416"/>
                      </a:xfrm>
                      <a:prstGeom prst="rect">
                        <a:avLst/>
                      </a:prstGeom>
                      <a:noFill/>
                      <a:ln>
                        <a:noFill/>
                      </a:ln>
                      <a:effectLst/>
                    </p:spPr>
                  </p:pic>
                </p:oleObj>
              </mc:Fallback>
            </mc:AlternateContent>
          </a:graphicData>
        </a:graphic>
      </p:graphicFrame>
      <p:graphicFrame>
        <p:nvGraphicFramePr>
          <p:cNvPr id="9221" name="Object 5"/>
          <p:cNvGraphicFramePr>
            <a:graphicFrameLocks noChangeAspect="1"/>
          </p:cNvGraphicFramePr>
          <p:nvPr>
            <p:extLst>
              <p:ext uri="{D42A27DB-BD31-4B8C-83A1-F6EECF244321}">
                <p14:modId xmlns:p14="http://schemas.microsoft.com/office/powerpoint/2010/main" val="2517725645"/>
              </p:ext>
            </p:extLst>
          </p:nvPr>
        </p:nvGraphicFramePr>
        <p:xfrm>
          <a:off x="827584" y="1556792"/>
          <a:ext cx="2057400" cy="609600"/>
        </p:xfrm>
        <a:graphic>
          <a:graphicData uri="http://schemas.openxmlformats.org/presentationml/2006/ole">
            <mc:AlternateContent xmlns:mc="http://schemas.openxmlformats.org/markup-compatibility/2006">
              <mc:Choice xmlns:v="urn:schemas-microsoft-com:vml" Requires="v">
                <p:oleObj name="Equation" r:id="rId4" imgW="748975" imgH="241195" progId="Equation.DSMT4">
                  <p:embed/>
                </p:oleObj>
              </mc:Choice>
              <mc:Fallback>
                <p:oleObj name="Equation" r:id="rId4" imgW="748975" imgH="241195"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556792"/>
                        <a:ext cx="2057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2" name="Object 6"/>
          <p:cNvGraphicFramePr>
            <a:graphicFrameLocks noChangeAspect="1"/>
          </p:cNvGraphicFramePr>
          <p:nvPr>
            <p:extLst>
              <p:ext uri="{D42A27DB-BD31-4B8C-83A1-F6EECF244321}">
                <p14:modId xmlns:p14="http://schemas.microsoft.com/office/powerpoint/2010/main" val="1895801220"/>
              </p:ext>
            </p:extLst>
          </p:nvPr>
        </p:nvGraphicFramePr>
        <p:xfrm>
          <a:off x="4572000" y="1556792"/>
          <a:ext cx="2057400" cy="533400"/>
        </p:xfrm>
        <a:graphic>
          <a:graphicData uri="http://schemas.openxmlformats.org/presentationml/2006/ole">
            <mc:AlternateContent xmlns:mc="http://schemas.openxmlformats.org/markup-compatibility/2006">
              <mc:Choice xmlns:v="urn:schemas-microsoft-com:vml" Requires="v">
                <p:oleObj name="Equation" r:id="rId6" imgW="736600" imgH="228600" progId="Equation.DSMT4">
                  <p:embed/>
                </p:oleObj>
              </mc:Choice>
              <mc:Fallback>
                <p:oleObj name="Equation" r:id="rId6" imgW="736600" imgH="2286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556792"/>
                        <a:ext cx="20574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3" name="Object 7"/>
          <p:cNvGraphicFramePr>
            <a:graphicFrameLocks noChangeAspect="1"/>
          </p:cNvGraphicFramePr>
          <p:nvPr/>
        </p:nvGraphicFramePr>
        <p:xfrm>
          <a:off x="1219200" y="2667000"/>
          <a:ext cx="7162800" cy="609600"/>
        </p:xfrm>
        <a:graphic>
          <a:graphicData uri="http://schemas.openxmlformats.org/presentationml/2006/ole">
            <mc:AlternateContent xmlns:mc="http://schemas.openxmlformats.org/markup-compatibility/2006">
              <mc:Choice xmlns:v="urn:schemas-microsoft-com:vml" Requires="v">
                <p:oleObj name="Equation" r:id="rId8" imgW="3111500" imgH="241300" progId="Equation.DSMT4">
                  <p:embed/>
                </p:oleObj>
              </mc:Choice>
              <mc:Fallback>
                <p:oleObj name="Equation" r:id="rId8" imgW="3111500" imgH="2413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0" y="2667000"/>
                        <a:ext cx="7162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8"/>
          <p:cNvGraphicFramePr>
            <a:graphicFrameLocks noChangeAspect="1"/>
          </p:cNvGraphicFramePr>
          <p:nvPr>
            <p:extLst>
              <p:ext uri="{D42A27DB-BD31-4B8C-83A1-F6EECF244321}">
                <p14:modId xmlns:p14="http://schemas.microsoft.com/office/powerpoint/2010/main" val="2952742050"/>
              </p:ext>
            </p:extLst>
          </p:nvPr>
        </p:nvGraphicFramePr>
        <p:xfrm>
          <a:off x="1485738" y="3501008"/>
          <a:ext cx="6019800" cy="1143000"/>
        </p:xfrm>
        <a:graphic>
          <a:graphicData uri="http://schemas.openxmlformats.org/presentationml/2006/ole">
            <mc:AlternateContent xmlns:mc="http://schemas.openxmlformats.org/markup-compatibility/2006">
              <mc:Choice xmlns:v="urn:schemas-microsoft-com:vml" Requires="v">
                <p:oleObj name="Equation" r:id="rId10" imgW="1905000" imgH="457200" progId="Equation.DSMT4">
                  <p:embed/>
                </p:oleObj>
              </mc:Choice>
              <mc:Fallback>
                <p:oleObj name="Equation" r:id="rId10" imgW="1905000" imgH="4572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85738" y="3501008"/>
                        <a:ext cx="60198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TextBox 1"/>
              <p:cNvSpPr txBox="1"/>
              <p:nvPr/>
            </p:nvSpPr>
            <p:spPr>
              <a:xfrm>
                <a:off x="763229" y="5085184"/>
                <a:ext cx="7480125" cy="12685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800" i="1">
                          <a:solidFill>
                            <a:schemeClr val="bg1"/>
                          </a:solidFill>
                          <a:latin typeface="Cambria Math"/>
                        </a:rPr>
                        <m:t>𝜀</m:t>
                      </m:r>
                      <m:r>
                        <a:rPr lang="en-US" altLang="zh-CN" sz="2800" b="0" i="1" smtClean="0">
                          <a:solidFill>
                            <a:schemeClr val="bg1"/>
                          </a:solidFill>
                          <a:latin typeface="Cambria Math"/>
                        </a:rPr>
                        <m:t>(</m:t>
                      </m:r>
                      <m:r>
                        <a:rPr lang="en-US" altLang="zh-CN" sz="2800" b="0" i="1" smtClean="0">
                          <a:solidFill>
                            <a:schemeClr val="bg1"/>
                          </a:solidFill>
                          <a:latin typeface="Cambria Math"/>
                        </a:rPr>
                        <m:t>𝑓</m:t>
                      </m:r>
                      <m:d>
                        <m:dPr>
                          <m:ctrlPr>
                            <a:rPr lang="en-US" altLang="zh-CN" sz="2800" b="0" i="1" smtClean="0">
                              <a:solidFill>
                                <a:schemeClr val="bg1"/>
                              </a:solidFill>
                              <a:latin typeface="Cambria Math" panose="02040503050406030204" pitchFamily="18" charset="0"/>
                            </a:rPr>
                          </m:ctrlPr>
                        </m:dPr>
                        <m:e>
                          <m:sSubSup>
                            <m:sSubSupPr>
                              <m:ctrlPr>
                                <a:rPr lang="en-US" altLang="zh-CN" sz="2800" b="0" i="1" smtClean="0">
                                  <a:solidFill>
                                    <a:schemeClr val="bg1"/>
                                  </a:solidFill>
                                  <a:latin typeface="Cambria Math" panose="02040503050406030204" pitchFamily="18" charset="0"/>
                                </a:rPr>
                              </m:ctrlPr>
                            </m:sSubSupPr>
                            <m:e>
                              <m:r>
                                <a:rPr lang="en-US" altLang="zh-CN" sz="2800" b="0" i="1" smtClean="0">
                                  <a:solidFill>
                                    <a:schemeClr val="bg1"/>
                                  </a:solidFill>
                                  <a:latin typeface="Cambria Math"/>
                                </a:rPr>
                                <m:t>𝑥</m:t>
                              </m:r>
                            </m:e>
                            <m:sub>
                              <m:r>
                                <a:rPr lang="en-US" altLang="zh-CN" sz="2800" b="0" i="1" smtClean="0">
                                  <a:solidFill>
                                    <a:schemeClr val="bg1"/>
                                  </a:solidFill>
                                  <a:latin typeface="Cambria Math"/>
                                </a:rPr>
                                <m:t>1</m:t>
                              </m:r>
                            </m:sub>
                            <m:sup/>
                          </m:sSubSup>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2</m:t>
                              </m:r>
                            </m:sub>
                          </m:sSub>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𝑛</m:t>
                              </m:r>
                            </m:sub>
                          </m:sSub>
                        </m:e>
                      </m:d>
                      <m:r>
                        <a:rPr lang="en-US" altLang="zh-CN" sz="2800" b="0" i="1" smtClean="0">
                          <a:solidFill>
                            <a:schemeClr val="bg1"/>
                          </a:solidFill>
                          <a:latin typeface="Cambria Math"/>
                        </a:rPr>
                        <m:t>)</m:t>
                      </m:r>
                      <m:r>
                        <a:rPr lang="en-US" altLang="zh-CN" sz="2800" i="1" smtClean="0">
                          <a:solidFill>
                            <a:schemeClr val="bg1"/>
                          </a:solidFill>
                          <a:latin typeface="Cambria Math"/>
                        </a:rPr>
                        <m:t>=</m:t>
                      </m:r>
                      <m:nary>
                        <m:naryPr>
                          <m:chr m:val="∑"/>
                          <m:ctrlPr>
                            <a:rPr lang="en-US" altLang="zh-CN" sz="2800" i="1" smtClean="0">
                              <a:solidFill>
                                <a:schemeClr val="bg1"/>
                              </a:solidFill>
                              <a:latin typeface="Cambria Math" panose="02040503050406030204" pitchFamily="18" charset="0"/>
                            </a:rPr>
                          </m:ctrlPr>
                        </m:naryPr>
                        <m:sub>
                          <m:r>
                            <m:rPr>
                              <m:brk m:alnAt="23"/>
                            </m:rPr>
                            <a:rPr lang="en-US" altLang="zh-CN" sz="2800" b="0" i="1" smtClean="0">
                              <a:solidFill>
                                <a:schemeClr val="bg1"/>
                              </a:solidFill>
                              <a:latin typeface="Cambria Math"/>
                            </a:rPr>
                            <m:t>𝑘</m:t>
                          </m:r>
                          <m:r>
                            <a:rPr lang="en-US" altLang="zh-CN" sz="2800" b="0" i="1" smtClean="0">
                              <a:solidFill>
                                <a:schemeClr val="bg1"/>
                              </a:solidFill>
                              <a:latin typeface="Cambria Math"/>
                            </a:rPr>
                            <m:t>=1</m:t>
                          </m:r>
                        </m:sub>
                        <m:sup>
                          <m:r>
                            <a:rPr lang="en-US" altLang="zh-CN" sz="2800" b="0" i="1" smtClean="0">
                              <a:solidFill>
                                <a:schemeClr val="bg1"/>
                              </a:solidFill>
                              <a:latin typeface="Cambria Math"/>
                            </a:rPr>
                            <m:t>𝑛</m:t>
                          </m:r>
                        </m:sup>
                        <m:e>
                          <m:d>
                            <m:dPr>
                              <m:begChr m:val="|"/>
                              <m:endChr m:val="|"/>
                              <m:ctrlPr>
                                <a:rPr lang="en-US" altLang="zh-CN" sz="2800" i="1" smtClean="0">
                                  <a:solidFill>
                                    <a:schemeClr val="bg1"/>
                                  </a:solidFill>
                                  <a:latin typeface="Cambria Math" panose="02040503050406030204" pitchFamily="18" charset="0"/>
                                </a:rPr>
                              </m:ctrlPr>
                            </m:dPr>
                            <m:e>
                              <m:f>
                                <m:fPr>
                                  <m:ctrlPr>
                                    <a:rPr lang="en-US" altLang="zh-CN" sz="2800" i="1" smtClean="0">
                                      <a:solidFill>
                                        <a:schemeClr val="bg1"/>
                                      </a:solidFill>
                                      <a:latin typeface="Cambria Math" panose="02040503050406030204" pitchFamily="18" charset="0"/>
                                    </a:rPr>
                                  </m:ctrlPr>
                                </m:fPr>
                                <m:num>
                                  <m:r>
                                    <a:rPr lang="zh-CN" altLang="en-US" sz="2800" i="1" smtClean="0">
                                      <a:solidFill>
                                        <a:schemeClr val="bg1"/>
                                      </a:solidFill>
                                      <a:latin typeface="Cambria Math"/>
                                    </a:rPr>
                                    <m:t>𝜕</m:t>
                                  </m:r>
                                  <m:r>
                                    <a:rPr lang="en-US" altLang="zh-CN" sz="2800" i="1">
                                      <a:solidFill>
                                        <a:schemeClr val="bg1"/>
                                      </a:solidFill>
                                      <a:latin typeface="Cambria Math"/>
                                    </a:rPr>
                                    <m:t>𝑓</m:t>
                                  </m:r>
                                  <m:d>
                                    <m:dPr>
                                      <m:ctrlPr>
                                        <a:rPr lang="en-US" altLang="zh-CN" sz="2800" i="1">
                                          <a:solidFill>
                                            <a:schemeClr val="bg1"/>
                                          </a:solidFill>
                                          <a:latin typeface="Cambria Math" panose="02040503050406030204" pitchFamily="18" charset="0"/>
                                        </a:rPr>
                                      </m:ctrlPr>
                                    </m:dPr>
                                    <m:e>
                                      <m:sSubSup>
                                        <m:sSubSupPr>
                                          <m:ctrlPr>
                                            <a:rPr lang="en-US" altLang="zh-CN" sz="2800" i="1">
                                              <a:solidFill>
                                                <a:schemeClr val="bg1"/>
                                              </a:solidFill>
                                              <a:latin typeface="Cambria Math" panose="02040503050406030204" pitchFamily="18" charset="0"/>
                                            </a:rPr>
                                          </m:ctrlPr>
                                        </m:sSubSupPr>
                                        <m:e>
                                          <m:r>
                                            <a:rPr lang="en-US" altLang="zh-CN" sz="2800" i="1">
                                              <a:solidFill>
                                                <a:schemeClr val="bg1"/>
                                              </a:solidFill>
                                              <a:latin typeface="Cambria Math"/>
                                            </a:rPr>
                                            <m:t>𝑥</m:t>
                                          </m:r>
                                        </m:e>
                                        <m:sub>
                                          <m:r>
                                            <a:rPr lang="en-US" altLang="zh-CN" sz="2800" i="1">
                                              <a:solidFill>
                                                <a:schemeClr val="bg1"/>
                                              </a:solidFill>
                                              <a:latin typeface="Cambria Math"/>
                                            </a:rPr>
                                            <m:t>1</m:t>
                                          </m:r>
                                        </m:sub>
                                        <m:sup/>
                                      </m:sSubSup>
                                      <m:r>
                                        <a:rPr lang="en-US" altLang="zh-CN" sz="2800" i="1">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i="1">
                                              <a:solidFill>
                                                <a:schemeClr val="bg1"/>
                                              </a:solidFill>
                                              <a:latin typeface="Cambria Math"/>
                                            </a:rPr>
                                            <m:t>𝑥</m:t>
                                          </m:r>
                                        </m:e>
                                        <m:sub>
                                          <m:r>
                                            <a:rPr lang="en-US" altLang="zh-CN" sz="2800" i="1">
                                              <a:solidFill>
                                                <a:schemeClr val="bg1"/>
                                              </a:solidFill>
                                              <a:latin typeface="Cambria Math"/>
                                            </a:rPr>
                                            <m:t>2</m:t>
                                          </m:r>
                                        </m:sub>
                                      </m:sSub>
                                      <m:r>
                                        <a:rPr lang="en-US" altLang="zh-CN" sz="2800" i="1">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i="1">
                                              <a:solidFill>
                                                <a:schemeClr val="bg1"/>
                                              </a:solidFill>
                                              <a:latin typeface="Cambria Math"/>
                                            </a:rPr>
                                            <m:t>𝑥</m:t>
                                          </m:r>
                                        </m:e>
                                        <m:sub>
                                          <m:r>
                                            <a:rPr lang="en-US" altLang="zh-CN" sz="2800" i="1">
                                              <a:solidFill>
                                                <a:schemeClr val="bg1"/>
                                              </a:solidFill>
                                              <a:latin typeface="Cambria Math"/>
                                            </a:rPr>
                                            <m:t>𝑛</m:t>
                                          </m:r>
                                        </m:sub>
                                      </m:sSub>
                                    </m:e>
                                  </m:d>
                                </m:num>
                                <m:den>
                                  <m:r>
                                    <a:rPr lang="zh-CN" altLang="en-US" sz="2800" i="1" smtClean="0">
                                      <a:solidFill>
                                        <a:schemeClr val="bg1"/>
                                      </a:solidFill>
                                      <a:latin typeface="Cambria Math"/>
                                    </a:rPr>
                                    <m:t>𝜕</m:t>
                                  </m:r>
                                  <m:sSub>
                                    <m:sSubPr>
                                      <m:ctrlPr>
                                        <a:rPr lang="en-US" altLang="zh-CN" sz="280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𝑘</m:t>
                                      </m:r>
                                    </m:sub>
                                  </m:sSub>
                                </m:den>
                              </m:f>
                            </m:e>
                          </m:d>
                          <m:r>
                            <a:rPr lang="zh-CN" altLang="en-US" sz="2800" i="1">
                              <a:solidFill>
                                <a:schemeClr val="bg1"/>
                              </a:solidFill>
                              <a:latin typeface="Cambria Math"/>
                            </a:rPr>
                            <m:t>𝜀</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𝑘</m:t>
                              </m:r>
                            </m:sub>
                          </m:sSub>
                          <m:r>
                            <a:rPr lang="en-US" altLang="zh-CN" sz="2800" b="0" i="1" smtClean="0">
                              <a:solidFill>
                                <a:schemeClr val="bg1"/>
                              </a:solidFill>
                              <a:latin typeface="Cambria Math"/>
                            </a:rPr>
                            <m:t>)</m:t>
                          </m:r>
                        </m:e>
                      </m:nary>
                    </m:oMath>
                  </m:oMathPara>
                </a14:m>
                <a:endParaRPr lang="zh-CN" altLang="en-US" sz="2800" dirty="0">
                  <a:solidFill>
                    <a:schemeClr val="bg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63229" y="5085184"/>
                <a:ext cx="7480125" cy="1268552"/>
              </a:xfrm>
              <a:prstGeom prst="rect">
                <a:avLst/>
              </a:prstGeom>
              <a:blipFill rotWithShape="1">
                <a:blip r:embed="rId13"/>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1"/>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38A1D2DC-05AC-40E4-A90F-666A739D52FF}" type="slidenum">
              <a:rPr lang="en-US" altLang="zh-CN" sz="1400"/>
              <a:pPr eaLnBrk="1" hangingPunct="1">
                <a:spcBef>
                  <a:spcPct val="0"/>
                </a:spcBef>
                <a:buFontTx/>
                <a:buNone/>
              </a:pPr>
              <a:t>9</a:t>
            </a:fld>
            <a:endParaRPr lang="en-US" altLang="zh-CN" sz="140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13" y="188913"/>
            <a:ext cx="822007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1628775"/>
            <a:ext cx="6886575"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043238"/>
            <a:ext cx="6372225" cy="193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338" y="4991100"/>
            <a:ext cx="623887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7" name="TextBox 2"/>
          <p:cNvSpPr txBox="1">
            <a:spLocks noChangeArrowheads="1"/>
          </p:cNvSpPr>
          <p:nvPr/>
        </p:nvSpPr>
        <p:spPr bwMode="auto">
          <a:xfrm>
            <a:off x="7020272" y="5280228"/>
            <a:ext cx="197802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chemeClr val="bg1"/>
                </a:solidFill>
              </a:rPr>
              <a:t>例如：习题中的第</a:t>
            </a:r>
            <a:r>
              <a:rPr lang="en-US" altLang="zh-CN" sz="2800" dirty="0">
                <a:solidFill>
                  <a:schemeClr val="bg1"/>
                </a:solidFill>
              </a:rPr>
              <a:t>1, 2 </a:t>
            </a:r>
            <a:r>
              <a:rPr lang="zh-CN" altLang="en-US" sz="2800" dirty="0">
                <a:solidFill>
                  <a:schemeClr val="bg1"/>
                </a:solidFill>
              </a:rPr>
              <a:t>，</a:t>
            </a:r>
            <a:r>
              <a:rPr lang="en-US" altLang="zh-CN" sz="2800" dirty="0">
                <a:solidFill>
                  <a:schemeClr val="bg1"/>
                </a:solidFill>
              </a:rPr>
              <a:t>5</a:t>
            </a:r>
            <a:r>
              <a:rPr lang="zh-CN" altLang="en-US" sz="2800" dirty="0">
                <a:solidFill>
                  <a:schemeClr val="bg1"/>
                </a:solidFill>
              </a:rPr>
              <a:t>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68DCCC4C-5463-4ED9-8F51-84C89404CC4E}" type="slidenum">
              <a:rPr lang="en-US" altLang="zh-CN" sz="1400"/>
              <a:pPr eaLnBrk="1" hangingPunct="1">
                <a:spcBef>
                  <a:spcPct val="0"/>
                </a:spcBef>
                <a:buFontTx/>
                <a:buNone/>
              </a:pPr>
              <a:t>10</a:t>
            </a:fld>
            <a:endParaRPr lang="en-US" altLang="zh-CN" sz="1400"/>
          </a:p>
        </p:txBody>
      </p:sp>
      <p:sp>
        <p:nvSpPr>
          <p:cNvPr id="9" name="Rectangle 3"/>
          <p:cNvSpPr txBox="1">
            <a:spLocks noChangeArrowheads="1"/>
          </p:cNvSpPr>
          <p:nvPr/>
        </p:nvSpPr>
        <p:spPr bwMode="auto">
          <a:xfrm>
            <a:off x="0" y="260648"/>
            <a:ext cx="9039225" cy="599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defRPr/>
            </a:pPr>
            <a:r>
              <a:rPr lang="zh-CN" altLang="en-US" sz="4400" kern="0" dirty="0">
                <a:solidFill>
                  <a:schemeClr val="bg1"/>
                </a:solidFill>
                <a:latin typeface="华文新魏" panose="02010800040101010101" pitchFamily="2" charset="-122"/>
                <a:ea typeface="华文新魏" panose="02010800040101010101" pitchFamily="2" charset="-122"/>
              </a:rPr>
              <a:t>有效数字</a:t>
            </a:r>
          </a:p>
          <a:p>
            <a:pPr eaLnBrk="1" hangingPunct="1">
              <a:buFontTx/>
              <a:buNone/>
              <a:defRPr/>
            </a:pPr>
            <a:r>
              <a:rPr lang="zh-CN" altLang="en-US" sz="2800" kern="0" dirty="0">
                <a:solidFill>
                  <a:schemeClr val="bg1"/>
                </a:solidFill>
                <a:latin typeface="华文新魏" panose="02010800040101010101" pitchFamily="2" charset="-122"/>
                <a:ea typeface="华文新魏" panose="02010800040101010101" pitchFamily="2" charset="-122"/>
              </a:rPr>
              <a:t>    </a:t>
            </a:r>
            <a:r>
              <a:rPr lang="zh-CN" altLang="en-US" sz="4000" kern="0" dirty="0">
                <a:solidFill>
                  <a:schemeClr val="bg1"/>
                </a:solidFill>
                <a:latin typeface="华文新魏" panose="02010800040101010101" pitchFamily="2" charset="-122"/>
                <a:ea typeface="华文新魏" panose="02010800040101010101" pitchFamily="2" charset="-122"/>
              </a:rPr>
              <a:t>定义：如果近似值    的误差限是                 </a:t>
            </a:r>
            <a:r>
              <a:rPr lang="en-US" altLang="zh-CN" sz="4000" kern="0" dirty="0">
                <a:solidFill>
                  <a:schemeClr val="bg1"/>
                </a:solidFill>
                <a:latin typeface="华文新魏" panose="02010800040101010101" pitchFamily="2" charset="-122"/>
                <a:ea typeface="华文新魏" panose="02010800040101010101" pitchFamily="2" charset="-122"/>
              </a:rPr>
              <a:t>(</a:t>
            </a:r>
            <a:r>
              <a:rPr lang="zh-CN" altLang="en-US" sz="4000" kern="0" dirty="0">
                <a:solidFill>
                  <a:schemeClr val="bg1"/>
                </a:solidFill>
                <a:latin typeface="华文新魏" panose="02010800040101010101" pitchFamily="2" charset="-122"/>
                <a:ea typeface="华文新魏" panose="02010800040101010101" pitchFamily="2" charset="-122"/>
              </a:rPr>
              <a:t>某一位数的半个单位</a:t>
            </a:r>
            <a:r>
              <a:rPr lang="en-US" altLang="zh-CN" sz="4000" kern="0" dirty="0">
                <a:solidFill>
                  <a:schemeClr val="bg1"/>
                </a:solidFill>
                <a:latin typeface="华文新魏" panose="02010800040101010101" pitchFamily="2" charset="-122"/>
                <a:ea typeface="华文新魏" panose="02010800040101010101" pitchFamily="2" charset="-122"/>
              </a:rPr>
              <a:t>)</a:t>
            </a:r>
            <a:r>
              <a:rPr lang="zh-CN" altLang="en-US" sz="4000" kern="0" dirty="0">
                <a:solidFill>
                  <a:schemeClr val="bg1"/>
                </a:solidFill>
                <a:latin typeface="华文新魏" panose="02010800040101010101" pitchFamily="2" charset="-122"/>
                <a:ea typeface="华文新魏" panose="02010800040101010101" pitchFamily="2" charset="-122"/>
              </a:rPr>
              <a:t>， 则称       准确到小数点后</a:t>
            </a:r>
            <a:r>
              <a:rPr lang="en-US" altLang="zh-CN" sz="4000" kern="0" dirty="0">
                <a:solidFill>
                  <a:schemeClr val="bg1"/>
                </a:solidFill>
                <a:latin typeface="华文新魏" panose="02010800040101010101" pitchFamily="2" charset="-122"/>
                <a:ea typeface="华文新魏" panose="02010800040101010101" pitchFamily="2" charset="-122"/>
              </a:rPr>
              <a:t>n</a:t>
            </a:r>
            <a:r>
              <a:rPr lang="zh-CN" altLang="en-US" sz="4000" kern="0" dirty="0">
                <a:solidFill>
                  <a:schemeClr val="bg1"/>
                </a:solidFill>
                <a:latin typeface="华文新魏" panose="02010800040101010101" pitchFamily="2" charset="-122"/>
                <a:ea typeface="华文新魏" panose="02010800040101010101" pitchFamily="2" charset="-122"/>
              </a:rPr>
              <a:t>位，并从第一个非零的数字到这一位的所有数字均为有效数字。</a:t>
            </a:r>
          </a:p>
          <a:p>
            <a:pPr eaLnBrk="1" hangingPunct="1">
              <a:buFontTx/>
              <a:buNone/>
              <a:defRPr/>
            </a:pPr>
            <a:endParaRPr lang="zh-CN" altLang="en-US" sz="2800" kern="0" dirty="0">
              <a:solidFill>
                <a:schemeClr val="bg1"/>
              </a:solidFill>
              <a:latin typeface="华文新魏" panose="02010800040101010101" pitchFamily="2" charset="-122"/>
              <a:ea typeface="华文新魏" panose="02010800040101010101" pitchFamily="2" charset="-122"/>
            </a:endParaRPr>
          </a:p>
          <a:p>
            <a:pPr eaLnBrk="1" hangingPunct="1">
              <a:buFontTx/>
              <a:buNone/>
              <a:defRPr/>
            </a:pPr>
            <a:r>
              <a:rPr lang="zh-CN" altLang="en-US" sz="4000" kern="0" dirty="0">
                <a:solidFill>
                  <a:schemeClr val="bg1"/>
                </a:solidFill>
                <a:latin typeface="华文新魏" panose="02010800040101010101" pitchFamily="2" charset="-122"/>
                <a:ea typeface="华文新魏" panose="02010800040101010101" pitchFamily="2" charset="-122"/>
              </a:rPr>
              <a:t>例：</a:t>
            </a:r>
            <a:r>
              <a:rPr lang="en-US" altLang="zh-CN" sz="4000" kern="0" dirty="0">
                <a:solidFill>
                  <a:schemeClr val="bg1"/>
                </a:solidFill>
                <a:latin typeface="华文新魏" panose="02010800040101010101" pitchFamily="2" charset="-122"/>
                <a:ea typeface="华文新魏" panose="02010800040101010101" pitchFamily="2" charset="-122"/>
              </a:rPr>
              <a:t>π</a:t>
            </a:r>
            <a:r>
              <a:rPr lang="zh-CN" altLang="en-US" sz="4000" kern="0" dirty="0">
                <a:solidFill>
                  <a:schemeClr val="bg1"/>
                </a:solidFill>
                <a:latin typeface="华文新魏" panose="02010800040101010101" pitchFamily="2" charset="-122"/>
                <a:ea typeface="华文新魏" panose="02010800040101010101" pitchFamily="2" charset="-122"/>
              </a:rPr>
              <a:t>＝</a:t>
            </a:r>
            <a:r>
              <a:rPr lang="en-US" altLang="zh-CN" sz="4000" kern="0" dirty="0">
                <a:solidFill>
                  <a:schemeClr val="bg1"/>
                </a:solidFill>
                <a:latin typeface="华文新魏" panose="02010800040101010101" pitchFamily="2" charset="-122"/>
                <a:ea typeface="华文新魏" panose="02010800040101010101" pitchFamily="2" charset="-122"/>
              </a:rPr>
              <a:t>3.1415926535,  </a:t>
            </a:r>
          </a:p>
          <a:p>
            <a:pPr eaLnBrk="1" hangingPunct="1">
              <a:buFontTx/>
              <a:buNone/>
              <a:defRPr/>
            </a:pPr>
            <a:r>
              <a:rPr lang="en-US" altLang="zh-CN" sz="4000" kern="0" dirty="0">
                <a:solidFill>
                  <a:schemeClr val="bg1"/>
                </a:solidFill>
                <a:latin typeface="华文新魏" panose="02010800040101010101" pitchFamily="2" charset="-122"/>
                <a:ea typeface="华文新魏" panose="02010800040101010101" pitchFamily="2" charset="-122"/>
              </a:rPr>
              <a:t>         3.1416</a:t>
            </a:r>
            <a:r>
              <a:rPr lang="zh-CN" altLang="en-US" sz="4000" kern="0" dirty="0">
                <a:solidFill>
                  <a:schemeClr val="bg1"/>
                </a:solidFill>
                <a:latin typeface="华文新魏" panose="02010800040101010101" pitchFamily="2" charset="-122"/>
                <a:ea typeface="华文新魏" panose="02010800040101010101" pitchFamily="2" charset="-122"/>
              </a:rPr>
              <a:t>有五位有效数字</a:t>
            </a:r>
            <a:r>
              <a:rPr lang="en-US" altLang="zh-CN" sz="4000" kern="0" dirty="0">
                <a:solidFill>
                  <a:schemeClr val="bg1"/>
                </a:solidFill>
                <a:latin typeface="华文新魏" panose="02010800040101010101" pitchFamily="2" charset="-122"/>
                <a:ea typeface="华文新魏" panose="02010800040101010101" pitchFamily="2" charset="-122"/>
              </a:rPr>
              <a:t>,</a:t>
            </a:r>
            <a:r>
              <a:rPr lang="zh-CN" altLang="en-US" sz="4000" kern="0" dirty="0">
                <a:solidFill>
                  <a:schemeClr val="bg1"/>
                </a:solidFill>
                <a:latin typeface="华文新魏" panose="02010800040101010101" pitchFamily="2" charset="-122"/>
                <a:ea typeface="华文新魏" panose="02010800040101010101" pitchFamily="2" charset="-122"/>
              </a:rPr>
              <a:t>误差限为</a:t>
            </a:r>
            <a:r>
              <a:rPr lang="en-US" altLang="zh-CN" sz="4000" kern="0" dirty="0">
                <a:solidFill>
                  <a:schemeClr val="bg1"/>
                </a:solidFill>
                <a:latin typeface="华文新魏" panose="02010800040101010101" pitchFamily="2" charset="-122"/>
                <a:ea typeface="华文新魏" panose="02010800040101010101" pitchFamily="2" charset="-122"/>
              </a:rPr>
              <a:t>0.00005</a:t>
            </a:r>
            <a:r>
              <a:rPr lang="zh-CN" altLang="en-US" sz="4000" kern="0" dirty="0">
                <a:solidFill>
                  <a:schemeClr val="bg1"/>
                </a:solidFill>
                <a:latin typeface="华文新魏" panose="02010800040101010101" pitchFamily="2" charset="-122"/>
                <a:ea typeface="华文新魏" panose="02010800040101010101" pitchFamily="2" charset="-122"/>
              </a:rPr>
              <a:t>。</a:t>
            </a:r>
            <a:endParaRPr lang="en-US" altLang="zh-CN" sz="4000" kern="0" dirty="0">
              <a:solidFill>
                <a:schemeClr val="bg1"/>
              </a:solidFill>
              <a:latin typeface="华文新魏" panose="02010800040101010101" pitchFamily="2" charset="-122"/>
              <a:ea typeface="华文新魏" panose="02010800040101010101" pitchFamily="2" charset="-122"/>
            </a:endParaRPr>
          </a:p>
          <a:p>
            <a:pPr eaLnBrk="1" hangingPunct="1">
              <a:buFontTx/>
              <a:buNone/>
              <a:defRPr/>
            </a:pPr>
            <a:endParaRPr lang="zh-CN" altLang="en-US" sz="2800" kern="0" dirty="0">
              <a:solidFill>
                <a:schemeClr val="bg1"/>
              </a:solidFill>
              <a:latin typeface="华文新魏" panose="02010800040101010101" pitchFamily="2" charset="-122"/>
              <a:ea typeface="华文新魏" panose="02010800040101010101" pitchFamily="2" charset="-122"/>
            </a:endParaRPr>
          </a:p>
        </p:txBody>
      </p:sp>
      <p:graphicFrame>
        <p:nvGraphicFramePr>
          <p:cNvPr id="10" name="Object 6"/>
          <p:cNvGraphicFramePr>
            <a:graphicFrameLocks noChangeAspect="1"/>
          </p:cNvGraphicFramePr>
          <p:nvPr>
            <p:extLst>
              <p:ext uri="{D42A27DB-BD31-4B8C-83A1-F6EECF244321}">
                <p14:modId xmlns:p14="http://schemas.microsoft.com/office/powerpoint/2010/main" val="843058562"/>
              </p:ext>
            </p:extLst>
          </p:nvPr>
        </p:nvGraphicFramePr>
        <p:xfrm>
          <a:off x="4556125" y="962323"/>
          <a:ext cx="650875" cy="803275"/>
        </p:xfrm>
        <a:graphic>
          <a:graphicData uri="http://schemas.openxmlformats.org/presentationml/2006/ole">
            <mc:AlternateContent xmlns:mc="http://schemas.openxmlformats.org/markup-compatibility/2006">
              <mc:Choice xmlns:v="urn:schemas-microsoft-com:vml" Requires="v">
                <p:oleObj name="Equation" r:id="rId2" imgW="164957" imgH="203024" progId="Equation.DSMT4">
                  <p:embed/>
                </p:oleObj>
              </mc:Choice>
              <mc:Fallback>
                <p:oleObj name="Equation" r:id="rId2" imgW="164957" imgH="203024"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125" y="962323"/>
                        <a:ext cx="65087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7"/>
          <p:cNvGraphicFramePr>
            <a:graphicFrameLocks noChangeAspect="1"/>
          </p:cNvGraphicFramePr>
          <p:nvPr>
            <p:extLst>
              <p:ext uri="{D42A27DB-BD31-4B8C-83A1-F6EECF244321}">
                <p14:modId xmlns:p14="http://schemas.microsoft.com/office/powerpoint/2010/main" val="1772757011"/>
              </p:ext>
            </p:extLst>
          </p:nvPr>
        </p:nvGraphicFramePr>
        <p:xfrm>
          <a:off x="7535863" y="924223"/>
          <a:ext cx="1503362" cy="1003300"/>
        </p:xfrm>
        <a:graphic>
          <a:graphicData uri="http://schemas.openxmlformats.org/presentationml/2006/ole">
            <mc:AlternateContent xmlns:mc="http://schemas.openxmlformats.org/markup-compatibility/2006">
              <mc:Choice xmlns:v="urn:schemas-microsoft-com:vml" Requires="v">
                <p:oleObj name="Equation" r:id="rId4" imgW="507780" imgH="393529" progId="Equation.DSMT4">
                  <p:embed/>
                </p:oleObj>
              </mc:Choice>
              <mc:Fallback>
                <p:oleObj name="Equation" r:id="rId4" imgW="507780"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5863" y="924223"/>
                        <a:ext cx="1503362"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extLst>
              <p:ext uri="{D42A27DB-BD31-4B8C-83A1-F6EECF244321}">
                <p14:modId xmlns:p14="http://schemas.microsoft.com/office/powerpoint/2010/main" val="4084052884"/>
              </p:ext>
            </p:extLst>
          </p:nvPr>
        </p:nvGraphicFramePr>
        <p:xfrm>
          <a:off x="7048500" y="1592560"/>
          <a:ext cx="598488" cy="739775"/>
        </p:xfrm>
        <a:graphic>
          <a:graphicData uri="http://schemas.openxmlformats.org/presentationml/2006/ole">
            <mc:AlternateContent xmlns:mc="http://schemas.openxmlformats.org/markup-compatibility/2006">
              <mc:Choice xmlns:v="urn:schemas-microsoft-com:vml" Requires="v">
                <p:oleObj name="Equation" r:id="rId6" imgW="164957" imgH="203024" progId="Equation.DSMT4">
                  <p:embed/>
                </p:oleObj>
              </mc:Choice>
              <mc:Fallback>
                <p:oleObj name="Equation" r:id="rId6" imgW="164957" imgH="203024"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0" y="1592560"/>
                        <a:ext cx="5984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92780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11</a:t>
            </a:fld>
            <a:endParaRPr lang="en-US" altLang="zh-CN"/>
          </a:p>
        </p:txBody>
      </p:sp>
      <p:graphicFrame>
        <p:nvGraphicFramePr>
          <p:cNvPr id="3" name="对象 1"/>
          <p:cNvGraphicFramePr>
            <a:graphicFrameLocks noChangeAspect="1"/>
          </p:cNvGraphicFramePr>
          <p:nvPr>
            <p:extLst>
              <p:ext uri="{D42A27DB-BD31-4B8C-83A1-F6EECF244321}">
                <p14:modId xmlns:p14="http://schemas.microsoft.com/office/powerpoint/2010/main" val="1767877140"/>
              </p:ext>
            </p:extLst>
          </p:nvPr>
        </p:nvGraphicFramePr>
        <p:xfrm>
          <a:off x="1544886" y="332780"/>
          <a:ext cx="4549775" cy="1185862"/>
        </p:xfrm>
        <a:graphic>
          <a:graphicData uri="http://schemas.openxmlformats.org/presentationml/2006/ole">
            <mc:AlternateContent xmlns:mc="http://schemas.openxmlformats.org/markup-compatibility/2006">
              <mc:Choice xmlns:v="urn:schemas-microsoft-com:vml" Requires="v">
                <p:oleObj name="Equation" r:id="rId2" imgW="1485900" imgH="393700" progId="Equation.DSMT4">
                  <p:embed/>
                </p:oleObj>
              </mc:Choice>
              <mc:Fallback>
                <p:oleObj name="Equation" r:id="rId2" imgW="1485900" imgH="3937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4886" y="332780"/>
                        <a:ext cx="4549775"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395536" y="548680"/>
            <a:ext cx="8413750" cy="1664366"/>
          </a:xfrm>
          <a:prstGeom prst="rect">
            <a:avLst/>
          </a:prstGeom>
        </p:spPr>
        <p:txBody>
          <a:bodyPr>
            <a:spAutoFit/>
          </a:bodyPr>
          <a:lstStyle/>
          <a:p>
            <a:pPr eaLnBrk="1" hangingPunct="1">
              <a:lnSpc>
                <a:spcPct val="150000"/>
              </a:lnSpc>
              <a:defRPr/>
            </a:pPr>
            <a:r>
              <a:rPr lang="zh-CN" altLang="en-US" sz="3600" kern="2000" dirty="0">
                <a:solidFill>
                  <a:schemeClr val="bg1"/>
                </a:solidFill>
                <a:latin typeface="华文新魏" panose="02010800040101010101" pitchFamily="2" charset="-122"/>
              </a:rPr>
              <a:t>例：                                            近似值准确到小数点后五位，有三位有效数字。</a:t>
            </a:r>
          </a:p>
        </p:txBody>
      </p:sp>
    </p:spTree>
    <p:extLst>
      <p:ext uri="{BB962C8B-B14F-4D97-AF65-F5344CB8AC3E}">
        <p14:creationId xmlns:p14="http://schemas.microsoft.com/office/powerpoint/2010/main" val="3586167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12</a:t>
            </a:fld>
            <a:endParaRPr lang="en-US" altLang="zh-CN"/>
          </a:p>
        </p:txBody>
      </p:sp>
      <p:sp>
        <p:nvSpPr>
          <p:cNvPr id="3" name="TextBox 2"/>
          <p:cNvSpPr txBox="1"/>
          <p:nvPr/>
        </p:nvSpPr>
        <p:spPr>
          <a:xfrm>
            <a:off x="230607" y="116632"/>
            <a:ext cx="2952328" cy="646331"/>
          </a:xfrm>
          <a:prstGeom prst="rect">
            <a:avLst/>
          </a:prstGeom>
          <a:noFill/>
        </p:spPr>
        <p:txBody>
          <a:bodyPr wrap="square" rtlCol="0">
            <a:spAutoFit/>
          </a:bodyPr>
          <a:lstStyle/>
          <a:p>
            <a:r>
              <a:rPr lang="zh-CN" altLang="en-US" sz="3600" dirty="0">
                <a:solidFill>
                  <a:schemeClr val="bg1"/>
                </a:solidFill>
              </a:rPr>
              <a:t>例子：</a:t>
            </a:r>
          </a:p>
        </p:txBody>
      </p:sp>
      <p:sp>
        <p:nvSpPr>
          <p:cNvPr id="4" name="TextBox 3"/>
          <p:cNvSpPr txBox="1"/>
          <p:nvPr/>
        </p:nvSpPr>
        <p:spPr>
          <a:xfrm>
            <a:off x="5521492" y="4974848"/>
            <a:ext cx="2520280" cy="523220"/>
          </a:xfrm>
          <a:prstGeom prst="rect">
            <a:avLst/>
          </a:prstGeom>
          <a:noFill/>
        </p:spPr>
        <p:txBody>
          <a:bodyPr wrap="square" rtlCol="0">
            <a:spAutoFit/>
          </a:bodyPr>
          <a:lstStyle/>
          <a:p>
            <a:r>
              <a:rPr lang="zh-CN" altLang="en-US" sz="2800" dirty="0">
                <a:solidFill>
                  <a:schemeClr val="bg1"/>
                </a:solidFill>
              </a:rPr>
              <a:t>见习题 </a:t>
            </a:r>
            <a:r>
              <a:rPr lang="en-US" altLang="zh-CN" sz="2800" dirty="0">
                <a:solidFill>
                  <a:schemeClr val="bg1"/>
                </a:solidFill>
              </a:rPr>
              <a:t>3</a:t>
            </a:r>
            <a:endParaRPr lang="zh-CN" altLang="en-US" sz="2800" dirty="0">
              <a:solidFill>
                <a:schemeClr val="bg1"/>
              </a:solidFill>
            </a:endParaRPr>
          </a:p>
        </p:txBody>
      </p:sp>
      <p:sp>
        <p:nvSpPr>
          <p:cNvPr id="5" name="TextBox 4"/>
          <p:cNvSpPr txBox="1"/>
          <p:nvPr/>
        </p:nvSpPr>
        <p:spPr>
          <a:xfrm>
            <a:off x="1043608" y="762963"/>
            <a:ext cx="6912768" cy="1476173"/>
          </a:xfrm>
          <a:prstGeom prst="rect">
            <a:avLst/>
          </a:prstGeom>
          <a:noFill/>
        </p:spPr>
        <p:txBody>
          <a:bodyPr wrap="square" rtlCol="0">
            <a:spAutoFit/>
          </a:bodyPr>
          <a:lstStyle/>
          <a:p>
            <a:pPr>
              <a:lnSpc>
                <a:spcPct val="150000"/>
              </a:lnSpc>
            </a:pPr>
            <a:r>
              <a:rPr lang="zh-CN" altLang="en-US" sz="3200" dirty="0">
                <a:solidFill>
                  <a:schemeClr val="bg1"/>
                </a:solidFill>
              </a:rPr>
              <a:t>下列个数是经四舍五入得到的近似数，指出它们是几位有效数字：</a:t>
            </a:r>
          </a:p>
        </p:txBody>
      </p:sp>
      <p:sp>
        <p:nvSpPr>
          <p:cNvPr id="6" name="TextBox 5"/>
          <p:cNvSpPr txBox="1"/>
          <p:nvPr/>
        </p:nvSpPr>
        <p:spPr>
          <a:xfrm>
            <a:off x="1043608" y="2420888"/>
            <a:ext cx="6984776" cy="584775"/>
          </a:xfrm>
          <a:prstGeom prst="rect">
            <a:avLst/>
          </a:prstGeom>
          <a:noFill/>
        </p:spPr>
        <p:txBody>
          <a:bodyPr wrap="square" rtlCol="0">
            <a:spAutoFit/>
          </a:bodyPr>
          <a:lstStyle/>
          <a:p>
            <a:r>
              <a:rPr lang="en-US" altLang="zh-CN" sz="3200" dirty="0">
                <a:solidFill>
                  <a:schemeClr val="bg1"/>
                </a:solidFill>
              </a:rPr>
              <a:t>X1=1.1021   x2=0.031,   x3=385.6</a:t>
            </a:r>
            <a:endParaRPr lang="zh-CN" altLang="en-US" sz="3200" dirty="0">
              <a:solidFill>
                <a:schemeClr val="bg1"/>
              </a:solidFill>
            </a:endParaRPr>
          </a:p>
        </p:txBody>
      </p:sp>
    </p:spTree>
    <p:extLst>
      <p:ext uri="{BB962C8B-B14F-4D97-AF65-F5344CB8AC3E}">
        <p14:creationId xmlns:p14="http://schemas.microsoft.com/office/powerpoint/2010/main" val="2064544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a:spLocks noChangeArrowheads="1"/>
          </p:cNvSpPr>
          <p:nvPr/>
        </p:nvSpPr>
        <p:spPr bwMode="auto">
          <a:xfrm>
            <a:off x="179512" y="116632"/>
            <a:ext cx="59766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solidFill>
                  <a:schemeClr val="bg1"/>
                </a:solidFill>
              </a:rPr>
              <a:t>3. </a:t>
            </a:r>
            <a:r>
              <a:rPr lang="zh-CN" altLang="en-US" sz="3600" dirty="0">
                <a:solidFill>
                  <a:schemeClr val="bg1"/>
                </a:solidFill>
              </a:rPr>
              <a:t>误差与有效数字的关系</a:t>
            </a:r>
          </a:p>
        </p:txBody>
      </p:sp>
      <p:sp>
        <p:nvSpPr>
          <p:cNvPr id="4" name="TextBox 3"/>
          <p:cNvSpPr txBox="1"/>
          <p:nvPr/>
        </p:nvSpPr>
        <p:spPr>
          <a:xfrm>
            <a:off x="1206707" y="836712"/>
            <a:ext cx="5904656" cy="523220"/>
          </a:xfrm>
          <a:prstGeom prst="rect">
            <a:avLst/>
          </a:prstGeom>
          <a:noFill/>
        </p:spPr>
        <p:txBody>
          <a:bodyPr wrap="square" rtlCol="0">
            <a:spAutoFit/>
          </a:bodyPr>
          <a:lstStyle/>
          <a:p>
            <a:r>
              <a:rPr lang="zh-CN" altLang="en-US" sz="2800" dirty="0">
                <a:solidFill>
                  <a:schemeClr val="bg1"/>
                </a:solidFill>
              </a:rPr>
              <a:t>有效数字越多，相对误差限越小</a:t>
            </a:r>
          </a:p>
        </p:txBody>
      </p:sp>
      <p:grpSp>
        <p:nvGrpSpPr>
          <p:cNvPr id="20" name="组合 19"/>
          <p:cNvGrpSpPr/>
          <p:nvPr/>
        </p:nvGrpSpPr>
        <p:grpSpPr>
          <a:xfrm>
            <a:off x="192861" y="1628800"/>
            <a:ext cx="6539379" cy="2160240"/>
            <a:chOff x="192861" y="1628800"/>
            <a:chExt cx="6539379" cy="2160240"/>
          </a:xfrm>
        </p:grpSpPr>
        <p:sp>
          <p:nvSpPr>
            <p:cNvPr id="5" name="TextBox 4"/>
            <p:cNvSpPr txBox="1"/>
            <p:nvPr/>
          </p:nvSpPr>
          <p:spPr>
            <a:xfrm>
              <a:off x="827584" y="2365448"/>
              <a:ext cx="2376264" cy="523220"/>
            </a:xfrm>
            <a:prstGeom prst="rect">
              <a:avLst/>
            </a:prstGeom>
            <a:noFill/>
          </p:spPr>
          <p:txBody>
            <a:bodyPr wrap="square" rtlCol="0">
              <a:spAutoFit/>
            </a:bodyPr>
            <a:lstStyle/>
            <a:p>
              <a:r>
                <a:rPr lang="en-US" altLang="zh-CN" sz="2800" dirty="0">
                  <a:solidFill>
                    <a:schemeClr val="bg1"/>
                  </a:solidFill>
                </a:rPr>
                <a:t>X1=1.1021</a:t>
              </a:r>
              <a:endParaRPr lang="zh-CN" altLang="en-US" sz="2800" dirty="0">
                <a:solidFill>
                  <a:schemeClr val="bg1"/>
                </a:solidFill>
              </a:endParaRPr>
            </a:p>
          </p:txBody>
        </p:sp>
        <p:sp>
          <p:nvSpPr>
            <p:cNvPr id="7" name="右箭头 6"/>
            <p:cNvSpPr/>
            <p:nvPr/>
          </p:nvSpPr>
          <p:spPr bwMode="auto">
            <a:xfrm>
              <a:off x="2843808" y="2437456"/>
              <a:ext cx="1296144" cy="37920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SimSun" pitchFamily="2" charset="-122"/>
              </a:endParaRPr>
            </a:p>
          </p:txBody>
        </p:sp>
        <mc:AlternateContent xmlns:mc="http://schemas.openxmlformats.org/markup-compatibility/2006" xmlns:a14="http://schemas.microsoft.com/office/drawing/2010/main">
          <mc:Choice Requires="a14">
            <p:sp>
              <p:nvSpPr>
                <p:cNvPr id="9" name="TextBox 8"/>
                <p:cNvSpPr txBox="1"/>
                <p:nvPr/>
              </p:nvSpPr>
              <p:spPr>
                <a:xfrm>
                  <a:off x="4159035" y="2211666"/>
                  <a:ext cx="2573205"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a:rPr>
                          <m:t>𝜀</m:t>
                        </m:r>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1)=</m:t>
                        </m:r>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r>
                              <a:rPr lang="en-US" altLang="zh-CN" b="0" i="1" smtClean="0">
                                <a:solidFill>
                                  <a:schemeClr val="bg1"/>
                                </a:solidFill>
                                <a:latin typeface="Cambria Math"/>
                              </a:rPr>
                              <m:t>2</m:t>
                            </m:r>
                          </m:den>
                        </m:f>
                        <m:r>
                          <a:rPr lang="en-US" altLang="zh-CN" i="1" smtClean="0">
                            <a:solidFill>
                              <a:schemeClr val="bg1"/>
                            </a:solidFill>
                            <a:latin typeface="Cambria Math"/>
                            <a:ea typeface="Cambria Math"/>
                          </a:rPr>
                          <m:t>×</m:t>
                        </m:r>
                        <m:sSup>
                          <m:sSupPr>
                            <m:ctrlPr>
                              <a:rPr lang="en-US" altLang="zh-CN" i="1" smtClean="0">
                                <a:solidFill>
                                  <a:schemeClr val="bg1"/>
                                </a:solidFill>
                                <a:latin typeface="Cambria Math" panose="02040503050406030204" pitchFamily="18" charset="0"/>
                                <a:ea typeface="Cambria Math"/>
                              </a:rPr>
                            </m:ctrlPr>
                          </m:sSupPr>
                          <m:e>
                            <m:r>
                              <a:rPr lang="en-US" altLang="zh-CN" b="0" i="1" smtClean="0">
                                <a:solidFill>
                                  <a:schemeClr val="bg1"/>
                                </a:solidFill>
                                <a:latin typeface="Cambria Math"/>
                                <a:ea typeface="Cambria Math"/>
                              </a:rPr>
                              <m:t>10</m:t>
                            </m:r>
                          </m:e>
                          <m:sup>
                            <m:r>
                              <a:rPr lang="en-US" altLang="zh-CN" b="0" i="1" smtClean="0">
                                <a:solidFill>
                                  <a:schemeClr val="bg1"/>
                                </a:solidFill>
                                <a:latin typeface="Cambria Math"/>
                                <a:ea typeface="Cambria Math"/>
                              </a:rPr>
                              <m:t>−4</m:t>
                            </m:r>
                          </m:sup>
                        </m:sSup>
                      </m:oMath>
                    </m:oMathPara>
                  </a14:m>
                  <a:endParaRPr lang="zh-CN" altLang="en-US"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159035" y="2211666"/>
                  <a:ext cx="2573205" cy="783804"/>
                </a:xfrm>
                <a:prstGeom prst="rect">
                  <a:avLst/>
                </a:prstGeom>
                <a:blipFill rotWithShape="1">
                  <a:blip r:embed="rId2"/>
                  <a:stretch>
                    <a:fillRect/>
                  </a:stretch>
                </a:blipFill>
              </p:spPr>
              <p:txBody>
                <a:bodyPr/>
                <a:lstStyle/>
                <a:p>
                  <a:r>
                    <a:rPr lang="zh-CN" altLang="en-US">
                      <a:noFill/>
                    </a:rPr>
                    <a:t> </a:t>
                  </a:r>
                </a:p>
              </p:txBody>
            </p:sp>
          </mc:Fallback>
        </mc:AlternateContent>
        <p:sp>
          <p:nvSpPr>
            <p:cNvPr id="10" name="TextBox 9"/>
            <p:cNvSpPr txBox="1"/>
            <p:nvPr/>
          </p:nvSpPr>
          <p:spPr>
            <a:xfrm>
              <a:off x="827584" y="3140968"/>
              <a:ext cx="2376264" cy="523220"/>
            </a:xfrm>
            <a:prstGeom prst="rect">
              <a:avLst/>
            </a:prstGeom>
            <a:noFill/>
          </p:spPr>
          <p:txBody>
            <a:bodyPr wrap="square" rtlCol="0">
              <a:spAutoFit/>
            </a:bodyPr>
            <a:lstStyle/>
            <a:p>
              <a:r>
                <a:rPr lang="en-US" altLang="zh-CN" sz="2800" dirty="0">
                  <a:solidFill>
                    <a:schemeClr val="bg1"/>
                  </a:solidFill>
                </a:rPr>
                <a:t>X2=0.031</a:t>
              </a:r>
              <a:endParaRPr lang="zh-CN" altLang="en-US" sz="2800" dirty="0">
                <a:solidFill>
                  <a:schemeClr val="bg1"/>
                </a:solidFill>
              </a:endParaRPr>
            </a:p>
          </p:txBody>
        </p:sp>
        <p:sp>
          <p:nvSpPr>
            <p:cNvPr id="11" name="右箭头 10"/>
            <p:cNvSpPr/>
            <p:nvPr/>
          </p:nvSpPr>
          <p:spPr bwMode="auto">
            <a:xfrm>
              <a:off x="2843808" y="3212976"/>
              <a:ext cx="1296144" cy="37920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SimSun" pitchFamily="2" charset="-122"/>
              </a:endParaRPr>
            </a:p>
          </p:txBody>
        </p:sp>
        <mc:AlternateContent xmlns:mc="http://schemas.openxmlformats.org/markup-compatibility/2006" xmlns:a14="http://schemas.microsoft.com/office/drawing/2010/main">
          <mc:Choice Requires="a14">
            <p:sp>
              <p:nvSpPr>
                <p:cNvPr id="12" name="TextBox 11"/>
                <p:cNvSpPr txBox="1"/>
                <p:nvPr/>
              </p:nvSpPr>
              <p:spPr>
                <a:xfrm>
                  <a:off x="4159035" y="3005236"/>
                  <a:ext cx="2573205"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a:rPr>
                          <m:t>𝜀</m:t>
                        </m:r>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2)=</m:t>
                        </m:r>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r>
                              <a:rPr lang="en-US" altLang="zh-CN" b="0" i="1" smtClean="0">
                                <a:solidFill>
                                  <a:schemeClr val="bg1"/>
                                </a:solidFill>
                                <a:latin typeface="Cambria Math"/>
                              </a:rPr>
                              <m:t>2</m:t>
                            </m:r>
                          </m:den>
                        </m:f>
                        <m:r>
                          <a:rPr lang="en-US" altLang="zh-CN" i="1" smtClean="0">
                            <a:solidFill>
                              <a:schemeClr val="bg1"/>
                            </a:solidFill>
                            <a:latin typeface="Cambria Math"/>
                            <a:ea typeface="Cambria Math"/>
                          </a:rPr>
                          <m:t>×</m:t>
                        </m:r>
                        <m:sSup>
                          <m:sSupPr>
                            <m:ctrlPr>
                              <a:rPr lang="en-US" altLang="zh-CN" i="1" smtClean="0">
                                <a:solidFill>
                                  <a:schemeClr val="bg1"/>
                                </a:solidFill>
                                <a:latin typeface="Cambria Math" panose="02040503050406030204" pitchFamily="18" charset="0"/>
                                <a:ea typeface="Cambria Math"/>
                              </a:rPr>
                            </m:ctrlPr>
                          </m:sSupPr>
                          <m:e>
                            <m:r>
                              <a:rPr lang="en-US" altLang="zh-CN" b="0" i="1" smtClean="0">
                                <a:solidFill>
                                  <a:schemeClr val="bg1"/>
                                </a:solidFill>
                                <a:latin typeface="Cambria Math"/>
                                <a:ea typeface="Cambria Math"/>
                              </a:rPr>
                              <m:t>10</m:t>
                            </m:r>
                          </m:e>
                          <m:sup>
                            <m:r>
                              <a:rPr lang="en-US" altLang="zh-CN" b="0" i="1" smtClean="0">
                                <a:solidFill>
                                  <a:schemeClr val="bg1"/>
                                </a:solidFill>
                                <a:latin typeface="Cambria Math"/>
                                <a:ea typeface="Cambria Math"/>
                              </a:rPr>
                              <m:t>−3</m:t>
                            </m:r>
                          </m:sup>
                        </m:sSup>
                      </m:oMath>
                    </m:oMathPara>
                  </a14:m>
                  <a:endParaRPr lang="zh-CN" altLang="en-US" dirty="0">
                    <a:solidFill>
                      <a:schemeClr val="bg1"/>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159035" y="3005236"/>
                  <a:ext cx="2573205" cy="783804"/>
                </a:xfrm>
                <a:prstGeom prst="rect">
                  <a:avLst/>
                </a:prstGeom>
                <a:blipFill rotWithShape="1">
                  <a:blip r:embed="rId3"/>
                  <a:stretch>
                    <a:fillRect/>
                  </a:stretch>
                </a:blipFill>
              </p:spPr>
              <p:txBody>
                <a:bodyPr/>
                <a:lstStyle/>
                <a:p>
                  <a:r>
                    <a:rPr lang="zh-CN" altLang="en-US">
                      <a:noFill/>
                    </a:rPr>
                    <a:t> </a:t>
                  </a:r>
                </a:p>
              </p:txBody>
            </p:sp>
          </mc:Fallback>
        </mc:AlternateContent>
        <p:sp>
          <p:nvSpPr>
            <p:cNvPr id="13" name="TextBox 12"/>
            <p:cNvSpPr txBox="1"/>
            <p:nvPr/>
          </p:nvSpPr>
          <p:spPr>
            <a:xfrm>
              <a:off x="192861" y="1628800"/>
              <a:ext cx="4955203" cy="461665"/>
            </a:xfrm>
            <a:prstGeom prst="rect">
              <a:avLst/>
            </a:prstGeom>
            <a:noFill/>
          </p:spPr>
          <p:txBody>
            <a:bodyPr wrap="none" rtlCol="0">
              <a:spAutoFit/>
            </a:bodyPr>
            <a:lstStyle/>
            <a:p>
              <a:r>
                <a:rPr lang="en-US" altLang="zh-CN" dirty="0">
                  <a:solidFill>
                    <a:schemeClr val="bg1"/>
                  </a:solidFill>
                </a:rPr>
                <a:t>3.1 </a:t>
              </a:r>
              <a:r>
                <a:rPr lang="zh-CN" altLang="en-US" dirty="0">
                  <a:solidFill>
                    <a:schemeClr val="bg1"/>
                  </a:solidFill>
                </a:rPr>
                <a:t>从近似数的有效数字得到误差限</a:t>
              </a:r>
            </a:p>
          </p:txBody>
        </p:sp>
      </p:grpSp>
      <p:grpSp>
        <p:nvGrpSpPr>
          <p:cNvPr id="21" name="组合 20"/>
          <p:cNvGrpSpPr/>
          <p:nvPr/>
        </p:nvGrpSpPr>
        <p:grpSpPr>
          <a:xfrm>
            <a:off x="179512" y="3789040"/>
            <a:ext cx="8172908" cy="2463080"/>
            <a:chOff x="179512" y="3717032"/>
            <a:chExt cx="8172908" cy="2463080"/>
          </a:xfrm>
        </p:grpSpPr>
        <p:sp>
          <p:nvSpPr>
            <p:cNvPr id="14" name="TextBox 13"/>
            <p:cNvSpPr txBox="1"/>
            <p:nvPr/>
          </p:nvSpPr>
          <p:spPr>
            <a:xfrm>
              <a:off x="179512" y="3717032"/>
              <a:ext cx="5235101" cy="461665"/>
            </a:xfrm>
            <a:prstGeom prst="rect">
              <a:avLst/>
            </a:prstGeom>
            <a:noFill/>
          </p:spPr>
          <p:txBody>
            <a:bodyPr wrap="square" rtlCol="0">
              <a:spAutoFit/>
            </a:bodyPr>
            <a:lstStyle/>
            <a:p>
              <a:r>
                <a:rPr lang="en-US" altLang="zh-CN" dirty="0">
                  <a:solidFill>
                    <a:schemeClr val="bg1"/>
                  </a:solidFill>
                </a:rPr>
                <a:t>3.2 </a:t>
              </a:r>
              <a:r>
                <a:rPr lang="zh-CN" altLang="en-US" dirty="0">
                  <a:solidFill>
                    <a:schemeClr val="bg1"/>
                  </a:solidFill>
                </a:rPr>
                <a:t>从误差限到近似数的有效数字</a:t>
              </a:r>
            </a:p>
          </p:txBody>
        </p:sp>
        <p:sp>
          <p:nvSpPr>
            <p:cNvPr id="15" name="TextBox 14"/>
            <p:cNvSpPr txBox="1"/>
            <p:nvPr/>
          </p:nvSpPr>
          <p:spPr>
            <a:xfrm>
              <a:off x="899592" y="4437112"/>
              <a:ext cx="4777274" cy="461665"/>
            </a:xfrm>
            <a:prstGeom prst="rect">
              <a:avLst/>
            </a:prstGeom>
            <a:noFill/>
          </p:spPr>
          <p:txBody>
            <a:bodyPr wrap="square" rtlCol="0">
              <a:spAutoFit/>
            </a:bodyPr>
            <a:lstStyle/>
            <a:p>
              <a:r>
                <a:rPr lang="en-US" altLang="zh-CN" dirty="0">
                  <a:solidFill>
                    <a:schemeClr val="bg1"/>
                  </a:solidFill>
                </a:rPr>
                <a:t>Y1=X1+X2=1.1021+0.031=1.1331</a:t>
              </a:r>
              <a:endParaRPr lang="zh-CN" altLang="en-US" dirty="0">
                <a:solidFill>
                  <a:schemeClr val="bg1"/>
                </a:solidFill>
              </a:endParaRPr>
            </a:p>
          </p:txBody>
        </p:sp>
        <p:sp>
          <p:nvSpPr>
            <p:cNvPr id="16" name="TextBox 15"/>
            <p:cNvSpPr txBox="1"/>
            <p:nvPr/>
          </p:nvSpPr>
          <p:spPr>
            <a:xfrm>
              <a:off x="5648266" y="4437112"/>
              <a:ext cx="2567542" cy="461665"/>
            </a:xfrm>
            <a:prstGeom prst="rect">
              <a:avLst/>
            </a:prstGeom>
            <a:noFill/>
          </p:spPr>
          <p:txBody>
            <a:bodyPr wrap="square" rtlCol="0">
              <a:spAutoFit/>
            </a:bodyPr>
            <a:lstStyle/>
            <a:p>
              <a:r>
                <a:rPr lang="zh-CN" altLang="en-US" dirty="0">
                  <a:solidFill>
                    <a:schemeClr val="bg1"/>
                  </a:solidFill>
                </a:rPr>
                <a:t>几位有效数字？</a:t>
              </a:r>
            </a:p>
          </p:txBody>
        </p:sp>
        <mc:AlternateContent xmlns:mc="http://schemas.openxmlformats.org/markup-compatibility/2006" xmlns:a14="http://schemas.microsoft.com/office/drawing/2010/main">
          <mc:Choice Requires="a14">
            <p:sp>
              <p:nvSpPr>
                <p:cNvPr id="17" name="TextBox 16"/>
                <p:cNvSpPr txBox="1"/>
                <p:nvPr/>
              </p:nvSpPr>
              <p:spPr>
                <a:xfrm>
                  <a:off x="827584" y="4898777"/>
                  <a:ext cx="6925678"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a:rPr>
                          <m:t>𝜀</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𝑌</m:t>
                            </m:r>
                            <m:r>
                              <a:rPr lang="en-US" altLang="zh-CN" b="0" i="1" smtClean="0">
                                <a:solidFill>
                                  <a:schemeClr val="bg1"/>
                                </a:solidFill>
                                <a:latin typeface="Cambria Math"/>
                              </a:rPr>
                              <m:t>1</m:t>
                            </m:r>
                          </m:e>
                        </m:d>
                        <m:r>
                          <a:rPr lang="en-US" altLang="zh-CN" i="1" smtClean="0">
                            <a:solidFill>
                              <a:schemeClr val="bg1"/>
                            </a:solidFill>
                            <a:latin typeface="Cambria Math"/>
                          </a:rPr>
                          <m:t>=</m:t>
                        </m:r>
                        <m:r>
                          <a:rPr lang="zh-CN" altLang="en-US" i="1">
                            <a:solidFill>
                              <a:schemeClr val="bg1"/>
                            </a:solidFill>
                            <a:latin typeface="Cambria Math"/>
                          </a:rPr>
                          <m:t>𝜀</m:t>
                        </m:r>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a:rPr>
                              <m:t>𝑥</m:t>
                            </m:r>
                            <m:r>
                              <a:rPr lang="en-US" altLang="zh-CN" i="1">
                                <a:solidFill>
                                  <a:schemeClr val="bg1"/>
                                </a:solidFill>
                                <a:latin typeface="Cambria Math"/>
                              </a:rPr>
                              <m:t>1</m:t>
                            </m:r>
                          </m:e>
                        </m:d>
                        <m:r>
                          <a:rPr lang="en-US" altLang="zh-CN" b="0" i="1" smtClean="0">
                            <a:solidFill>
                              <a:schemeClr val="bg1"/>
                            </a:solidFill>
                            <a:latin typeface="Cambria Math"/>
                          </a:rPr>
                          <m:t>+</m:t>
                        </m:r>
                        <m:r>
                          <a:rPr lang="zh-CN" altLang="en-US" i="1">
                            <a:solidFill>
                              <a:schemeClr val="bg1"/>
                            </a:solidFill>
                            <a:latin typeface="Cambria Math"/>
                          </a:rPr>
                          <m:t>𝜀</m:t>
                        </m:r>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a:rPr>
                              <m:t>𝑥</m:t>
                            </m:r>
                            <m:r>
                              <a:rPr lang="en-US" altLang="zh-CN" b="0" i="1" smtClean="0">
                                <a:solidFill>
                                  <a:schemeClr val="bg1"/>
                                </a:solidFill>
                                <a:latin typeface="Cambria Math"/>
                              </a:rPr>
                              <m:t>2</m:t>
                            </m:r>
                          </m:e>
                        </m:d>
                        <m:r>
                          <a:rPr lang="en-US" altLang="zh-CN" b="0" i="1" smtClean="0">
                            <a:solidFill>
                              <a:schemeClr val="bg1"/>
                            </a:solidFill>
                            <a:latin typeface="Cambria Math"/>
                          </a:rPr>
                          <m:t>=</m:t>
                        </m:r>
                        <m:r>
                          <a:rPr lang="en-US" altLang="zh-CN" i="1" smtClean="0">
                            <a:solidFill>
                              <a:schemeClr val="bg1"/>
                            </a:solidFill>
                            <a:latin typeface="Cambria Math"/>
                          </a:rPr>
                          <m:t>0</m:t>
                        </m:r>
                        <m:r>
                          <a:rPr lang="en-US" altLang="zh-CN" b="0" i="1" smtClean="0">
                            <a:solidFill>
                              <a:schemeClr val="bg1"/>
                            </a:solidFill>
                            <a:latin typeface="Cambria Math"/>
                          </a:rPr>
                          <m:t>.55</m:t>
                        </m:r>
                        <m:r>
                          <a:rPr lang="en-US" altLang="zh-CN" i="1" smtClean="0">
                            <a:solidFill>
                              <a:schemeClr val="bg1"/>
                            </a:solidFill>
                            <a:latin typeface="Cambria Math"/>
                            <a:ea typeface="Cambria Math"/>
                          </a:rPr>
                          <m:t>×</m:t>
                        </m:r>
                        <m:sSup>
                          <m:sSupPr>
                            <m:ctrlPr>
                              <a:rPr lang="en-US" altLang="zh-CN" i="1" smtClean="0">
                                <a:solidFill>
                                  <a:schemeClr val="bg1"/>
                                </a:solidFill>
                                <a:latin typeface="Cambria Math" panose="02040503050406030204" pitchFamily="18" charset="0"/>
                                <a:ea typeface="Cambria Math"/>
                              </a:rPr>
                            </m:ctrlPr>
                          </m:sSupPr>
                          <m:e>
                            <m:r>
                              <a:rPr lang="en-US" altLang="zh-CN" b="0" i="1" smtClean="0">
                                <a:solidFill>
                                  <a:schemeClr val="bg1"/>
                                </a:solidFill>
                                <a:latin typeface="Cambria Math"/>
                                <a:ea typeface="Cambria Math"/>
                              </a:rPr>
                              <m:t>10</m:t>
                            </m:r>
                          </m:e>
                          <m:sup>
                            <m:r>
                              <a:rPr lang="en-US" altLang="zh-CN" b="0" i="1" smtClean="0">
                                <a:solidFill>
                                  <a:schemeClr val="bg1"/>
                                </a:solidFill>
                                <a:latin typeface="Cambria Math"/>
                                <a:ea typeface="Cambria Math"/>
                              </a:rPr>
                              <m:t>−3</m:t>
                            </m:r>
                          </m:sup>
                        </m:sSup>
                        <m:r>
                          <a:rPr lang="en-US" altLang="zh-CN" b="0" i="1" smtClean="0">
                            <a:solidFill>
                              <a:schemeClr val="bg1"/>
                            </a:solidFill>
                            <a:latin typeface="Cambria Math"/>
                            <a:ea typeface="Cambria Math"/>
                          </a:rPr>
                          <m:t>&lt;</m:t>
                        </m:r>
                        <m:f>
                          <m:fPr>
                            <m:ctrlPr>
                              <a:rPr lang="en-US" altLang="zh-CN" b="0" i="1" smtClean="0">
                                <a:solidFill>
                                  <a:schemeClr val="bg1"/>
                                </a:solidFill>
                                <a:latin typeface="Cambria Math" panose="02040503050406030204" pitchFamily="18" charset="0"/>
                                <a:ea typeface="Cambria Math"/>
                              </a:rPr>
                            </m:ctrlPr>
                          </m:fPr>
                          <m:num>
                            <m:r>
                              <a:rPr lang="en-US" altLang="zh-CN" b="0" i="1" smtClean="0">
                                <a:solidFill>
                                  <a:schemeClr val="bg1"/>
                                </a:solidFill>
                                <a:latin typeface="Cambria Math"/>
                                <a:ea typeface="Cambria Math"/>
                              </a:rPr>
                              <m:t>1</m:t>
                            </m:r>
                          </m:num>
                          <m:den>
                            <m:r>
                              <a:rPr lang="en-US" altLang="zh-CN" b="0" i="1" smtClean="0">
                                <a:solidFill>
                                  <a:schemeClr val="bg1"/>
                                </a:solidFill>
                                <a:latin typeface="Cambria Math"/>
                                <a:ea typeface="Cambria Math"/>
                              </a:rPr>
                              <m:t>2</m:t>
                            </m:r>
                          </m:den>
                        </m:f>
                        <m:r>
                          <a:rPr lang="en-US" altLang="zh-CN" i="1">
                            <a:solidFill>
                              <a:schemeClr val="bg1"/>
                            </a:solidFill>
                            <a:latin typeface="Cambria Math"/>
                            <a:ea typeface="Cambria Math"/>
                          </a:rPr>
                          <m:t>×</m:t>
                        </m:r>
                        <m:sSup>
                          <m:sSupPr>
                            <m:ctrlPr>
                              <a:rPr lang="en-US" altLang="zh-CN" i="1">
                                <a:solidFill>
                                  <a:schemeClr val="bg1"/>
                                </a:solidFill>
                                <a:latin typeface="Cambria Math" panose="02040503050406030204" pitchFamily="18" charset="0"/>
                                <a:ea typeface="Cambria Math"/>
                              </a:rPr>
                            </m:ctrlPr>
                          </m:sSupPr>
                          <m:e>
                            <m:r>
                              <a:rPr lang="en-US" altLang="zh-CN" i="1">
                                <a:solidFill>
                                  <a:schemeClr val="bg1"/>
                                </a:solidFill>
                                <a:latin typeface="Cambria Math"/>
                                <a:ea typeface="Cambria Math"/>
                              </a:rPr>
                              <m:t>10</m:t>
                            </m:r>
                          </m:e>
                          <m:sup>
                            <m:r>
                              <a:rPr lang="en-US" altLang="zh-CN" i="1">
                                <a:solidFill>
                                  <a:schemeClr val="bg1"/>
                                </a:solidFill>
                                <a:latin typeface="Cambria Math"/>
                                <a:ea typeface="Cambria Math"/>
                              </a:rPr>
                              <m:t>−</m:t>
                            </m:r>
                            <m:r>
                              <a:rPr lang="en-US" altLang="zh-CN" b="0" i="1" smtClean="0">
                                <a:solidFill>
                                  <a:schemeClr val="bg1"/>
                                </a:solidFill>
                                <a:latin typeface="Cambria Math"/>
                                <a:ea typeface="Cambria Math"/>
                              </a:rPr>
                              <m:t>2</m:t>
                            </m:r>
                          </m:sup>
                        </m:sSup>
                      </m:oMath>
                    </m:oMathPara>
                  </a14:m>
                  <a:endParaRPr lang="zh-CN" altLang="en-US" dirty="0">
                    <a:solidFill>
                      <a:schemeClr val="bg1"/>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827584" y="4898777"/>
                  <a:ext cx="6925678" cy="783804"/>
                </a:xfrm>
                <a:prstGeom prst="rect">
                  <a:avLst/>
                </a:prstGeom>
                <a:blipFill rotWithShape="1">
                  <a:blip r:embed="rId4"/>
                  <a:stretch>
                    <a:fillRect/>
                  </a:stretch>
                </a:blipFill>
              </p:spPr>
              <p:txBody>
                <a:bodyPr/>
                <a:lstStyle/>
                <a:p>
                  <a:r>
                    <a:rPr lang="zh-CN" altLang="en-US">
                      <a:noFill/>
                    </a:rPr>
                    <a:t> </a:t>
                  </a:r>
                </a:p>
              </p:txBody>
            </p:sp>
          </mc:Fallback>
        </mc:AlternateContent>
        <p:sp>
          <p:nvSpPr>
            <p:cNvPr id="18" name="TextBox 17"/>
            <p:cNvSpPr txBox="1"/>
            <p:nvPr/>
          </p:nvSpPr>
          <p:spPr>
            <a:xfrm>
              <a:off x="359532" y="5718447"/>
              <a:ext cx="7992888" cy="461665"/>
            </a:xfrm>
            <a:prstGeom prst="rect">
              <a:avLst/>
            </a:prstGeom>
            <a:noFill/>
          </p:spPr>
          <p:txBody>
            <a:bodyPr wrap="square" rtlCol="0">
              <a:spAutoFit/>
            </a:bodyPr>
            <a:lstStyle/>
            <a:p>
              <a:r>
                <a:rPr lang="zh-CN" altLang="en-US" dirty="0">
                  <a:solidFill>
                    <a:schemeClr val="bg1"/>
                  </a:solidFill>
                </a:rPr>
                <a:t>说明</a:t>
              </a:r>
              <a:r>
                <a:rPr lang="en-US" altLang="zh-CN" dirty="0">
                  <a:solidFill>
                    <a:schemeClr val="bg1"/>
                  </a:solidFill>
                </a:rPr>
                <a:t>Y1</a:t>
              </a:r>
              <a:r>
                <a:rPr lang="zh-CN" altLang="en-US" dirty="0">
                  <a:solidFill>
                    <a:schemeClr val="bg1"/>
                  </a:solidFill>
                </a:rPr>
                <a:t>在小数点后两位是精确的，其有效数字为</a:t>
              </a:r>
              <a:r>
                <a:rPr lang="en-US" altLang="zh-CN" dirty="0">
                  <a:solidFill>
                    <a:schemeClr val="bg1"/>
                  </a:solidFill>
                </a:rPr>
                <a:t>3</a:t>
              </a:r>
              <a:endParaRPr lang="zh-CN" altLang="en-US" dirty="0">
                <a:solidFill>
                  <a:schemeClr val="bg1"/>
                </a:solidFill>
              </a:endParaRPr>
            </a:p>
          </p:txBody>
        </p:sp>
      </p:grpSp>
      <p:sp>
        <p:nvSpPr>
          <p:cNvPr id="19" name="TextBox 18"/>
          <p:cNvSpPr txBox="1"/>
          <p:nvPr/>
        </p:nvSpPr>
        <p:spPr>
          <a:xfrm>
            <a:off x="6932037" y="1336412"/>
            <a:ext cx="2056520" cy="584775"/>
          </a:xfrm>
          <a:prstGeom prst="rect">
            <a:avLst/>
          </a:prstGeom>
          <a:noFill/>
        </p:spPr>
        <p:txBody>
          <a:bodyPr wrap="square" rtlCol="0">
            <a:spAutoFit/>
          </a:bodyPr>
          <a:lstStyle/>
          <a:p>
            <a:r>
              <a:rPr lang="zh-CN" altLang="en-US" sz="3200" dirty="0">
                <a:solidFill>
                  <a:schemeClr val="bg1"/>
                </a:solidFill>
              </a:rPr>
              <a:t>见习题 </a:t>
            </a:r>
            <a:r>
              <a:rPr lang="en-US" altLang="zh-CN" sz="3200" dirty="0">
                <a:solidFill>
                  <a:schemeClr val="bg1"/>
                </a:solidFill>
              </a:rPr>
              <a:t>4</a:t>
            </a:r>
            <a:endParaRPr lang="zh-CN" altLang="en-US" sz="3200" dirty="0">
              <a:solidFill>
                <a:schemeClr val="bg1"/>
              </a:solidFill>
            </a:endParaRPr>
          </a:p>
        </p:txBody>
      </p:sp>
    </p:spTree>
    <p:extLst>
      <p:ext uri="{BB962C8B-B14F-4D97-AF65-F5344CB8AC3E}">
        <p14:creationId xmlns:p14="http://schemas.microsoft.com/office/powerpoint/2010/main" val="325869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14</a:t>
            </a:fld>
            <a:endParaRPr lang="en-US" altLang="zh-CN"/>
          </a:p>
        </p:txBody>
      </p:sp>
      <p:sp>
        <p:nvSpPr>
          <p:cNvPr id="3" name="矩形 1"/>
          <p:cNvSpPr>
            <a:spLocks noChangeArrowheads="1"/>
          </p:cNvSpPr>
          <p:nvPr/>
        </p:nvSpPr>
        <p:spPr bwMode="auto">
          <a:xfrm>
            <a:off x="806450" y="1400175"/>
            <a:ext cx="5052986"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kumimoji="1" sz="3200" b="1">
                <a:solidFill>
                  <a:schemeClr val="hlink"/>
                </a:solidFill>
                <a:latin typeface="Arial" charset="0"/>
                <a:ea typeface="宋体" charset="-122"/>
              </a:defRPr>
            </a:lvl1pPr>
            <a:lvl2pPr marL="742950" indent="-285750">
              <a:spcBef>
                <a:spcPct val="20000"/>
              </a:spcBef>
              <a:buSzPct val="100000"/>
              <a:buChar char="–"/>
              <a:defRPr kumimoji="1" sz="2800" b="1">
                <a:solidFill>
                  <a:schemeClr val="tx2"/>
                </a:solidFill>
                <a:latin typeface="Arial" charset="0"/>
                <a:ea typeface="宋体" charset="-122"/>
              </a:defRPr>
            </a:lvl2pPr>
            <a:lvl3pPr marL="1143000" indent="-228600">
              <a:spcBef>
                <a:spcPct val="20000"/>
              </a:spcBef>
              <a:buSzPct val="100000"/>
              <a:buChar char="•"/>
              <a:defRPr kumimoji="1" sz="2400" b="1">
                <a:solidFill>
                  <a:schemeClr val="folHlink"/>
                </a:solidFill>
                <a:latin typeface="Arial" charset="0"/>
                <a:ea typeface="宋体" charset="-122"/>
              </a:defRPr>
            </a:lvl3pPr>
            <a:lvl4pPr marL="1600200" indent="-228600">
              <a:spcBef>
                <a:spcPct val="20000"/>
              </a:spcBef>
              <a:buSzPct val="100000"/>
              <a:buChar char="–"/>
              <a:defRPr kumimoji="1" sz="2000">
                <a:solidFill>
                  <a:schemeClr val="tx1"/>
                </a:solidFill>
                <a:latin typeface="Arial" charset="0"/>
                <a:ea typeface="宋体" charset="-122"/>
              </a:defRPr>
            </a:lvl4pPr>
            <a:lvl5pPr marL="2057400" indent="-228600">
              <a:spcBef>
                <a:spcPct val="20000"/>
              </a:spcBef>
              <a:buSzPct val="100000"/>
              <a:buChar char="•"/>
              <a:defRPr kumimoji="1" sz="2000">
                <a:solidFill>
                  <a:schemeClr val="tx1"/>
                </a:solidFill>
                <a:latin typeface="Arial" charset="0"/>
                <a:ea typeface="宋体"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9pPr>
          </a:lstStyle>
          <a:p>
            <a:pPr eaLnBrk="1" hangingPunct="1">
              <a:lnSpc>
                <a:spcPct val="150000"/>
              </a:lnSpc>
              <a:spcBef>
                <a:spcPct val="0"/>
              </a:spcBef>
              <a:buSzTx/>
              <a:buFontTx/>
              <a:buNone/>
            </a:pPr>
            <a:r>
              <a:rPr lang="en-US" altLang="zh-CN" sz="2800">
                <a:solidFill>
                  <a:schemeClr val="bg1"/>
                </a:solidFill>
                <a:latin typeface="Times New Roman" pitchFamily="18" charset="0"/>
              </a:rPr>
              <a:t>1</a:t>
            </a:r>
            <a:r>
              <a:rPr lang="zh-CN" altLang="en-US" sz="2800">
                <a:solidFill>
                  <a:schemeClr val="bg1"/>
                </a:solidFill>
                <a:latin typeface="Times New Roman" pitchFamily="18" charset="0"/>
              </a:rPr>
              <a:t>、</a:t>
            </a:r>
            <a:r>
              <a:rPr lang="zh-CN" altLang="en-US" sz="2800">
                <a:solidFill>
                  <a:schemeClr val="bg1"/>
                </a:solidFill>
                <a:latin typeface="宋体" charset="-122"/>
              </a:rPr>
              <a:t>注意避免两个相近数的相减</a:t>
            </a:r>
            <a:endParaRPr lang="zh-CN" altLang="en-US" sz="2800">
              <a:solidFill>
                <a:schemeClr val="bg1"/>
              </a:solidFill>
              <a:latin typeface="Times New Roman" pitchFamily="18" charset="0"/>
            </a:endParaRPr>
          </a:p>
        </p:txBody>
      </p:sp>
      <p:sp>
        <p:nvSpPr>
          <p:cNvPr id="4" name="矩形 3"/>
          <p:cNvSpPr>
            <a:spLocks noChangeArrowheads="1"/>
          </p:cNvSpPr>
          <p:nvPr/>
        </p:nvSpPr>
        <p:spPr bwMode="auto">
          <a:xfrm>
            <a:off x="827088" y="2466975"/>
            <a:ext cx="7608887"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kumimoji="1" sz="3200" b="1">
                <a:solidFill>
                  <a:schemeClr val="hlink"/>
                </a:solidFill>
                <a:latin typeface="Arial" charset="0"/>
                <a:ea typeface="宋体" charset="-122"/>
              </a:defRPr>
            </a:lvl1pPr>
            <a:lvl2pPr marL="742950" indent="-285750">
              <a:spcBef>
                <a:spcPct val="20000"/>
              </a:spcBef>
              <a:buSzPct val="100000"/>
              <a:buChar char="–"/>
              <a:defRPr kumimoji="1" sz="2800" b="1">
                <a:solidFill>
                  <a:schemeClr val="tx2"/>
                </a:solidFill>
                <a:latin typeface="Arial" charset="0"/>
                <a:ea typeface="宋体" charset="-122"/>
              </a:defRPr>
            </a:lvl2pPr>
            <a:lvl3pPr marL="1143000" indent="-228600">
              <a:spcBef>
                <a:spcPct val="20000"/>
              </a:spcBef>
              <a:buSzPct val="100000"/>
              <a:buChar char="•"/>
              <a:defRPr kumimoji="1" sz="2400" b="1">
                <a:solidFill>
                  <a:schemeClr val="folHlink"/>
                </a:solidFill>
                <a:latin typeface="Arial" charset="0"/>
                <a:ea typeface="宋体" charset="-122"/>
              </a:defRPr>
            </a:lvl3pPr>
            <a:lvl4pPr marL="1600200" indent="-228600">
              <a:spcBef>
                <a:spcPct val="20000"/>
              </a:spcBef>
              <a:buSzPct val="100000"/>
              <a:buChar char="–"/>
              <a:defRPr kumimoji="1" sz="2000">
                <a:solidFill>
                  <a:schemeClr val="tx1"/>
                </a:solidFill>
                <a:latin typeface="Arial" charset="0"/>
                <a:ea typeface="宋体" charset="-122"/>
              </a:defRPr>
            </a:lvl4pPr>
            <a:lvl5pPr marL="2057400" indent="-228600">
              <a:spcBef>
                <a:spcPct val="20000"/>
              </a:spcBef>
              <a:buSzPct val="100000"/>
              <a:buChar char="•"/>
              <a:defRPr kumimoji="1" sz="2000">
                <a:solidFill>
                  <a:schemeClr val="tx1"/>
                </a:solidFill>
                <a:latin typeface="Arial" charset="0"/>
                <a:ea typeface="宋体"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9pPr>
          </a:lstStyle>
          <a:p>
            <a:pPr eaLnBrk="1" hangingPunct="1">
              <a:lnSpc>
                <a:spcPct val="150000"/>
              </a:lnSpc>
              <a:spcBef>
                <a:spcPct val="0"/>
              </a:spcBef>
              <a:buSzTx/>
              <a:buFontTx/>
              <a:buNone/>
            </a:pPr>
            <a:r>
              <a:rPr lang="en-US" altLang="zh-CN" sz="2800">
                <a:solidFill>
                  <a:schemeClr val="bg1"/>
                </a:solidFill>
                <a:latin typeface="宋体" charset="-122"/>
              </a:rPr>
              <a:t>2</a:t>
            </a:r>
            <a:r>
              <a:rPr lang="zh-CN" altLang="en-US" sz="2800">
                <a:solidFill>
                  <a:schemeClr val="bg1"/>
                </a:solidFill>
                <a:latin typeface="宋体" charset="-122"/>
              </a:rPr>
              <a:t>、避免除数的绝对值远小于被除数的绝对值</a:t>
            </a:r>
          </a:p>
        </p:txBody>
      </p:sp>
      <p:sp>
        <p:nvSpPr>
          <p:cNvPr id="5" name="矩形 4"/>
          <p:cNvSpPr>
            <a:spLocks noChangeArrowheads="1"/>
          </p:cNvSpPr>
          <p:nvPr/>
        </p:nvSpPr>
        <p:spPr bwMode="auto">
          <a:xfrm>
            <a:off x="877888" y="3448050"/>
            <a:ext cx="3611886"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kumimoji="1" sz="3200" b="1">
                <a:solidFill>
                  <a:schemeClr val="hlink"/>
                </a:solidFill>
                <a:latin typeface="Arial" charset="0"/>
                <a:ea typeface="宋体" charset="-122"/>
              </a:defRPr>
            </a:lvl1pPr>
            <a:lvl2pPr marL="742950" indent="-285750">
              <a:spcBef>
                <a:spcPct val="20000"/>
              </a:spcBef>
              <a:buSzPct val="100000"/>
              <a:buChar char="–"/>
              <a:defRPr kumimoji="1" sz="2800" b="1">
                <a:solidFill>
                  <a:schemeClr val="tx2"/>
                </a:solidFill>
                <a:latin typeface="Arial" charset="0"/>
                <a:ea typeface="宋体" charset="-122"/>
              </a:defRPr>
            </a:lvl2pPr>
            <a:lvl3pPr marL="1143000" indent="-228600">
              <a:spcBef>
                <a:spcPct val="20000"/>
              </a:spcBef>
              <a:buSzPct val="100000"/>
              <a:buChar char="•"/>
              <a:defRPr kumimoji="1" sz="2400" b="1">
                <a:solidFill>
                  <a:schemeClr val="folHlink"/>
                </a:solidFill>
                <a:latin typeface="Arial" charset="0"/>
                <a:ea typeface="宋体" charset="-122"/>
              </a:defRPr>
            </a:lvl3pPr>
            <a:lvl4pPr marL="1600200" indent="-228600">
              <a:spcBef>
                <a:spcPct val="20000"/>
              </a:spcBef>
              <a:buSzPct val="100000"/>
              <a:buChar char="–"/>
              <a:defRPr kumimoji="1" sz="2000">
                <a:solidFill>
                  <a:schemeClr val="tx1"/>
                </a:solidFill>
                <a:latin typeface="Arial" charset="0"/>
                <a:ea typeface="宋体" charset="-122"/>
              </a:defRPr>
            </a:lvl4pPr>
            <a:lvl5pPr marL="2057400" indent="-228600">
              <a:spcBef>
                <a:spcPct val="20000"/>
              </a:spcBef>
              <a:buSzPct val="100000"/>
              <a:buChar char="•"/>
              <a:defRPr kumimoji="1" sz="2000">
                <a:solidFill>
                  <a:schemeClr val="tx1"/>
                </a:solidFill>
                <a:latin typeface="Arial" charset="0"/>
                <a:ea typeface="宋体"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9pPr>
          </a:lstStyle>
          <a:p>
            <a:pPr eaLnBrk="1" hangingPunct="1">
              <a:lnSpc>
                <a:spcPct val="150000"/>
              </a:lnSpc>
              <a:spcBef>
                <a:spcPct val="0"/>
              </a:spcBef>
              <a:buSzTx/>
              <a:buFontTx/>
              <a:buNone/>
            </a:pPr>
            <a:r>
              <a:rPr lang="en-US" altLang="zh-CN" sz="2800" dirty="0">
                <a:solidFill>
                  <a:schemeClr val="bg1"/>
                </a:solidFill>
                <a:latin typeface="宋体" charset="-122"/>
              </a:rPr>
              <a:t>3</a:t>
            </a:r>
            <a:r>
              <a:rPr lang="zh-CN" altLang="en-US" sz="2800" dirty="0">
                <a:solidFill>
                  <a:schemeClr val="bg1"/>
                </a:solidFill>
                <a:latin typeface="宋体" charset="-122"/>
              </a:rPr>
              <a:t>、防止大数吃掉小数</a:t>
            </a:r>
            <a:endParaRPr lang="zh-CN" altLang="en-US" sz="2800" dirty="0">
              <a:solidFill>
                <a:schemeClr val="bg1"/>
              </a:solidFill>
              <a:latin typeface="Times New Roman" pitchFamily="18" charset="0"/>
            </a:endParaRPr>
          </a:p>
        </p:txBody>
      </p:sp>
      <p:sp>
        <p:nvSpPr>
          <p:cNvPr id="6" name="矩形 5"/>
          <p:cNvSpPr>
            <a:spLocks noChangeArrowheads="1"/>
          </p:cNvSpPr>
          <p:nvPr/>
        </p:nvSpPr>
        <p:spPr bwMode="auto">
          <a:xfrm>
            <a:off x="877888" y="4430713"/>
            <a:ext cx="5235729"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kumimoji="1" sz="3200" b="1">
                <a:solidFill>
                  <a:schemeClr val="hlink"/>
                </a:solidFill>
                <a:latin typeface="Arial" charset="0"/>
                <a:ea typeface="宋体" charset="-122"/>
              </a:defRPr>
            </a:lvl1pPr>
            <a:lvl2pPr marL="742950" indent="-285750">
              <a:spcBef>
                <a:spcPct val="20000"/>
              </a:spcBef>
              <a:buSzPct val="100000"/>
              <a:buChar char="–"/>
              <a:defRPr kumimoji="1" sz="2800" b="1">
                <a:solidFill>
                  <a:schemeClr val="tx2"/>
                </a:solidFill>
                <a:latin typeface="Arial" charset="0"/>
                <a:ea typeface="宋体" charset="-122"/>
              </a:defRPr>
            </a:lvl2pPr>
            <a:lvl3pPr marL="1143000" indent="-228600">
              <a:spcBef>
                <a:spcPct val="20000"/>
              </a:spcBef>
              <a:buSzPct val="100000"/>
              <a:buChar char="•"/>
              <a:defRPr kumimoji="1" sz="2400" b="1">
                <a:solidFill>
                  <a:schemeClr val="folHlink"/>
                </a:solidFill>
                <a:latin typeface="Arial" charset="0"/>
                <a:ea typeface="宋体" charset="-122"/>
              </a:defRPr>
            </a:lvl3pPr>
            <a:lvl4pPr marL="1600200" indent="-228600">
              <a:spcBef>
                <a:spcPct val="20000"/>
              </a:spcBef>
              <a:buSzPct val="100000"/>
              <a:buChar char="–"/>
              <a:defRPr kumimoji="1" sz="2000">
                <a:solidFill>
                  <a:schemeClr val="tx1"/>
                </a:solidFill>
                <a:latin typeface="Arial" charset="0"/>
                <a:ea typeface="宋体" charset="-122"/>
              </a:defRPr>
            </a:lvl4pPr>
            <a:lvl5pPr marL="2057400" indent="-228600">
              <a:spcBef>
                <a:spcPct val="20000"/>
              </a:spcBef>
              <a:buSzPct val="100000"/>
              <a:buChar char="•"/>
              <a:defRPr kumimoji="1" sz="2000">
                <a:solidFill>
                  <a:schemeClr val="tx1"/>
                </a:solidFill>
                <a:latin typeface="Arial" charset="0"/>
                <a:ea typeface="宋体"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9pPr>
          </a:lstStyle>
          <a:p>
            <a:pPr eaLnBrk="1" hangingPunct="1">
              <a:lnSpc>
                <a:spcPct val="150000"/>
              </a:lnSpc>
              <a:spcBef>
                <a:spcPct val="0"/>
              </a:spcBef>
              <a:buSzTx/>
              <a:buFontTx/>
              <a:buNone/>
            </a:pPr>
            <a:r>
              <a:rPr lang="en-US" altLang="zh-CN" sz="2800">
                <a:solidFill>
                  <a:schemeClr val="bg1"/>
                </a:solidFill>
                <a:latin typeface="宋体" charset="-122"/>
              </a:rPr>
              <a:t>4</a:t>
            </a:r>
            <a:r>
              <a:rPr lang="zh-CN" altLang="en-US" sz="2800">
                <a:solidFill>
                  <a:schemeClr val="bg1"/>
                </a:solidFill>
                <a:latin typeface="宋体" charset="-122"/>
              </a:rPr>
              <a:t>、简化计算步骤</a:t>
            </a:r>
            <a:r>
              <a:rPr lang="en-US" altLang="zh-CN" sz="2800">
                <a:solidFill>
                  <a:schemeClr val="bg1"/>
                </a:solidFill>
                <a:latin typeface="宋体" charset="-122"/>
              </a:rPr>
              <a:t>,</a:t>
            </a:r>
            <a:r>
              <a:rPr lang="zh-CN" altLang="en-US" sz="2800">
                <a:solidFill>
                  <a:schemeClr val="bg1"/>
                </a:solidFill>
                <a:latin typeface="宋体" charset="-122"/>
              </a:rPr>
              <a:t>减少运算次数</a:t>
            </a:r>
            <a:endParaRPr lang="zh-CN" altLang="en-US" sz="2800">
              <a:solidFill>
                <a:schemeClr val="bg1"/>
              </a:solidFill>
              <a:latin typeface="Times New Roman" pitchFamily="18" charset="0"/>
            </a:endParaRPr>
          </a:p>
        </p:txBody>
      </p:sp>
      <p:sp>
        <p:nvSpPr>
          <p:cNvPr id="7" name="矩形 5"/>
          <p:cNvSpPr>
            <a:spLocks noChangeArrowheads="1"/>
          </p:cNvSpPr>
          <p:nvPr/>
        </p:nvSpPr>
        <p:spPr bwMode="auto">
          <a:xfrm>
            <a:off x="877888" y="5341938"/>
            <a:ext cx="3972562"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kumimoji="1" sz="3200" b="1">
                <a:solidFill>
                  <a:schemeClr val="hlink"/>
                </a:solidFill>
                <a:latin typeface="Arial" charset="0"/>
                <a:ea typeface="宋体" charset="-122"/>
              </a:defRPr>
            </a:lvl1pPr>
            <a:lvl2pPr marL="742950" indent="-285750">
              <a:spcBef>
                <a:spcPct val="20000"/>
              </a:spcBef>
              <a:buSzPct val="100000"/>
              <a:buChar char="–"/>
              <a:defRPr kumimoji="1" sz="2800" b="1">
                <a:solidFill>
                  <a:schemeClr val="tx2"/>
                </a:solidFill>
                <a:latin typeface="Arial" charset="0"/>
                <a:ea typeface="宋体" charset="-122"/>
              </a:defRPr>
            </a:lvl2pPr>
            <a:lvl3pPr marL="1143000" indent="-228600">
              <a:spcBef>
                <a:spcPct val="20000"/>
              </a:spcBef>
              <a:buSzPct val="100000"/>
              <a:buChar char="•"/>
              <a:defRPr kumimoji="1" sz="2400" b="1">
                <a:solidFill>
                  <a:schemeClr val="folHlink"/>
                </a:solidFill>
                <a:latin typeface="Arial" charset="0"/>
                <a:ea typeface="宋体" charset="-122"/>
              </a:defRPr>
            </a:lvl3pPr>
            <a:lvl4pPr marL="1600200" indent="-228600">
              <a:spcBef>
                <a:spcPct val="20000"/>
              </a:spcBef>
              <a:buSzPct val="100000"/>
              <a:buChar char="–"/>
              <a:defRPr kumimoji="1" sz="2000">
                <a:solidFill>
                  <a:schemeClr val="tx1"/>
                </a:solidFill>
                <a:latin typeface="Arial" charset="0"/>
                <a:ea typeface="宋体" charset="-122"/>
              </a:defRPr>
            </a:lvl4pPr>
            <a:lvl5pPr marL="2057400" indent="-228600">
              <a:spcBef>
                <a:spcPct val="20000"/>
              </a:spcBef>
              <a:buSzPct val="100000"/>
              <a:buChar char="•"/>
              <a:defRPr kumimoji="1" sz="2000">
                <a:solidFill>
                  <a:schemeClr val="tx1"/>
                </a:solidFill>
                <a:latin typeface="Arial" charset="0"/>
                <a:ea typeface="宋体"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宋体" charset="-122"/>
              </a:defRPr>
            </a:lvl9pPr>
          </a:lstStyle>
          <a:p>
            <a:pPr eaLnBrk="1" hangingPunct="1">
              <a:lnSpc>
                <a:spcPct val="150000"/>
              </a:lnSpc>
              <a:spcBef>
                <a:spcPct val="0"/>
              </a:spcBef>
              <a:buSzTx/>
              <a:buFontTx/>
              <a:buNone/>
            </a:pPr>
            <a:r>
              <a:rPr lang="en-US" altLang="zh-CN" sz="2800">
                <a:solidFill>
                  <a:schemeClr val="bg1"/>
                </a:solidFill>
                <a:latin typeface="宋体" charset="-122"/>
              </a:rPr>
              <a:t>5</a:t>
            </a:r>
            <a:r>
              <a:rPr lang="zh-CN" altLang="en-US" sz="2800">
                <a:solidFill>
                  <a:schemeClr val="bg1"/>
                </a:solidFill>
                <a:latin typeface="宋体" charset="-122"/>
              </a:rPr>
              <a:t>、设法控制误差的传播</a:t>
            </a:r>
            <a:endParaRPr lang="zh-CN" altLang="en-US" sz="2800">
              <a:solidFill>
                <a:schemeClr val="bg1"/>
              </a:solidFill>
              <a:latin typeface="Times New Roman" pitchFamily="18" charset="0"/>
            </a:endParaRPr>
          </a:p>
        </p:txBody>
      </p:sp>
      <p:sp>
        <p:nvSpPr>
          <p:cNvPr id="8" name="TextBox 7"/>
          <p:cNvSpPr txBox="1"/>
          <p:nvPr/>
        </p:nvSpPr>
        <p:spPr>
          <a:xfrm>
            <a:off x="179512" y="260648"/>
            <a:ext cx="7416824" cy="584775"/>
          </a:xfrm>
          <a:prstGeom prst="rect">
            <a:avLst/>
          </a:prstGeom>
          <a:noFill/>
        </p:spPr>
        <p:txBody>
          <a:bodyPr wrap="square" rtlCol="0">
            <a:spAutoFit/>
          </a:bodyPr>
          <a:lstStyle/>
          <a:p>
            <a:r>
              <a:rPr lang="en-US" altLang="zh-CN" sz="3200" dirty="0">
                <a:solidFill>
                  <a:schemeClr val="bg1"/>
                </a:solidFill>
              </a:rPr>
              <a:t>4. </a:t>
            </a:r>
            <a:r>
              <a:rPr lang="zh-CN" altLang="en-US" sz="3200" dirty="0">
                <a:solidFill>
                  <a:schemeClr val="bg1"/>
                </a:solidFill>
              </a:rPr>
              <a:t>数值运算中误差分析的方法与原则</a:t>
            </a:r>
          </a:p>
        </p:txBody>
      </p:sp>
    </p:spTree>
    <p:extLst>
      <p:ext uri="{BB962C8B-B14F-4D97-AF65-F5344CB8AC3E}">
        <p14:creationId xmlns:p14="http://schemas.microsoft.com/office/powerpoint/2010/main" val="394961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7" name="TextBox 12"/>
          <p:cNvSpPr txBox="1">
            <a:spLocks noChangeArrowheads="1"/>
          </p:cNvSpPr>
          <p:nvPr/>
        </p:nvSpPr>
        <p:spPr bwMode="auto">
          <a:xfrm>
            <a:off x="2555875" y="7938"/>
            <a:ext cx="3671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4000">
                <a:solidFill>
                  <a:schemeClr val="bg1"/>
                </a:solidFill>
              </a:rPr>
              <a:t>第二章 插值法</a:t>
            </a:r>
          </a:p>
        </p:txBody>
      </p:sp>
      <p:sp>
        <p:nvSpPr>
          <p:cNvPr id="3" name="TextBox 2"/>
          <p:cNvSpPr txBox="1"/>
          <p:nvPr/>
        </p:nvSpPr>
        <p:spPr>
          <a:xfrm>
            <a:off x="755576" y="1238807"/>
            <a:ext cx="4824536" cy="584775"/>
          </a:xfrm>
          <a:prstGeom prst="rect">
            <a:avLst/>
          </a:prstGeom>
          <a:noFill/>
        </p:spPr>
        <p:txBody>
          <a:bodyPr wrap="square" rtlCol="0">
            <a:spAutoFit/>
          </a:bodyPr>
          <a:lstStyle/>
          <a:p>
            <a:r>
              <a:rPr lang="en-US" altLang="zh-CN" sz="3200" b="1" dirty="0">
                <a:solidFill>
                  <a:schemeClr val="bg1"/>
                </a:solidFill>
              </a:rPr>
              <a:t>1. </a:t>
            </a:r>
            <a:r>
              <a:rPr lang="zh-CN" altLang="en-US" sz="3200" b="1" dirty="0">
                <a:solidFill>
                  <a:schemeClr val="bg1"/>
                </a:solidFill>
              </a:rPr>
              <a:t>插值问题的定义</a:t>
            </a:r>
          </a:p>
        </p:txBody>
      </p:sp>
      <p:sp>
        <p:nvSpPr>
          <p:cNvPr id="16" name="TextBox 15"/>
          <p:cNvSpPr txBox="1"/>
          <p:nvPr/>
        </p:nvSpPr>
        <p:spPr>
          <a:xfrm>
            <a:off x="812447" y="2564903"/>
            <a:ext cx="4824536" cy="584775"/>
          </a:xfrm>
          <a:prstGeom prst="rect">
            <a:avLst/>
          </a:prstGeom>
          <a:noFill/>
        </p:spPr>
        <p:txBody>
          <a:bodyPr wrap="square" rtlCol="0">
            <a:spAutoFit/>
          </a:bodyPr>
          <a:lstStyle/>
          <a:p>
            <a:r>
              <a:rPr lang="en-US" altLang="zh-CN" sz="3200" dirty="0">
                <a:solidFill>
                  <a:schemeClr val="bg1"/>
                </a:solidFill>
              </a:rPr>
              <a:t>2.</a:t>
            </a:r>
            <a:r>
              <a:rPr lang="zh-CN" altLang="en-US" sz="3200" b="1" kern="0" dirty="0">
                <a:solidFill>
                  <a:schemeClr val="bg1"/>
                </a:solidFill>
              </a:rPr>
              <a:t>拉格朗日插值公式</a:t>
            </a:r>
            <a:endParaRPr lang="zh-CN" altLang="en-US" sz="3200" kern="0" dirty="0">
              <a:solidFill>
                <a:schemeClr val="bg1"/>
              </a:solidFill>
            </a:endParaRPr>
          </a:p>
        </p:txBody>
      </p:sp>
      <p:sp>
        <p:nvSpPr>
          <p:cNvPr id="17" name="TextBox 16"/>
          <p:cNvSpPr txBox="1"/>
          <p:nvPr/>
        </p:nvSpPr>
        <p:spPr>
          <a:xfrm>
            <a:off x="836585" y="3768514"/>
            <a:ext cx="4824536" cy="584775"/>
          </a:xfrm>
          <a:prstGeom prst="rect">
            <a:avLst/>
          </a:prstGeom>
          <a:noFill/>
        </p:spPr>
        <p:txBody>
          <a:bodyPr wrap="square" rtlCol="0">
            <a:spAutoFit/>
          </a:bodyPr>
          <a:lstStyle/>
          <a:p>
            <a:r>
              <a:rPr lang="en-US" altLang="zh-CN" sz="3200" dirty="0">
                <a:solidFill>
                  <a:schemeClr val="bg1"/>
                </a:solidFill>
              </a:rPr>
              <a:t>3.</a:t>
            </a:r>
            <a:r>
              <a:rPr lang="zh-CN" altLang="en-US" sz="3200" b="1" kern="0" dirty="0">
                <a:solidFill>
                  <a:schemeClr val="bg1"/>
                </a:solidFill>
                <a:latin typeface="宋体" charset="-122"/>
              </a:rPr>
              <a:t>牛顿</a:t>
            </a:r>
            <a:r>
              <a:rPr lang="en-US" altLang="zh-CN" sz="3200" b="1" kern="0" dirty="0">
                <a:solidFill>
                  <a:schemeClr val="bg1"/>
                </a:solidFill>
                <a:latin typeface="宋体" charset="-122"/>
              </a:rPr>
              <a:t>(Newton)</a:t>
            </a:r>
            <a:r>
              <a:rPr lang="zh-CN" altLang="en-US" sz="3200" b="1" kern="0" dirty="0">
                <a:solidFill>
                  <a:schemeClr val="bg1"/>
                </a:solidFill>
                <a:latin typeface="宋体" charset="-122"/>
              </a:rPr>
              <a:t>插值</a:t>
            </a:r>
            <a:endParaRPr lang="zh-CN" altLang="en-US" sz="3200" kern="0" dirty="0">
              <a:solidFill>
                <a:schemeClr val="bg1"/>
              </a:solidFill>
            </a:endParaRPr>
          </a:p>
        </p:txBody>
      </p:sp>
      <p:sp>
        <p:nvSpPr>
          <p:cNvPr id="18" name="TextBox 17"/>
          <p:cNvSpPr txBox="1"/>
          <p:nvPr/>
        </p:nvSpPr>
        <p:spPr>
          <a:xfrm>
            <a:off x="889120" y="4941168"/>
            <a:ext cx="4824536" cy="584775"/>
          </a:xfrm>
          <a:prstGeom prst="rect">
            <a:avLst/>
          </a:prstGeom>
          <a:noFill/>
        </p:spPr>
        <p:txBody>
          <a:bodyPr wrap="square" rtlCol="0">
            <a:spAutoFit/>
          </a:bodyPr>
          <a:lstStyle/>
          <a:p>
            <a:r>
              <a:rPr lang="en-US" altLang="zh-CN" sz="3200" dirty="0">
                <a:solidFill>
                  <a:schemeClr val="bg1"/>
                </a:solidFill>
              </a:rPr>
              <a:t>4.</a:t>
            </a:r>
            <a:r>
              <a:rPr lang="zh-CN" altLang="en-US" sz="3200" b="1" kern="0" dirty="0">
                <a:solidFill>
                  <a:schemeClr val="bg1"/>
                </a:solidFill>
                <a:latin typeface="宋体" charset="-122"/>
              </a:rPr>
              <a:t>埃尔米特插值</a:t>
            </a:r>
            <a:endParaRPr lang="zh-CN" altLang="en-US" sz="3200" kern="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017618"/>
            <a:ext cx="1905000" cy="457200"/>
          </a:xfrm>
        </p:spPr>
        <p:txBody>
          <a:bodyPr/>
          <a:lstStyle/>
          <a:p>
            <a:pPr>
              <a:defRPr/>
            </a:pPr>
            <a:fld id="{4399E610-1F10-438B-98D1-A62A8D0D0294}" type="slidenum">
              <a:rPr lang="en-US" altLang="zh-CN" smtClean="0"/>
              <a:pPr>
                <a:defRPr/>
              </a:pPr>
              <a:t>16</a:t>
            </a:fld>
            <a:endParaRPr lang="en-US" altLang="zh-CN" dirty="0"/>
          </a:p>
        </p:txBody>
      </p:sp>
      <p:sp>
        <p:nvSpPr>
          <p:cNvPr id="5" name="灯片编号占位符 5"/>
          <p:cNvSpPr txBox="1">
            <a:spLocks/>
          </p:cNvSpPr>
          <p:nvPr/>
        </p:nvSpPr>
        <p:spPr bwMode="auto">
          <a:xfrm>
            <a:off x="6584842" y="5243686"/>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buChar char="•"/>
              <a:defRPr kumimoji="1" sz="3200" kern="1200">
                <a:solidFill>
                  <a:schemeClr val="tx1"/>
                </a:solidFill>
                <a:latin typeface="Times New Roman" pitchFamily="18" charset="0"/>
                <a:ea typeface="宋体"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itchFamily="18" charset="0"/>
                <a:ea typeface="宋体"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itchFamily="18" charset="0"/>
                <a:ea typeface="宋体"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itchFamily="18" charset="0"/>
                <a:ea typeface="宋体"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9pPr>
          </a:lstStyle>
          <a:p>
            <a:pPr eaLnBrk="1" hangingPunct="1">
              <a:spcBef>
                <a:spcPct val="0"/>
              </a:spcBef>
              <a:buFontTx/>
              <a:buNone/>
            </a:pPr>
            <a:fld id="{AD504595-163E-4766-96A0-508C1B7579AC}" type="slidenum">
              <a:rPr lang="en-US" altLang="zh-CN" sz="1400" smtClean="0"/>
              <a:pPr eaLnBrk="1" hangingPunct="1">
                <a:spcBef>
                  <a:spcPct val="0"/>
                </a:spcBef>
                <a:buFontTx/>
                <a:buNone/>
              </a:pPr>
              <a:t>16</a:t>
            </a:fld>
            <a:endParaRPr lang="en-US" altLang="zh-CN" sz="1400"/>
          </a:p>
        </p:txBody>
      </p:sp>
      <p:sp>
        <p:nvSpPr>
          <p:cNvPr id="6" name="Rectangle 3"/>
          <p:cNvSpPr txBox="1">
            <a:spLocks noChangeArrowheads="1"/>
          </p:cNvSpPr>
          <p:nvPr/>
        </p:nvSpPr>
        <p:spPr bwMode="auto">
          <a:xfrm>
            <a:off x="211030" y="44624"/>
            <a:ext cx="893297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lnSpc>
                <a:spcPct val="150000"/>
              </a:lnSpc>
              <a:buNone/>
            </a:pPr>
            <a:r>
              <a:rPr lang="en-US" altLang="zh-CN" b="1" kern="0" dirty="0">
                <a:solidFill>
                  <a:schemeClr val="bg1"/>
                </a:solidFill>
                <a:latin typeface="宋体" charset="-122"/>
              </a:rPr>
              <a:t>1. </a:t>
            </a:r>
            <a:r>
              <a:rPr lang="zh-CN" altLang="en-US" sz="3600" b="1" kern="0" dirty="0">
                <a:solidFill>
                  <a:schemeClr val="bg1"/>
                </a:solidFill>
                <a:latin typeface="宋体" charset="-122"/>
              </a:rPr>
              <a:t>插值问题的定义</a:t>
            </a:r>
            <a:r>
              <a:rPr lang="en-US" altLang="zh-CN" sz="3600" b="1" kern="0" dirty="0">
                <a:solidFill>
                  <a:schemeClr val="bg1"/>
                </a:solidFill>
                <a:latin typeface="宋体" charset="-122"/>
              </a:rPr>
              <a:t>:</a:t>
            </a:r>
            <a:r>
              <a:rPr lang="en-US" altLang="zh-CN" sz="3600" kern="0" dirty="0">
                <a:solidFill>
                  <a:schemeClr val="bg1"/>
                </a:solidFill>
              </a:rPr>
              <a:t> </a:t>
            </a:r>
          </a:p>
          <a:p>
            <a:pPr eaLnBrk="1" hangingPunct="1">
              <a:lnSpc>
                <a:spcPct val="150000"/>
              </a:lnSpc>
              <a:buFontTx/>
              <a:buNone/>
            </a:pPr>
            <a:r>
              <a:rPr lang="en-US" altLang="zh-CN" sz="2800" b="1" kern="0" dirty="0">
                <a:solidFill>
                  <a:schemeClr val="bg1"/>
                </a:solidFill>
              </a:rPr>
              <a:t>         </a:t>
            </a:r>
            <a:r>
              <a:rPr lang="zh-CN" altLang="en-US" sz="2800" b="1" kern="0" dirty="0">
                <a:solidFill>
                  <a:schemeClr val="bg1"/>
                </a:solidFill>
              </a:rPr>
              <a:t>已知函数                      在</a:t>
            </a:r>
            <a:r>
              <a:rPr lang="en-US" altLang="zh-CN" sz="2800" b="1" kern="0" dirty="0">
                <a:solidFill>
                  <a:schemeClr val="bg1"/>
                </a:solidFill>
              </a:rPr>
              <a:t>n+1</a:t>
            </a:r>
            <a:r>
              <a:rPr lang="zh-CN" altLang="en-US" sz="2800" b="1" kern="0" dirty="0">
                <a:solidFill>
                  <a:schemeClr val="bg1"/>
                </a:solidFill>
              </a:rPr>
              <a:t>个点</a:t>
            </a:r>
          </a:p>
          <a:p>
            <a:pPr eaLnBrk="1" hangingPunct="1">
              <a:lnSpc>
                <a:spcPct val="150000"/>
              </a:lnSpc>
              <a:buFontTx/>
              <a:buNone/>
            </a:pPr>
            <a:r>
              <a:rPr lang="zh-CN" altLang="en-US" sz="2800" b="1" kern="0" dirty="0">
                <a:solidFill>
                  <a:schemeClr val="bg1"/>
                </a:solidFill>
              </a:rPr>
              <a:t>上的函数值                                             </a:t>
            </a:r>
            <a:r>
              <a:rPr lang="en-US" altLang="zh-CN" sz="2800" b="1" kern="0" dirty="0">
                <a:solidFill>
                  <a:schemeClr val="bg1"/>
                </a:solidFill>
              </a:rPr>
              <a:t>, </a:t>
            </a:r>
            <a:r>
              <a:rPr lang="zh-CN" altLang="en-US" sz="2800" b="1" kern="0" dirty="0">
                <a:solidFill>
                  <a:schemeClr val="bg1"/>
                </a:solidFill>
              </a:rPr>
              <a:t>求一个</a:t>
            </a:r>
            <a:r>
              <a:rPr lang="zh-CN" altLang="en-US" sz="2800" b="1" kern="0" dirty="0">
                <a:solidFill>
                  <a:srgbClr val="FF0000"/>
                </a:solidFill>
              </a:rPr>
              <a:t>多项</a:t>
            </a:r>
          </a:p>
          <a:p>
            <a:pPr eaLnBrk="1" hangingPunct="1">
              <a:lnSpc>
                <a:spcPct val="150000"/>
              </a:lnSpc>
              <a:buFontTx/>
              <a:buNone/>
            </a:pPr>
            <a:r>
              <a:rPr lang="zh-CN" altLang="en-US" sz="2800" b="1" kern="0" dirty="0">
                <a:solidFill>
                  <a:srgbClr val="FF0000"/>
                </a:solidFill>
              </a:rPr>
              <a:t>式</a:t>
            </a:r>
            <a:r>
              <a:rPr lang="zh-CN" altLang="en-US" sz="2800" b="1" kern="0" dirty="0">
                <a:solidFill>
                  <a:schemeClr val="bg1"/>
                </a:solidFill>
              </a:rPr>
              <a:t>                     </a:t>
            </a:r>
            <a:r>
              <a:rPr lang="en-US" altLang="zh-CN" sz="2800" b="1" kern="0" dirty="0">
                <a:solidFill>
                  <a:schemeClr val="bg1"/>
                </a:solidFill>
              </a:rPr>
              <a:t>,  </a:t>
            </a:r>
            <a:r>
              <a:rPr lang="zh-CN" altLang="en-US" sz="2800" b="1" kern="0" dirty="0">
                <a:solidFill>
                  <a:schemeClr val="bg1"/>
                </a:solidFill>
              </a:rPr>
              <a:t>使其满足                                            。</a:t>
            </a:r>
            <a:endParaRPr lang="en-US" altLang="zh-CN" sz="2800" b="1" kern="0" dirty="0">
              <a:solidFill>
                <a:schemeClr val="bg1"/>
              </a:solidFill>
            </a:endParaRPr>
          </a:p>
          <a:p>
            <a:pPr eaLnBrk="1" hangingPunct="1">
              <a:lnSpc>
                <a:spcPct val="150000"/>
              </a:lnSpc>
              <a:buFontTx/>
              <a:buNone/>
            </a:pPr>
            <a:r>
              <a:rPr lang="zh-CN" altLang="en-US" sz="2800" b="1" kern="0" dirty="0">
                <a:solidFill>
                  <a:schemeClr val="bg1"/>
                </a:solidFill>
              </a:rPr>
              <a:t>即要求该多项式的函数曲线要经过                       上</a:t>
            </a:r>
          </a:p>
          <a:p>
            <a:pPr eaLnBrk="1" hangingPunct="1">
              <a:lnSpc>
                <a:spcPct val="150000"/>
              </a:lnSpc>
              <a:buFontTx/>
              <a:buNone/>
            </a:pPr>
            <a:r>
              <a:rPr lang="zh-CN" altLang="en-US" sz="2800" b="1" kern="0" dirty="0">
                <a:solidFill>
                  <a:schemeClr val="bg1"/>
                </a:solidFill>
              </a:rPr>
              <a:t>已知的这</a:t>
            </a:r>
            <a:r>
              <a:rPr lang="en-US" altLang="zh-CN" sz="2800" b="1" kern="0" dirty="0">
                <a:solidFill>
                  <a:schemeClr val="bg1"/>
                </a:solidFill>
              </a:rPr>
              <a:t>n+1</a:t>
            </a:r>
            <a:r>
              <a:rPr lang="zh-CN" altLang="en-US" sz="2800" b="1" kern="0" dirty="0">
                <a:solidFill>
                  <a:schemeClr val="bg1"/>
                </a:solidFill>
              </a:rPr>
              <a:t>个点                                               同时在</a:t>
            </a:r>
          </a:p>
          <a:p>
            <a:pPr eaLnBrk="1" hangingPunct="1">
              <a:lnSpc>
                <a:spcPct val="150000"/>
              </a:lnSpc>
              <a:buFontTx/>
              <a:buNone/>
            </a:pPr>
            <a:r>
              <a:rPr lang="zh-CN" altLang="en-US" sz="2800" b="1" kern="0" dirty="0">
                <a:solidFill>
                  <a:schemeClr val="bg1"/>
                </a:solidFill>
              </a:rPr>
              <a:t>其</a:t>
            </a:r>
            <a:r>
              <a:rPr lang="zh-CN" altLang="en-US" sz="2800" b="1" kern="0" dirty="0">
                <a:solidFill>
                  <a:schemeClr val="bg1"/>
                </a:solidFill>
                <a:latin typeface="宋体" charset="-122"/>
              </a:rPr>
              <a:t>它点          上</a:t>
            </a:r>
            <a:r>
              <a:rPr lang="zh-CN" altLang="en-US" sz="2800" b="1" kern="0" dirty="0">
                <a:solidFill>
                  <a:srgbClr val="FF0000"/>
                </a:solidFill>
                <a:latin typeface="宋体" charset="-122"/>
              </a:rPr>
              <a:t>估计误差</a:t>
            </a:r>
            <a:r>
              <a:rPr lang="zh-CN" altLang="en-US" sz="2800" b="1" kern="0" dirty="0">
                <a:solidFill>
                  <a:schemeClr val="bg1"/>
                </a:solidFill>
                <a:latin typeface="宋体" charset="-122"/>
              </a:rPr>
              <a:t>为                 。</a:t>
            </a:r>
            <a:r>
              <a:rPr lang="zh-CN" altLang="en-US" sz="2800" kern="0" dirty="0">
                <a:solidFill>
                  <a:schemeClr val="bg1"/>
                </a:solidFill>
              </a:rPr>
              <a:t> </a:t>
            </a:r>
          </a:p>
        </p:txBody>
      </p:sp>
      <p:graphicFrame>
        <p:nvGraphicFramePr>
          <p:cNvPr id="7" name="Object 4"/>
          <p:cNvGraphicFramePr>
            <a:graphicFrameLocks noChangeAspect="1"/>
          </p:cNvGraphicFramePr>
          <p:nvPr>
            <p:extLst>
              <p:ext uri="{D42A27DB-BD31-4B8C-83A1-F6EECF244321}">
                <p14:modId xmlns:p14="http://schemas.microsoft.com/office/powerpoint/2010/main" val="2169311145"/>
              </p:ext>
            </p:extLst>
          </p:nvPr>
        </p:nvGraphicFramePr>
        <p:xfrm>
          <a:off x="2699792" y="1124744"/>
          <a:ext cx="1487487" cy="517525"/>
        </p:xfrm>
        <a:graphic>
          <a:graphicData uri="http://schemas.openxmlformats.org/presentationml/2006/ole">
            <mc:AlternateContent xmlns:mc="http://schemas.openxmlformats.org/markup-compatibility/2006">
              <mc:Choice xmlns:v="urn:schemas-microsoft-com:vml" Requires="v">
                <p:oleObj name="Equation" r:id="rId2" imgW="583947" imgH="203112" progId="Equation.DSMT4">
                  <p:embed/>
                </p:oleObj>
              </mc:Choice>
              <mc:Fallback>
                <p:oleObj name="Equation" r:id="rId2" imgW="583947" imgH="203112"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124744"/>
                        <a:ext cx="1487487"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2877833664"/>
              </p:ext>
            </p:extLst>
          </p:nvPr>
        </p:nvGraphicFramePr>
        <p:xfrm>
          <a:off x="6321623" y="895375"/>
          <a:ext cx="2282825" cy="733425"/>
        </p:xfrm>
        <a:graphic>
          <a:graphicData uri="http://schemas.openxmlformats.org/presentationml/2006/ole">
            <mc:AlternateContent xmlns:mc="http://schemas.openxmlformats.org/markup-compatibility/2006">
              <mc:Choice xmlns:v="urn:schemas-microsoft-com:vml" Requires="v">
                <p:oleObj name="Equation" r:id="rId4" imgW="711200" imgH="228600" progId="Equation.DSMT4">
                  <p:embed/>
                </p:oleObj>
              </mc:Choice>
              <mc:Fallback>
                <p:oleObj name="Equation" r:id="rId4" imgW="7112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1623" y="895375"/>
                        <a:ext cx="2282825"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989166444"/>
              </p:ext>
            </p:extLst>
          </p:nvPr>
        </p:nvGraphicFramePr>
        <p:xfrm>
          <a:off x="2195736" y="1772816"/>
          <a:ext cx="3694113" cy="596900"/>
        </p:xfrm>
        <a:graphic>
          <a:graphicData uri="http://schemas.openxmlformats.org/presentationml/2006/ole">
            <mc:AlternateContent xmlns:mc="http://schemas.openxmlformats.org/markup-compatibility/2006">
              <mc:Choice xmlns:v="urn:schemas-microsoft-com:vml" Requires="v">
                <p:oleObj name="Equation" r:id="rId6" imgW="1574800" imgH="254000" progId="Equation.DSMT4">
                  <p:embed/>
                </p:oleObj>
              </mc:Choice>
              <mc:Fallback>
                <p:oleObj name="Equation" r:id="rId6" imgW="1574800" imgH="254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736" y="1772816"/>
                        <a:ext cx="3694113"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1970603958"/>
              </p:ext>
            </p:extLst>
          </p:nvPr>
        </p:nvGraphicFramePr>
        <p:xfrm>
          <a:off x="827584" y="2564904"/>
          <a:ext cx="1368425" cy="476250"/>
        </p:xfrm>
        <a:graphic>
          <a:graphicData uri="http://schemas.openxmlformats.org/presentationml/2006/ole">
            <mc:AlternateContent xmlns:mc="http://schemas.openxmlformats.org/markup-compatibility/2006">
              <mc:Choice xmlns:v="urn:schemas-microsoft-com:vml" Requires="v">
                <p:oleObj name="Equation" r:id="rId8" imgW="583947" imgH="203112" progId="Equation.DSMT4">
                  <p:embed/>
                </p:oleObj>
              </mc:Choice>
              <mc:Fallback>
                <p:oleObj name="Equation" r:id="rId8" imgW="583947" imgH="20311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584" y="2564904"/>
                        <a:ext cx="13684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3545945236"/>
              </p:ext>
            </p:extLst>
          </p:nvPr>
        </p:nvGraphicFramePr>
        <p:xfrm>
          <a:off x="4427984" y="2492896"/>
          <a:ext cx="3390900" cy="568325"/>
        </p:xfrm>
        <a:graphic>
          <a:graphicData uri="http://schemas.openxmlformats.org/presentationml/2006/ole">
            <mc:AlternateContent xmlns:mc="http://schemas.openxmlformats.org/markup-compatibility/2006">
              <mc:Choice xmlns:v="urn:schemas-microsoft-com:vml" Requires="v">
                <p:oleObj name="Equation" r:id="rId10" imgW="1511300" imgH="254000" progId="Equation.DSMT4">
                  <p:embed/>
                </p:oleObj>
              </mc:Choice>
              <mc:Fallback>
                <p:oleObj name="Equation" r:id="rId10" imgW="1511300" imgH="2540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7984" y="2492896"/>
                        <a:ext cx="33909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443988868"/>
              </p:ext>
            </p:extLst>
          </p:nvPr>
        </p:nvGraphicFramePr>
        <p:xfrm>
          <a:off x="6012160" y="3284984"/>
          <a:ext cx="1344621" cy="467262"/>
        </p:xfrm>
        <a:graphic>
          <a:graphicData uri="http://schemas.openxmlformats.org/presentationml/2006/ole">
            <mc:AlternateContent xmlns:mc="http://schemas.openxmlformats.org/markup-compatibility/2006">
              <mc:Choice xmlns:v="urn:schemas-microsoft-com:vml" Requires="v">
                <p:oleObj name="Equation" r:id="rId12" imgW="583947" imgH="203112" progId="Equation.DSMT4">
                  <p:embed/>
                </p:oleObj>
              </mc:Choice>
              <mc:Fallback>
                <p:oleObj name="Equation" r:id="rId12" imgW="583947" imgH="203112"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2160" y="3284984"/>
                        <a:ext cx="1344621" cy="467262"/>
                      </a:xfrm>
                      <a:prstGeom prst="rect">
                        <a:avLst/>
                      </a:prstGeom>
                      <a:noFill/>
                      <a:ln>
                        <a:noFill/>
                      </a:ln>
                      <a:effec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654646486"/>
              </p:ext>
            </p:extLst>
          </p:nvPr>
        </p:nvGraphicFramePr>
        <p:xfrm>
          <a:off x="3203848" y="3933056"/>
          <a:ext cx="3770312" cy="558800"/>
        </p:xfrm>
        <a:graphic>
          <a:graphicData uri="http://schemas.openxmlformats.org/presentationml/2006/ole">
            <mc:AlternateContent xmlns:mc="http://schemas.openxmlformats.org/markup-compatibility/2006">
              <mc:Choice xmlns:v="urn:schemas-microsoft-com:vml" Requires="v">
                <p:oleObj name="Equation" r:id="rId14" imgW="1714500" imgH="254000" progId="Equation.DSMT4">
                  <p:embed/>
                </p:oleObj>
              </mc:Choice>
              <mc:Fallback>
                <p:oleObj name="Equation" r:id="rId14" imgW="1714500" imgH="2540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3848" y="3933056"/>
                        <a:ext cx="3770312"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2101649292"/>
              </p:ext>
            </p:extLst>
          </p:nvPr>
        </p:nvGraphicFramePr>
        <p:xfrm>
          <a:off x="1579455" y="4649763"/>
          <a:ext cx="1331912" cy="579437"/>
        </p:xfrm>
        <a:graphic>
          <a:graphicData uri="http://schemas.openxmlformats.org/presentationml/2006/ole">
            <mc:AlternateContent xmlns:mc="http://schemas.openxmlformats.org/markup-compatibility/2006">
              <mc:Choice xmlns:v="urn:schemas-microsoft-com:vml" Requires="v">
                <p:oleObj name="Equation" r:id="rId16" imgW="583947" imgH="253890" progId="Equation.DSMT4">
                  <p:embed/>
                </p:oleObj>
              </mc:Choice>
              <mc:Fallback>
                <p:oleObj name="Equation" r:id="rId16" imgW="583947" imgH="25389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79455" y="4649763"/>
                        <a:ext cx="133191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5"/>
          <p:cNvGraphicFramePr>
            <a:graphicFrameLocks noChangeAspect="1"/>
          </p:cNvGraphicFramePr>
          <p:nvPr>
            <p:extLst>
              <p:ext uri="{D42A27DB-BD31-4B8C-83A1-F6EECF244321}">
                <p14:modId xmlns:p14="http://schemas.microsoft.com/office/powerpoint/2010/main" val="3122972826"/>
              </p:ext>
            </p:extLst>
          </p:nvPr>
        </p:nvGraphicFramePr>
        <p:xfrm>
          <a:off x="5395805" y="4653136"/>
          <a:ext cx="2895600" cy="590550"/>
        </p:xfrm>
        <a:graphic>
          <a:graphicData uri="http://schemas.openxmlformats.org/presentationml/2006/ole">
            <mc:AlternateContent xmlns:mc="http://schemas.openxmlformats.org/markup-compatibility/2006">
              <mc:Choice xmlns:v="urn:schemas-microsoft-com:vml" Requires="v">
                <p:oleObj name="Equation" r:id="rId18" imgW="685800" imgH="139700" progId="Equation.DSMT4">
                  <p:embed/>
                </p:oleObj>
              </mc:Choice>
              <mc:Fallback>
                <p:oleObj name="Equation" r:id="rId18" imgW="685800" imgH="1397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95805" y="4653136"/>
                        <a:ext cx="289560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64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10"/>
          <p:cNvSpPr>
            <a:spLocks noChangeArrowheads="1"/>
          </p:cNvSpPr>
          <p:nvPr/>
        </p:nvSpPr>
        <p:spPr bwMode="auto">
          <a:xfrm>
            <a:off x="215900" y="765175"/>
            <a:ext cx="856932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50000"/>
              </a:lnSpc>
            </a:pPr>
            <a:r>
              <a:rPr lang="en-US" altLang="zh-CN" sz="2800" b="1" dirty="0">
                <a:solidFill>
                  <a:schemeClr val="bg1"/>
                </a:solidFill>
                <a:latin typeface="宋体" charset="-122"/>
              </a:rPr>
              <a:t>2.1 </a:t>
            </a:r>
            <a:r>
              <a:rPr lang="zh-CN" altLang="en-US" sz="2800" b="1" dirty="0">
                <a:solidFill>
                  <a:schemeClr val="bg1"/>
                </a:solidFill>
                <a:latin typeface="宋体" charset="-122"/>
              </a:rPr>
              <a:t>插值基函数</a:t>
            </a:r>
            <a:endParaRPr lang="zh-CN" altLang="en-US" sz="2800" dirty="0">
              <a:solidFill>
                <a:schemeClr val="bg1"/>
              </a:solidFill>
            </a:endParaRPr>
          </a:p>
          <a:p>
            <a:pPr eaLnBrk="1" hangingPunct="1">
              <a:lnSpc>
                <a:spcPct val="150000"/>
              </a:lnSpc>
            </a:pPr>
            <a:r>
              <a:rPr lang="zh-CN" altLang="en-US" sz="2800" b="1" dirty="0">
                <a:solidFill>
                  <a:schemeClr val="bg1"/>
                </a:solidFill>
                <a:latin typeface="宋体" charset="-122"/>
              </a:rPr>
              <a:t>    过</a:t>
            </a:r>
            <a:r>
              <a:rPr lang="en-US" altLang="zh-CN" sz="2800" b="1" dirty="0">
                <a:solidFill>
                  <a:schemeClr val="bg1"/>
                </a:solidFill>
                <a:latin typeface="宋体" charset="-122"/>
              </a:rPr>
              <a:t>n+1</a:t>
            </a:r>
            <a:r>
              <a:rPr lang="zh-CN" altLang="en-US" sz="2800" b="1" dirty="0">
                <a:solidFill>
                  <a:schemeClr val="bg1"/>
                </a:solidFill>
                <a:latin typeface="宋体" charset="-122"/>
              </a:rPr>
              <a:t>个不同的点分别决定</a:t>
            </a:r>
            <a:r>
              <a:rPr lang="en-US" altLang="zh-CN" sz="2800" b="1" dirty="0">
                <a:solidFill>
                  <a:schemeClr val="bg1"/>
                </a:solidFill>
                <a:latin typeface="宋体" charset="-122"/>
              </a:rPr>
              <a:t>n+1</a:t>
            </a:r>
            <a:r>
              <a:rPr lang="zh-CN" altLang="en-US" sz="2800" b="1" dirty="0">
                <a:solidFill>
                  <a:schemeClr val="bg1"/>
                </a:solidFill>
                <a:latin typeface="宋体" charset="-122"/>
              </a:rPr>
              <a:t>个</a:t>
            </a:r>
            <a:r>
              <a:rPr lang="en-US" altLang="zh-CN" sz="2800" b="1" dirty="0">
                <a:solidFill>
                  <a:schemeClr val="bg1"/>
                </a:solidFill>
                <a:latin typeface="宋体" charset="-122"/>
              </a:rPr>
              <a:t>n</a:t>
            </a:r>
            <a:r>
              <a:rPr lang="zh-CN" altLang="en-US" sz="2800" b="1" dirty="0">
                <a:solidFill>
                  <a:schemeClr val="bg1"/>
                </a:solidFill>
                <a:latin typeface="宋体" charset="-122"/>
              </a:rPr>
              <a:t>次插值基函数</a:t>
            </a:r>
          </a:p>
          <a:p>
            <a:pPr eaLnBrk="1" hangingPunct="1">
              <a:lnSpc>
                <a:spcPct val="150000"/>
              </a:lnSpc>
            </a:pPr>
            <a:endParaRPr lang="zh-CN" altLang="en-US" sz="2800" b="1" dirty="0">
              <a:solidFill>
                <a:schemeClr val="bg1"/>
              </a:solidFill>
              <a:latin typeface="宋体" charset="-122"/>
            </a:endParaRPr>
          </a:p>
          <a:p>
            <a:pPr eaLnBrk="1" hangingPunct="1">
              <a:lnSpc>
                <a:spcPct val="150000"/>
              </a:lnSpc>
            </a:pPr>
            <a:r>
              <a:rPr lang="zh-CN" altLang="en-US" sz="2800" b="1" dirty="0">
                <a:solidFill>
                  <a:schemeClr val="bg1"/>
                </a:solidFill>
                <a:latin typeface="宋体" charset="-122"/>
              </a:rPr>
              <a:t>每个</a:t>
            </a:r>
            <a:r>
              <a:rPr lang="zh-CN" altLang="en-US" sz="2800" b="1" dirty="0">
                <a:solidFill>
                  <a:srgbClr val="FF0000"/>
                </a:solidFill>
                <a:latin typeface="宋体" charset="-122"/>
              </a:rPr>
              <a:t>插值基本多项式</a:t>
            </a:r>
            <a:r>
              <a:rPr lang="zh-CN" altLang="en-US" sz="2800" b="1" dirty="0">
                <a:solidFill>
                  <a:schemeClr val="bg1"/>
                </a:solidFill>
                <a:latin typeface="宋体" charset="-122"/>
              </a:rPr>
              <a:t>      满足：</a:t>
            </a:r>
          </a:p>
          <a:p>
            <a:pPr eaLnBrk="1" hangingPunct="1">
              <a:lnSpc>
                <a:spcPct val="150000"/>
              </a:lnSpc>
            </a:pPr>
            <a:r>
              <a:rPr lang="en-US" altLang="zh-CN" sz="2800" b="1" dirty="0">
                <a:solidFill>
                  <a:schemeClr val="bg1"/>
                </a:solidFill>
                <a:latin typeface="宋体" charset="-122"/>
              </a:rPr>
              <a:t>(1).      </a:t>
            </a:r>
            <a:r>
              <a:rPr lang="zh-CN" altLang="en-US" sz="2800" b="1" dirty="0">
                <a:solidFill>
                  <a:schemeClr val="bg1"/>
                </a:solidFill>
                <a:latin typeface="宋体" charset="-122"/>
              </a:rPr>
              <a:t>是</a:t>
            </a:r>
            <a:r>
              <a:rPr lang="en-US" altLang="zh-CN" sz="2800" b="1" dirty="0">
                <a:solidFill>
                  <a:schemeClr val="bg1"/>
                </a:solidFill>
                <a:latin typeface="宋体" charset="-122"/>
              </a:rPr>
              <a:t>n</a:t>
            </a:r>
            <a:r>
              <a:rPr lang="zh-CN" altLang="en-US" sz="2800" b="1" dirty="0">
                <a:solidFill>
                  <a:schemeClr val="bg1"/>
                </a:solidFill>
                <a:latin typeface="宋体" charset="-122"/>
              </a:rPr>
              <a:t>次多项式</a:t>
            </a:r>
            <a:r>
              <a:rPr lang="en-US" altLang="zh-CN" sz="2800" b="1" dirty="0">
                <a:solidFill>
                  <a:schemeClr val="bg1"/>
                </a:solidFill>
                <a:latin typeface="宋体" charset="-122"/>
              </a:rPr>
              <a:t>;</a:t>
            </a:r>
          </a:p>
          <a:p>
            <a:pPr eaLnBrk="1" hangingPunct="1">
              <a:lnSpc>
                <a:spcPct val="150000"/>
              </a:lnSpc>
            </a:pPr>
            <a:r>
              <a:rPr lang="en-US" altLang="zh-CN" sz="2800" b="1" dirty="0">
                <a:solidFill>
                  <a:schemeClr val="bg1"/>
                </a:solidFill>
                <a:latin typeface="宋体" charset="-122"/>
              </a:rPr>
              <a:t>(2).        </a:t>
            </a:r>
            <a:r>
              <a:rPr lang="zh-CN" altLang="en-US" sz="2800" b="1" dirty="0">
                <a:solidFill>
                  <a:schemeClr val="bg1"/>
                </a:solidFill>
                <a:latin typeface="宋体" charset="-122"/>
              </a:rPr>
              <a:t>，而在其它</a:t>
            </a:r>
            <a:r>
              <a:rPr lang="en-US" altLang="zh-CN" sz="2800" b="1" dirty="0">
                <a:solidFill>
                  <a:schemeClr val="bg1"/>
                </a:solidFill>
                <a:latin typeface="宋体" charset="-122"/>
              </a:rPr>
              <a:t>n</a:t>
            </a:r>
            <a:r>
              <a:rPr lang="zh-CN" altLang="en-US" sz="2800" b="1" dirty="0">
                <a:solidFill>
                  <a:schemeClr val="bg1"/>
                </a:solidFill>
                <a:latin typeface="宋体" charset="-122"/>
              </a:rPr>
              <a:t>个点              。</a:t>
            </a:r>
            <a:endParaRPr lang="zh-CN" altLang="en-US" sz="2800" dirty="0">
              <a:solidFill>
                <a:schemeClr val="bg1"/>
              </a:solidFill>
            </a:endParaRPr>
          </a:p>
        </p:txBody>
      </p:sp>
      <p:sp>
        <p:nvSpPr>
          <p:cNvPr id="12291"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DEAF5602-D4A5-4E5A-B6FA-3B8D860B98FC}" type="slidenum">
              <a:rPr lang="en-US" altLang="zh-CN" sz="1400"/>
              <a:pPr eaLnBrk="1" hangingPunct="1"/>
              <a:t>17</a:t>
            </a:fld>
            <a:endParaRPr lang="en-US" altLang="zh-CN" sz="1400"/>
          </a:p>
        </p:txBody>
      </p:sp>
      <p:sp>
        <p:nvSpPr>
          <p:cNvPr id="5" name="Rectangle 2"/>
          <p:cNvSpPr txBox="1">
            <a:spLocks noChangeArrowheads="1"/>
          </p:cNvSpPr>
          <p:nvPr/>
        </p:nvSpPr>
        <p:spPr>
          <a:xfrm>
            <a:off x="250825" y="115888"/>
            <a:ext cx="7772400" cy="45720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eaLnBrk="1" hangingPunct="1">
              <a:defRPr/>
            </a:pPr>
            <a:r>
              <a:rPr lang="en-US" altLang="zh-CN" sz="3200" b="1" kern="0" dirty="0">
                <a:solidFill>
                  <a:schemeClr val="bg1"/>
                </a:solidFill>
              </a:rPr>
              <a:t>§2.</a:t>
            </a:r>
            <a:r>
              <a:rPr lang="zh-CN" altLang="en-US" sz="3200" b="1" kern="0" dirty="0">
                <a:solidFill>
                  <a:schemeClr val="bg1"/>
                </a:solidFill>
              </a:rPr>
              <a:t>拉格朗日插值公式</a:t>
            </a:r>
            <a:endParaRPr lang="zh-CN" altLang="en-US" sz="3200" kern="0" dirty="0">
              <a:solidFill>
                <a:schemeClr val="bg1"/>
              </a:solidFill>
            </a:endParaRPr>
          </a:p>
        </p:txBody>
      </p:sp>
      <p:graphicFrame>
        <p:nvGraphicFramePr>
          <p:cNvPr id="12293" name="对象 5"/>
          <p:cNvGraphicFramePr>
            <a:graphicFrameLocks noChangeAspect="1"/>
          </p:cNvGraphicFramePr>
          <p:nvPr/>
        </p:nvGraphicFramePr>
        <p:xfrm>
          <a:off x="1116013" y="4149725"/>
          <a:ext cx="1339850" cy="560388"/>
        </p:xfrm>
        <a:graphic>
          <a:graphicData uri="http://schemas.openxmlformats.org/presentationml/2006/ole">
            <mc:AlternateContent xmlns:mc="http://schemas.openxmlformats.org/markup-compatibility/2006">
              <mc:Choice xmlns:v="urn:schemas-microsoft-com:vml" Requires="v">
                <p:oleObj name="Equation" r:id="rId2" imgW="545863" imgH="228501" progId="Equation.DSMT4">
                  <p:embed/>
                </p:oleObj>
              </mc:Choice>
              <mc:Fallback>
                <p:oleObj name="Equation" r:id="rId2" imgW="545863" imgH="228501"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149725"/>
                        <a:ext cx="133985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对象 6"/>
          <p:cNvGraphicFramePr>
            <a:graphicFrameLocks noChangeAspect="1"/>
          </p:cNvGraphicFramePr>
          <p:nvPr>
            <p:extLst>
              <p:ext uri="{D42A27DB-BD31-4B8C-83A1-F6EECF244321}">
                <p14:modId xmlns:p14="http://schemas.microsoft.com/office/powerpoint/2010/main" val="2896162585"/>
              </p:ext>
            </p:extLst>
          </p:nvPr>
        </p:nvGraphicFramePr>
        <p:xfrm>
          <a:off x="1187450" y="3471664"/>
          <a:ext cx="920750" cy="533400"/>
        </p:xfrm>
        <a:graphic>
          <a:graphicData uri="http://schemas.openxmlformats.org/presentationml/2006/ole">
            <mc:AlternateContent xmlns:mc="http://schemas.openxmlformats.org/markup-compatibility/2006">
              <mc:Choice xmlns:v="urn:schemas-microsoft-com:vml" Requires="v">
                <p:oleObj name="Equation" r:id="rId4" imgW="317362" imgH="228501" progId="Equation.DSMT4">
                  <p:embed/>
                </p:oleObj>
              </mc:Choice>
              <mc:Fallback>
                <p:oleObj name="Equation" r:id="rId4" imgW="317362" imgH="228501"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3471664"/>
                        <a:ext cx="9207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对象 7"/>
          <p:cNvGraphicFramePr>
            <a:graphicFrameLocks noChangeAspect="1"/>
          </p:cNvGraphicFramePr>
          <p:nvPr/>
        </p:nvGraphicFramePr>
        <p:xfrm>
          <a:off x="5292725" y="4076700"/>
          <a:ext cx="2438400" cy="593725"/>
        </p:xfrm>
        <a:graphic>
          <a:graphicData uri="http://schemas.openxmlformats.org/presentationml/2006/ole">
            <mc:AlternateContent xmlns:mc="http://schemas.openxmlformats.org/markup-compatibility/2006">
              <mc:Choice xmlns:v="urn:schemas-microsoft-com:vml" Requires="v">
                <p:oleObj name="Equation" r:id="rId6" imgW="1040948" imgH="253890" progId="Equation.DSMT4">
                  <p:embed/>
                </p:oleObj>
              </mc:Choice>
              <mc:Fallback>
                <p:oleObj name="Equation" r:id="rId6" imgW="1040948" imgH="253890" progId="Equation.DSMT4">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725" y="4076700"/>
                        <a:ext cx="243840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对象 8"/>
          <p:cNvGraphicFramePr>
            <a:graphicFrameLocks noChangeAspect="1"/>
          </p:cNvGraphicFramePr>
          <p:nvPr/>
        </p:nvGraphicFramePr>
        <p:xfrm>
          <a:off x="2555875" y="2060575"/>
          <a:ext cx="4267200" cy="544513"/>
        </p:xfrm>
        <a:graphic>
          <a:graphicData uri="http://schemas.openxmlformats.org/presentationml/2006/ole">
            <mc:AlternateContent xmlns:mc="http://schemas.openxmlformats.org/markup-compatibility/2006">
              <mc:Choice xmlns:v="urn:schemas-microsoft-com:vml" Requires="v">
                <p:oleObj name="Equation" r:id="rId8" imgW="1193800" imgH="228600" progId="Equation.DSMT4">
                  <p:embed/>
                </p:oleObj>
              </mc:Choice>
              <mc:Fallback>
                <p:oleObj name="Equation" r:id="rId8" imgW="1193800" imgH="228600" progId="Equation.DSMT4">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5875" y="2060575"/>
                        <a:ext cx="426720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对象 9"/>
          <p:cNvGraphicFramePr>
            <a:graphicFrameLocks noChangeAspect="1"/>
          </p:cNvGraphicFramePr>
          <p:nvPr/>
        </p:nvGraphicFramePr>
        <p:xfrm>
          <a:off x="3714750" y="2852738"/>
          <a:ext cx="844550" cy="533400"/>
        </p:xfrm>
        <a:graphic>
          <a:graphicData uri="http://schemas.openxmlformats.org/presentationml/2006/ole">
            <mc:AlternateContent xmlns:mc="http://schemas.openxmlformats.org/markup-compatibility/2006">
              <mc:Choice xmlns:v="urn:schemas-microsoft-com:vml" Requires="v">
                <p:oleObj name="Equation" r:id="rId4" imgW="317362" imgH="228501" progId="Equation.DSMT4">
                  <p:embed/>
                </p:oleObj>
              </mc:Choice>
              <mc:Fallback>
                <p:oleObj name="Equation" r:id="rId4" imgW="317362" imgH="228501" progId="Equation.DSMT4">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0" y="2852738"/>
                        <a:ext cx="8445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8" name="对象 11"/>
          <p:cNvGraphicFramePr>
            <a:graphicFrameLocks noChangeAspect="1"/>
          </p:cNvGraphicFramePr>
          <p:nvPr>
            <p:extLst>
              <p:ext uri="{D42A27DB-BD31-4B8C-83A1-F6EECF244321}">
                <p14:modId xmlns:p14="http://schemas.microsoft.com/office/powerpoint/2010/main" val="3298408799"/>
              </p:ext>
            </p:extLst>
          </p:nvPr>
        </p:nvGraphicFramePr>
        <p:xfrm>
          <a:off x="995362" y="5085184"/>
          <a:ext cx="7010400" cy="1039813"/>
        </p:xfrm>
        <a:graphic>
          <a:graphicData uri="http://schemas.openxmlformats.org/presentationml/2006/ole">
            <mc:AlternateContent xmlns:mc="http://schemas.openxmlformats.org/markup-compatibility/2006">
              <mc:Choice xmlns:v="urn:schemas-microsoft-com:vml" Requires="v">
                <p:oleObj name="Equation" r:id="rId10" imgW="2908300" imgH="431800" progId="Equation.DSMT4">
                  <p:embed/>
                </p:oleObj>
              </mc:Choice>
              <mc:Fallback>
                <p:oleObj name="Equation" r:id="rId10" imgW="2908300" imgH="431800" progId="Equation.DSMT4">
                  <p:embed/>
                  <p:pic>
                    <p:nvPicPr>
                      <p:cNvPr id="0" name="对象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5362" y="5085184"/>
                        <a:ext cx="701040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fld id="{ED4EDE62-EC62-4069-9F11-CCD5F8B67887}" type="slidenum">
              <a:rPr lang="en-US" altLang="zh-CN" sz="1400"/>
              <a:pPr eaLnBrk="1" hangingPunct="1">
                <a:spcBef>
                  <a:spcPct val="0"/>
                </a:spcBef>
                <a:buFontTx/>
                <a:buNone/>
              </a:pPr>
              <a:t>18</a:t>
            </a:fld>
            <a:endParaRPr lang="en-US" altLang="zh-CN" sz="1400"/>
          </a:p>
        </p:txBody>
      </p:sp>
      <p:sp>
        <p:nvSpPr>
          <p:cNvPr id="13315" name="Rectangle 3"/>
          <p:cNvSpPr>
            <a:spLocks noGrp="1" noChangeArrowheads="1"/>
          </p:cNvSpPr>
          <p:nvPr>
            <p:ph type="body" idx="1"/>
          </p:nvPr>
        </p:nvSpPr>
        <p:spPr>
          <a:xfrm>
            <a:off x="76200" y="228600"/>
            <a:ext cx="8915400" cy="823913"/>
          </a:xfrm>
        </p:spPr>
        <p:txBody>
          <a:bodyPr/>
          <a:lstStyle/>
          <a:p>
            <a:pPr eaLnBrk="1" hangingPunct="1">
              <a:buFontTx/>
              <a:buNone/>
            </a:pPr>
            <a:r>
              <a:rPr lang="en-US" altLang="zh-CN" b="1">
                <a:solidFill>
                  <a:schemeClr val="bg1"/>
                </a:solidFill>
                <a:latin typeface="宋体" charset="-122"/>
              </a:rPr>
              <a:t>2.2.</a:t>
            </a:r>
            <a:r>
              <a:rPr lang="zh-CN" altLang="en-US" b="1">
                <a:solidFill>
                  <a:schemeClr val="bg1"/>
                </a:solidFill>
                <a:latin typeface="宋体" charset="-122"/>
              </a:rPr>
              <a:t>拉格朗日型插值多项式</a:t>
            </a:r>
          </a:p>
          <a:p>
            <a:pPr eaLnBrk="1" hangingPunct="1">
              <a:buFontTx/>
              <a:buNone/>
            </a:pPr>
            <a:endParaRPr lang="zh-CN" altLang="en-US" b="1">
              <a:solidFill>
                <a:schemeClr val="bg1"/>
              </a:solidFill>
              <a:latin typeface="宋体" charset="-122"/>
            </a:endParaRPr>
          </a:p>
          <a:p>
            <a:pPr eaLnBrk="1" hangingPunct="1">
              <a:buFontTx/>
              <a:buNone/>
            </a:pPr>
            <a:endParaRPr lang="zh-CN" altLang="en-US">
              <a:solidFill>
                <a:schemeClr val="bg1"/>
              </a:solidFill>
            </a:endParaRPr>
          </a:p>
          <a:p>
            <a:pPr eaLnBrk="1" hangingPunct="1">
              <a:buFontTx/>
              <a:buNone/>
            </a:pPr>
            <a:r>
              <a:rPr lang="zh-CN" altLang="en-US" b="1">
                <a:solidFill>
                  <a:schemeClr val="bg1"/>
                </a:solidFill>
                <a:latin typeface="宋体" charset="-122"/>
              </a:rPr>
              <a:t>      </a:t>
            </a:r>
            <a:endParaRPr lang="zh-CN" altLang="en-US">
              <a:solidFill>
                <a:schemeClr val="bg1"/>
              </a:solidFill>
            </a:endParaRPr>
          </a:p>
        </p:txBody>
      </p:sp>
      <p:graphicFrame>
        <p:nvGraphicFramePr>
          <p:cNvPr id="13316" name="Object 4"/>
          <p:cNvGraphicFramePr>
            <a:graphicFrameLocks noChangeAspect="1"/>
          </p:cNvGraphicFramePr>
          <p:nvPr/>
        </p:nvGraphicFramePr>
        <p:xfrm>
          <a:off x="5148263" y="260350"/>
          <a:ext cx="838200" cy="520700"/>
        </p:xfrm>
        <a:graphic>
          <a:graphicData uri="http://schemas.openxmlformats.org/presentationml/2006/ole">
            <mc:AlternateContent xmlns:mc="http://schemas.openxmlformats.org/markup-compatibility/2006">
              <mc:Choice xmlns:v="urn:schemas-microsoft-com:vml" Requires="v">
                <p:oleObj name="Equation" r:id="rId2" imgW="368300" imgH="228600" progId="Equation.DSMT4">
                  <p:embed/>
                </p:oleObj>
              </mc:Choice>
              <mc:Fallback>
                <p:oleObj name="Equation" r:id="rId2" imgW="3683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260350"/>
                        <a:ext cx="8382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8"/>
          <p:cNvGraphicFramePr>
            <a:graphicFrameLocks noChangeAspect="1"/>
          </p:cNvGraphicFramePr>
          <p:nvPr/>
        </p:nvGraphicFramePr>
        <p:xfrm>
          <a:off x="1042988" y="765175"/>
          <a:ext cx="7772400" cy="1014413"/>
        </p:xfrm>
        <a:graphic>
          <a:graphicData uri="http://schemas.openxmlformats.org/presentationml/2006/ole">
            <mc:AlternateContent xmlns:mc="http://schemas.openxmlformats.org/markup-compatibility/2006">
              <mc:Choice xmlns:v="urn:schemas-microsoft-com:vml" Requires="v">
                <p:oleObj name="Equation" r:id="rId4" imgW="3048000" imgH="431800" progId="Equation.DSMT4">
                  <p:embed/>
                </p:oleObj>
              </mc:Choice>
              <mc:Fallback>
                <p:oleObj name="Equation" r:id="rId4" imgW="3048000" imgH="4318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765175"/>
                        <a:ext cx="7772400"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10"/>
          <p:cNvGraphicFramePr>
            <a:graphicFrameLocks noChangeAspect="1"/>
          </p:cNvGraphicFramePr>
          <p:nvPr/>
        </p:nvGraphicFramePr>
        <p:xfrm>
          <a:off x="1042988" y="1773238"/>
          <a:ext cx="3727450" cy="587375"/>
        </p:xfrm>
        <a:graphic>
          <a:graphicData uri="http://schemas.openxmlformats.org/presentationml/2006/ole">
            <mc:AlternateContent xmlns:mc="http://schemas.openxmlformats.org/markup-compatibility/2006">
              <mc:Choice xmlns:v="urn:schemas-microsoft-com:vml" Requires="v">
                <p:oleObj name="Equation" r:id="rId6" imgW="1612900" imgH="254000" progId="Equation.DSMT4">
                  <p:embed/>
                </p:oleObj>
              </mc:Choice>
              <mc:Fallback>
                <p:oleObj name="Equation" r:id="rId6" imgW="1612900" imgH="2540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1773238"/>
                        <a:ext cx="372745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3"/>
          <p:cNvSpPr txBox="1">
            <a:spLocks noChangeArrowheads="1"/>
          </p:cNvSpPr>
          <p:nvPr/>
        </p:nvSpPr>
        <p:spPr bwMode="auto">
          <a:xfrm>
            <a:off x="107950" y="2636838"/>
            <a:ext cx="89154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buFontTx/>
              <a:buNone/>
              <a:defRPr/>
            </a:pPr>
            <a:r>
              <a:rPr lang="en-US" altLang="zh-CN" b="1" kern="0" dirty="0">
                <a:solidFill>
                  <a:schemeClr val="bg1"/>
                </a:solidFill>
                <a:latin typeface="宋体" charset="-122"/>
              </a:rPr>
              <a:t>2.3.</a:t>
            </a:r>
            <a:r>
              <a:rPr lang="zh-CN" altLang="en-US" b="1" kern="0" dirty="0">
                <a:solidFill>
                  <a:schemeClr val="bg1"/>
                </a:solidFill>
                <a:latin typeface="宋体" charset="-122"/>
              </a:rPr>
              <a:t>拉格朗日型插值截断误差（插值余项）</a:t>
            </a:r>
          </a:p>
          <a:p>
            <a:pPr eaLnBrk="1" hangingPunct="1">
              <a:buFontTx/>
              <a:buNone/>
              <a:defRPr/>
            </a:pPr>
            <a:endParaRPr lang="zh-CN" altLang="en-US" kern="0" dirty="0">
              <a:solidFill>
                <a:schemeClr val="bg1"/>
              </a:solidFill>
            </a:endParaRPr>
          </a:p>
          <a:p>
            <a:pPr eaLnBrk="1" hangingPunct="1">
              <a:buFontTx/>
              <a:buNone/>
              <a:defRPr/>
            </a:pPr>
            <a:r>
              <a:rPr lang="zh-CN" altLang="en-US" b="1" kern="0" dirty="0">
                <a:solidFill>
                  <a:schemeClr val="bg1"/>
                </a:solidFill>
                <a:latin typeface="宋体" charset="-122"/>
              </a:rPr>
              <a:t>      </a:t>
            </a:r>
            <a:endParaRPr lang="zh-CN" altLang="en-US" kern="0" dirty="0">
              <a:solidFill>
                <a:schemeClr val="bg1"/>
              </a:solidFill>
            </a:endParaRPr>
          </a:p>
        </p:txBody>
      </p:sp>
      <p:sp>
        <p:nvSpPr>
          <p:cNvPr id="13320" name="矩形 1"/>
          <p:cNvSpPr>
            <a:spLocks noChangeArrowheads="1"/>
          </p:cNvSpPr>
          <p:nvPr/>
        </p:nvSpPr>
        <p:spPr bwMode="auto">
          <a:xfrm>
            <a:off x="971550" y="3240088"/>
            <a:ext cx="26050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b="1" dirty="0">
                <a:solidFill>
                  <a:schemeClr val="bg1"/>
                </a:solidFill>
                <a:latin typeface="宋体" charset="-122"/>
                <a:cs typeface="Times New Roman" pitchFamily="18" charset="0"/>
              </a:rPr>
              <a:t>任意</a:t>
            </a:r>
            <a:r>
              <a:rPr lang="en-US" altLang="zh-CN" sz="2800" b="1" dirty="0">
                <a:solidFill>
                  <a:schemeClr val="bg1"/>
                </a:solidFill>
                <a:latin typeface="宋体" charset="-122"/>
                <a:cs typeface="Times New Roman" pitchFamily="18" charset="0"/>
              </a:rPr>
              <a:t>x</a:t>
            </a:r>
            <a:r>
              <a:rPr lang="en-US" altLang="zh-CN" sz="2800" b="1" dirty="0">
                <a:solidFill>
                  <a:schemeClr val="bg1"/>
                </a:solidFill>
                <a:latin typeface="宋体" charset="-122"/>
                <a:sym typeface="Symbol" pitchFamily="18" charset="2"/>
              </a:rPr>
              <a:t></a:t>
            </a:r>
            <a:r>
              <a:rPr lang="en-US" altLang="zh-CN" sz="2800" b="1" dirty="0">
                <a:solidFill>
                  <a:schemeClr val="bg1"/>
                </a:solidFill>
                <a:latin typeface="宋体" charset="-122"/>
                <a:cs typeface="Times New Roman" pitchFamily="18" charset="0"/>
              </a:rPr>
              <a:t>[</a:t>
            </a:r>
            <a:r>
              <a:rPr lang="en-US" altLang="zh-CN" sz="2800" b="1" i="1" dirty="0">
                <a:solidFill>
                  <a:schemeClr val="bg1"/>
                </a:solidFill>
                <a:ea typeface="DotumChe" pitchFamily="49" charset="-127"/>
              </a:rPr>
              <a:t>a, b</a:t>
            </a:r>
            <a:r>
              <a:rPr lang="en-US" altLang="zh-CN" sz="2800" b="1" dirty="0">
                <a:solidFill>
                  <a:schemeClr val="bg1"/>
                </a:solidFill>
                <a:latin typeface="宋体" charset="-122"/>
                <a:cs typeface="Times New Roman" pitchFamily="18" charset="0"/>
              </a:rPr>
              <a:t>]</a:t>
            </a:r>
            <a:r>
              <a:rPr lang="zh-CN" altLang="en-US" sz="2800" b="1" dirty="0">
                <a:solidFill>
                  <a:schemeClr val="bg1"/>
                </a:solidFill>
                <a:latin typeface="宋体" charset="-122"/>
                <a:cs typeface="Times New Roman" pitchFamily="18" charset="0"/>
              </a:rPr>
              <a:t>有</a:t>
            </a:r>
            <a:endParaRPr lang="zh-CN" altLang="en-US" sz="2800" dirty="0"/>
          </a:p>
        </p:txBody>
      </p:sp>
      <p:graphicFrame>
        <p:nvGraphicFramePr>
          <p:cNvPr id="13321" name="对象 2"/>
          <p:cNvGraphicFramePr>
            <a:graphicFrameLocks noChangeAspect="1"/>
          </p:cNvGraphicFramePr>
          <p:nvPr/>
        </p:nvGraphicFramePr>
        <p:xfrm>
          <a:off x="1860550" y="3535363"/>
          <a:ext cx="5410200" cy="1166812"/>
        </p:xfrm>
        <a:graphic>
          <a:graphicData uri="http://schemas.openxmlformats.org/presentationml/2006/ole">
            <mc:AlternateContent xmlns:mc="http://schemas.openxmlformats.org/markup-compatibility/2006">
              <mc:Choice xmlns:v="urn:schemas-microsoft-com:vml" Requires="v">
                <p:oleObj name="Equation" r:id="rId8" imgW="1943100" imgH="419100" progId="Equation.DSMT4">
                  <p:embed/>
                </p:oleObj>
              </mc:Choice>
              <mc:Fallback>
                <p:oleObj name="Equation" r:id="rId8" imgW="1943100" imgH="419100" progId="Equation.DSMT4">
                  <p:embed/>
                  <p:pic>
                    <p:nvPicPr>
                      <p:cNvPr id="0" name="对象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60550" y="3535363"/>
                        <a:ext cx="5410200" cy="1166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2" name="矩形 3"/>
          <p:cNvSpPr>
            <a:spLocks noChangeArrowheads="1"/>
          </p:cNvSpPr>
          <p:nvPr/>
        </p:nvSpPr>
        <p:spPr bwMode="auto">
          <a:xfrm>
            <a:off x="395288" y="4941888"/>
            <a:ext cx="46767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b="1" dirty="0">
                <a:solidFill>
                  <a:schemeClr val="bg1"/>
                </a:solidFill>
                <a:latin typeface="宋体" charset="-122"/>
                <a:cs typeface="Times New Roman" pitchFamily="18" charset="0"/>
              </a:rPr>
              <a:t>其中</a:t>
            </a:r>
            <a:r>
              <a:rPr lang="zh-CN" altLang="en-US" sz="2800" b="1" dirty="0">
                <a:solidFill>
                  <a:schemeClr val="bg1"/>
                </a:solidFill>
                <a:latin typeface="宋体" charset="-122"/>
                <a:sym typeface="Symbol" pitchFamily="18" charset="2"/>
              </a:rPr>
              <a:t></a:t>
            </a:r>
            <a:r>
              <a:rPr lang="en-US" altLang="zh-CN" sz="2800" b="1" dirty="0">
                <a:solidFill>
                  <a:schemeClr val="bg1"/>
                </a:solidFill>
                <a:latin typeface="宋体" charset="-122"/>
                <a:cs typeface="Times New Roman" pitchFamily="18" charset="0"/>
              </a:rPr>
              <a:t>(</a:t>
            </a:r>
            <a:r>
              <a:rPr lang="en-US" altLang="zh-CN" sz="2800" b="1" i="1" dirty="0">
                <a:solidFill>
                  <a:schemeClr val="bg1"/>
                </a:solidFill>
                <a:cs typeface="Times New Roman" pitchFamily="18" charset="0"/>
              </a:rPr>
              <a:t>a, b</a:t>
            </a:r>
            <a:r>
              <a:rPr lang="en-US" altLang="zh-CN" sz="2800" b="1" dirty="0">
                <a:solidFill>
                  <a:schemeClr val="bg1"/>
                </a:solidFill>
                <a:latin typeface="宋体" charset="-122"/>
                <a:cs typeface="Times New Roman" pitchFamily="18" charset="0"/>
              </a:rPr>
              <a:t>),</a:t>
            </a:r>
            <a:r>
              <a:rPr lang="en-US" altLang="zh-CN" sz="2800" b="1" dirty="0">
                <a:solidFill>
                  <a:schemeClr val="bg1"/>
                </a:solidFill>
                <a:latin typeface="宋体" charset="-122"/>
                <a:sym typeface="Symbol" pitchFamily="18" charset="2"/>
              </a:rPr>
              <a:t></a:t>
            </a:r>
            <a:r>
              <a:rPr lang="zh-CN" altLang="en-US" sz="2800" b="1" dirty="0">
                <a:solidFill>
                  <a:schemeClr val="bg1"/>
                </a:solidFill>
                <a:latin typeface="宋体" charset="-122"/>
                <a:cs typeface="Times New Roman" pitchFamily="18" charset="0"/>
              </a:rPr>
              <a:t>依赖于</a:t>
            </a:r>
            <a:r>
              <a:rPr lang="en-US" altLang="zh-CN" sz="2800" b="1" dirty="0">
                <a:solidFill>
                  <a:schemeClr val="bg1"/>
                </a:solidFill>
                <a:latin typeface="宋体" charset="-122"/>
                <a:cs typeface="Times New Roman" pitchFamily="18" charset="0"/>
              </a:rPr>
              <a:t>x</a:t>
            </a:r>
            <a:r>
              <a:rPr lang="zh-CN" altLang="en-US" sz="2800" b="1" dirty="0">
                <a:solidFill>
                  <a:schemeClr val="bg1"/>
                </a:solidFill>
                <a:latin typeface="宋体" charset="-122"/>
                <a:cs typeface="Times New Roman" pitchFamily="18" charset="0"/>
              </a:rPr>
              <a:t>； </a:t>
            </a:r>
            <a:r>
              <a:rPr lang="zh-CN" altLang="en-US" sz="2800" b="1" dirty="0">
                <a:solidFill>
                  <a:schemeClr val="bg1"/>
                </a:solidFill>
                <a:latin typeface="宋体" charset="-122"/>
              </a:rPr>
              <a:t> </a:t>
            </a:r>
            <a:r>
              <a:rPr lang="zh-CN" altLang="en-US" sz="2800" dirty="0">
                <a:solidFill>
                  <a:schemeClr val="bg1"/>
                </a:solidFill>
              </a:rPr>
              <a:t> </a:t>
            </a:r>
          </a:p>
        </p:txBody>
      </p:sp>
      <p:graphicFrame>
        <p:nvGraphicFramePr>
          <p:cNvPr id="13323" name="对象 4"/>
          <p:cNvGraphicFramePr>
            <a:graphicFrameLocks noChangeAspect="1"/>
          </p:cNvGraphicFramePr>
          <p:nvPr/>
        </p:nvGraphicFramePr>
        <p:xfrm>
          <a:off x="1692275" y="5732463"/>
          <a:ext cx="5257800" cy="565150"/>
        </p:xfrm>
        <a:graphic>
          <a:graphicData uri="http://schemas.openxmlformats.org/presentationml/2006/ole">
            <mc:AlternateContent xmlns:mc="http://schemas.openxmlformats.org/markup-compatibility/2006">
              <mc:Choice xmlns:v="urn:schemas-microsoft-com:vml" Requires="v">
                <p:oleObj name="Equation" r:id="rId10" imgW="2133600" imgH="228600" progId="Equation.DSMT4">
                  <p:embed/>
                </p:oleObj>
              </mc:Choice>
              <mc:Fallback>
                <p:oleObj name="Equation" r:id="rId10" imgW="2133600" imgH="228600" progId="Equation.DSMT4">
                  <p:embed/>
                  <p:pic>
                    <p:nvPicPr>
                      <p:cNvPr id="0" name="对象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5732463"/>
                        <a:ext cx="52578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19</a:t>
            </a:fld>
            <a:endParaRPr lang="en-US" altLang="zh-CN"/>
          </a:p>
        </p:txBody>
      </p:sp>
      <p:sp>
        <p:nvSpPr>
          <p:cNvPr id="6" name="TextBox 5"/>
          <p:cNvSpPr txBox="1"/>
          <p:nvPr/>
        </p:nvSpPr>
        <p:spPr>
          <a:xfrm>
            <a:off x="251520" y="389855"/>
            <a:ext cx="6912768" cy="523220"/>
          </a:xfrm>
          <a:prstGeom prst="rect">
            <a:avLst/>
          </a:prstGeom>
          <a:noFill/>
        </p:spPr>
        <p:txBody>
          <a:bodyPr wrap="square" rtlCol="0">
            <a:spAutoFit/>
          </a:bodyPr>
          <a:lstStyle/>
          <a:p>
            <a:r>
              <a:rPr lang="zh-CN" altLang="en-US" sz="2800" dirty="0">
                <a:solidFill>
                  <a:schemeClr val="bg1"/>
                </a:solidFill>
              </a:rPr>
              <a:t>当</a:t>
            </a:r>
            <a:r>
              <a:rPr lang="en-US" altLang="zh-CN" sz="2800" dirty="0">
                <a:solidFill>
                  <a:schemeClr val="bg1"/>
                </a:solidFill>
              </a:rPr>
              <a:t>n=1</a:t>
            </a:r>
            <a:r>
              <a:rPr lang="zh-CN" altLang="en-US" sz="2800" dirty="0">
                <a:solidFill>
                  <a:schemeClr val="bg1"/>
                </a:solidFill>
              </a:rPr>
              <a:t>时，线性插值余项为</a:t>
            </a:r>
          </a:p>
        </p:txBody>
      </p:sp>
      <mc:AlternateContent xmlns:mc="http://schemas.openxmlformats.org/markup-compatibility/2006" xmlns:a14="http://schemas.microsoft.com/office/drawing/2010/main">
        <mc:Choice Requires="a14">
          <p:sp>
            <p:nvSpPr>
              <p:cNvPr id="7" name="TextBox 6"/>
              <p:cNvSpPr txBox="1"/>
              <p:nvPr/>
            </p:nvSpPr>
            <p:spPr>
              <a:xfrm>
                <a:off x="125033" y="1189482"/>
                <a:ext cx="8156464"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𝑅</m:t>
                          </m:r>
                        </m:e>
                        <m:sub>
                          <m:r>
                            <a:rPr lang="en-US" altLang="zh-CN" sz="2800" b="0" i="1" smtClean="0">
                              <a:solidFill>
                                <a:schemeClr val="bg1"/>
                              </a:solidFill>
                              <a:latin typeface="Cambria Math"/>
                            </a:rPr>
                            <m:t>1</m:t>
                          </m:r>
                        </m:sub>
                      </m:sSub>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a:rPr>
                            <m:t>𝑥</m:t>
                          </m:r>
                        </m:e>
                      </m:d>
                      <m:r>
                        <a:rPr lang="en-US" altLang="zh-CN" sz="2800" b="0" i="1" smtClean="0">
                          <a:solidFill>
                            <a:schemeClr val="bg1"/>
                          </a:solidFill>
                          <a:latin typeface="Cambria Math"/>
                        </a:rPr>
                        <m:t>=</m:t>
                      </m:r>
                      <m:f>
                        <m:fPr>
                          <m:ctrlPr>
                            <a:rPr lang="en-US" altLang="zh-CN" sz="2800" b="0" i="1" smtClean="0">
                              <a:solidFill>
                                <a:schemeClr val="bg1"/>
                              </a:solidFill>
                              <a:latin typeface="Cambria Math" panose="02040503050406030204" pitchFamily="18" charset="0"/>
                            </a:rPr>
                          </m:ctrlPr>
                        </m:fPr>
                        <m:num>
                          <m:r>
                            <a:rPr lang="en-US" altLang="zh-CN" sz="2800" b="0" i="1" smtClean="0">
                              <a:solidFill>
                                <a:schemeClr val="bg1"/>
                              </a:solidFill>
                              <a:latin typeface="Cambria Math"/>
                            </a:rPr>
                            <m:t>1</m:t>
                          </m:r>
                        </m:num>
                        <m:den>
                          <m:r>
                            <a:rPr lang="en-US" altLang="zh-CN" sz="2800" b="0" i="1" smtClean="0">
                              <a:solidFill>
                                <a:schemeClr val="bg1"/>
                              </a:solidFill>
                              <a:latin typeface="Cambria Math"/>
                            </a:rPr>
                            <m:t>2</m:t>
                          </m:r>
                        </m:den>
                      </m:f>
                      <m:sSup>
                        <m:sSupPr>
                          <m:ctrlPr>
                            <a:rPr lang="en-US" altLang="zh-CN" sz="2800" b="0" i="1" smtClean="0">
                              <a:solidFill>
                                <a:schemeClr val="bg1"/>
                              </a:solidFill>
                              <a:latin typeface="Cambria Math" panose="02040503050406030204" pitchFamily="18" charset="0"/>
                            </a:rPr>
                          </m:ctrlPr>
                        </m:sSupPr>
                        <m:e>
                          <m:r>
                            <a:rPr lang="en-US" altLang="zh-CN" sz="2800" b="0" i="1" smtClean="0">
                              <a:solidFill>
                                <a:schemeClr val="bg1"/>
                              </a:solidFill>
                              <a:latin typeface="Cambria Math"/>
                            </a:rPr>
                            <m:t>𝑓</m:t>
                          </m:r>
                        </m:e>
                        <m:sup>
                          <m:r>
                            <a:rPr lang="en-US" altLang="zh-CN" sz="2800" b="0" i="1" smtClean="0">
                              <a:solidFill>
                                <a:schemeClr val="bg1"/>
                              </a:solidFill>
                              <a:latin typeface="Cambria Math"/>
                            </a:rPr>
                            <m:t>′′</m:t>
                          </m:r>
                        </m:sup>
                      </m:sSup>
                      <m:r>
                        <a:rPr lang="en-US" altLang="zh-CN" sz="2800" b="0" i="1" smtClean="0">
                          <a:solidFill>
                            <a:schemeClr val="bg1"/>
                          </a:solidFill>
                          <a:latin typeface="Cambria Math"/>
                        </a:rPr>
                        <m:t>(</m:t>
                      </m:r>
                      <m:r>
                        <a:rPr lang="zh-CN" altLang="en-US" sz="2800" b="0" i="1" smtClean="0">
                          <a:solidFill>
                            <a:schemeClr val="bg1"/>
                          </a:solidFill>
                          <a:latin typeface="Cambria Math"/>
                        </a:rPr>
                        <m:t>𝜉</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zh-CN" altLang="en-US" sz="2800" b="0" i="1" smtClean="0">
                              <a:solidFill>
                                <a:schemeClr val="bg1"/>
                              </a:solidFill>
                              <a:latin typeface="Cambria Math"/>
                            </a:rPr>
                            <m:t>𝜔</m:t>
                          </m:r>
                        </m:e>
                        <m:sub>
                          <m:r>
                            <a:rPr lang="en-US" altLang="zh-CN" sz="2800" b="0" i="1" smtClean="0">
                              <a:solidFill>
                                <a:schemeClr val="bg1"/>
                              </a:solidFill>
                              <a:latin typeface="Cambria Math"/>
                            </a:rPr>
                            <m:t>2</m:t>
                          </m:r>
                        </m:sub>
                      </m:sSub>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f>
                        <m:fPr>
                          <m:ctrlPr>
                            <a:rPr lang="en-US" altLang="zh-CN" sz="2800" i="1">
                              <a:solidFill>
                                <a:schemeClr val="bg1"/>
                              </a:solidFill>
                              <a:latin typeface="Cambria Math" panose="02040503050406030204" pitchFamily="18" charset="0"/>
                            </a:rPr>
                          </m:ctrlPr>
                        </m:fPr>
                        <m:num>
                          <m:r>
                            <a:rPr lang="en-US" altLang="zh-CN" sz="2800" i="1">
                              <a:solidFill>
                                <a:schemeClr val="bg1"/>
                              </a:solidFill>
                              <a:latin typeface="Cambria Math"/>
                            </a:rPr>
                            <m:t>1</m:t>
                          </m:r>
                        </m:num>
                        <m:den>
                          <m:r>
                            <a:rPr lang="en-US" altLang="zh-CN" sz="2800" i="1">
                              <a:solidFill>
                                <a:schemeClr val="bg1"/>
                              </a:solidFill>
                              <a:latin typeface="Cambria Math"/>
                            </a:rPr>
                            <m:t>2</m:t>
                          </m:r>
                        </m:den>
                      </m:f>
                      <m:sSup>
                        <m:sSupPr>
                          <m:ctrlPr>
                            <a:rPr lang="en-US" altLang="zh-CN" sz="2800" i="1">
                              <a:solidFill>
                                <a:schemeClr val="bg1"/>
                              </a:solidFill>
                              <a:latin typeface="Cambria Math" panose="02040503050406030204" pitchFamily="18" charset="0"/>
                            </a:rPr>
                          </m:ctrlPr>
                        </m:sSupPr>
                        <m:e>
                          <m:r>
                            <a:rPr lang="en-US" altLang="zh-CN" sz="2800" i="1">
                              <a:solidFill>
                                <a:schemeClr val="bg1"/>
                              </a:solidFill>
                              <a:latin typeface="Cambria Math"/>
                            </a:rPr>
                            <m:t>𝑓</m:t>
                          </m:r>
                        </m:e>
                        <m:sup>
                          <m:r>
                            <a:rPr lang="en-US" altLang="zh-CN" sz="2800" i="1">
                              <a:solidFill>
                                <a:schemeClr val="bg1"/>
                              </a:solidFill>
                              <a:latin typeface="Cambria Math"/>
                            </a:rPr>
                            <m:t>′′</m:t>
                          </m:r>
                        </m:sup>
                      </m:sSup>
                      <m:r>
                        <a:rPr lang="en-US" altLang="zh-CN" sz="2800" i="1">
                          <a:solidFill>
                            <a:schemeClr val="bg1"/>
                          </a:solidFill>
                          <a:latin typeface="Cambria Math"/>
                        </a:rPr>
                        <m:t>(</m:t>
                      </m:r>
                      <m:r>
                        <a:rPr lang="zh-CN" altLang="en-US" sz="2800" i="1" smtClean="0">
                          <a:solidFill>
                            <a:schemeClr val="bg1"/>
                          </a:solidFill>
                          <a:latin typeface="Cambria Math"/>
                        </a:rPr>
                        <m:t>𝜉</m:t>
                      </m:r>
                      <m:r>
                        <a:rPr lang="en-US" altLang="zh-CN" sz="2800" i="1">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0</m:t>
                              </m:r>
                            </m:sub>
                          </m:sSub>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1</m:t>
                              </m:r>
                            </m:sub>
                          </m:sSub>
                          <m:r>
                            <a:rPr lang="en-US" altLang="zh-CN" sz="2800" b="0" i="1" smtClean="0">
                              <a:solidFill>
                                <a:schemeClr val="bg1"/>
                              </a:solidFill>
                              <a:latin typeface="Cambria Math"/>
                            </a:rPr>
                            <m:t>)</m:t>
                          </m:r>
                        </m:e>
                        <m:sub/>
                      </m:sSub>
                    </m:oMath>
                  </m:oMathPara>
                </a14:m>
                <a:endParaRPr lang="zh-CN" altLang="en-US" sz="2800"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5033" y="1189482"/>
                <a:ext cx="8156464" cy="898964"/>
              </a:xfrm>
              <a:prstGeom prst="rect">
                <a:avLst/>
              </a:prstGeom>
              <a:blipFill rotWithShape="1">
                <a:blip r:embed="rId2"/>
                <a:stretch>
                  <a:fillRect/>
                </a:stretch>
              </a:blipFill>
            </p:spPr>
            <p:txBody>
              <a:bodyPr/>
              <a:lstStyle/>
              <a:p>
                <a:r>
                  <a:rPr lang="zh-CN" altLang="en-US">
                    <a:noFill/>
                  </a:rPr>
                  <a:t> </a:t>
                </a:r>
              </a:p>
            </p:txBody>
          </p:sp>
        </mc:Fallback>
      </mc:AlternateContent>
      <p:sp>
        <p:nvSpPr>
          <p:cNvPr id="9" name="TextBox 8"/>
          <p:cNvSpPr txBox="1"/>
          <p:nvPr/>
        </p:nvSpPr>
        <p:spPr>
          <a:xfrm>
            <a:off x="280361" y="3414191"/>
            <a:ext cx="6912768" cy="523220"/>
          </a:xfrm>
          <a:prstGeom prst="rect">
            <a:avLst/>
          </a:prstGeom>
          <a:noFill/>
        </p:spPr>
        <p:txBody>
          <a:bodyPr wrap="square" rtlCol="0">
            <a:spAutoFit/>
          </a:bodyPr>
          <a:lstStyle/>
          <a:p>
            <a:r>
              <a:rPr lang="zh-CN" altLang="en-US" sz="2800" dirty="0">
                <a:solidFill>
                  <a:schemeClr val="bg1"/>
                </a:solidFill>
              </a:rPr>
              <a:t>当</a:t>
            </a:r>
            <a:r>
              <a:rPr lang="en-US" altLang="zh-CN" sz="2800" dirty="0">
                <a:solidFill>
                  <a:schemeClr val="bg1"/>
                </a:solidFill>
              </a:rPr>
              <a:t>n=2</a:t>
            </a:r>
            <a:r>
              <a:rPr lang="zh-CN" altLang="en-US" sz="2800" dirty="0">
                <a:solidFill>
                  <a:schemeClr val="bg1"/>
                </a:solidFill>
              </a:rPr>
              <a:t>时，抛物线插值余项为</a:t>
            </a:r>
          </a:p>
        </p:txBody>
      </p:sp>
      <mc:AlternateContent xmlns:mc="http://schemas.openxmlformats.org/markup-compatibility/2006" xmlns:a14="http://schemas.microsoft.com/office/drawing/2010/main">
        <mc:Choice Requires="a14">
          <p:sp>
            <p:nvSpPr>
              <p:cNvPr id="10" name="TextBox 9"/>
              <p:cNvSpPr txBox="1"/>
              <p:nvPr/>
            </p:nvSpPr>
            <p:spPr>
              <a:xfrm>
                <a:off x="-108520" y="4221088"/>
                <a:ext cx="9763570"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𝑅</m:t>
                          </m:r>
                        </m:e>
                        <m:sub>
                          <m:r>
                            <a:rPr lang="en-US" altLang="zh-CN" sz="2800" b="0" i="1" smtClean="0">
                              <a:solidFill>
                                <a:schemeClr val="bg1"/>
                              </a:solidFill>
                              <a:latin typeface="Cambria Math"/>
                            </a:rPr>
                            <m:t>2</m:t>
                          </m:r>
                        </m:sub>
                      </m:sSub>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a:rPr>
                            <m:t>𝑥</m:t>
                          </m:r>
                        </m:e>
                      </m:d>
                      <m:r>
                        <a:rPr lang="en-US" altLang="zh-CN" sz="2800" b="0" i="1" smtClean="0">
                          <a:solidFill>
                            <a:schemeClr val="bg1"/>
                          </a:solidFill>
                          <a:latin typeface="Cambria Math"/>
                        </a:rPr>
                        <m:t>=</m:t>
                      </m:r>
                      <m:f>
                        <m:fPr>
                          <m:ctrlPr>
                            <a:rPr lang="en-US" altLang="zh-CN" sz="2800" b="0" i="1" smtClean="0">
                              <a:solidFill>
                                <a:schemeClr val="bg1"/>
                              </a:solidFill>
                              <a:latin typeface="Cambria Math" panose="02040503050406030204" pitchFamily="18" charset="0"/>
                            </a:rPr>
                          </m:ctrlPr>
                        </m:fPr>
                        <m:num>
                          <m:r>
                            <a:rPr lang="en-US" altLang="zh-CN" sz="2800" b="0" i="1" smtClean="0">
                              <a:solidFill>
                                <a:schemeClr val="bg1"/>
                              </a:solidFill>
                              <a:latin typeface="Cambria Math"/>
                            </a:rPr>
                            <m:t>1</m:t>
                          </m:r>
                        </m:num>
                        <m:den>
                          <m:r>
                            <a:rPr lang="en-US" altLang="zh-CN" sz="2800" b="0" i="1" smtClean="0">
                              <a:solidFill>
                                <a:schemeClr val="bg1"/>
                              </a:solidFill>
                              <a:latin typeface="Cambria Math"/>
                            </a:rPr>
                            <m:t>6</m:t>
                          </m:r>
                        </m:den>
                      </m:f>
                      <m:sSup>
                        <m:sSupPr>
                          <m:ctrlPr>
                            <a:rPr lang="en-US" altLang="zh-CN" sz="2800" b="0" i="1" smtClean="0">
                              <a:solidFill>
                                <a:schemeClr val="bg1"/>
                              </a:solidFill>
                              <a:latin typeface="Cambria Math" panose="02040503050406030204" pitchFamily="18" charset="0"/>
                            </a:rPr>
                          </m:ctrlPr>
                        </m:sSupPr>
                        <m:e>
                          <m:r>
                            <a:rPr lang="en-US" altLang="zh-CN" sz="2800" b="0" i="1" smtClean="0">
                              <a:solidFill>
                                <a:schemeClr val="bg1"/>
                              </a:solidFill>
                              <a:latin typeface="Cambria Math"/>
                            </a:rPr>
                            <m:t>𝑓</m:t>
                          </m:r>
                        </m:e>
                        <m:sup>
                          <m:r>
                            <a:rPr lang="en-US" altLang="zh-CN" sz="2800" b="0" i="1" smtClean="0">
                              <a:solidFill>
                                <a:schemeClr val="bg1"/>
                              </a:solidFill>
                              <a:latin typeface="Cambria Math"/>
                            </a:rPr>
                            <m:t>′′′</m:t>
                          </m:r>
                        </m:sup>
                      </m:sSup>
                      <m:r>
                        <a:rPr lang="en-US" altLang="zh-CN" sz="2800" b="0" i="1" smtClean="0">
                          <a:solidFill>
                            <a:schemeClr val="bg1"/>
                          </a:solidFill>
                          <a:latin typeface="Cambria Math"/>
                        </a:rPr>
                        <m:t>(</m:t>
                      </m:r>
                      <m:r>
                        <a:rPr lang="zh-CN" altLang="en-US" sz="2800" b="0" i="1" smtClean="0">
                          <a:solidFill>
                            <a:schemeClr val="bg1"/>
                          </a:solidFill>
                          <a:latin typeface="Cambria Math"/>
                        </a:rPr>
                        <m:t>𝜉</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zh-CN" altLang="en-US" sz="2800" b="0" i="1" smtClean="0">
                              <a:solidFill>
                                <a:schemeClr val="bg1"/>
                              </a:solidFill>
                              <a:latin typeface="Cambria Math"/>
                            </a:rPr>
                            <m:t>𝜔</m:t>
                          </m:r>
                        </m:e>
                        <m:sub>
                          <m:r>
                            <a:rPr lang="en-US" altLang="zh-CN" sz="2800" b="0" i="1" smtClean="0">
                              <a:solidFill>
                                <a:schemeClr val="bg1"/>
                              </a:solidFill>
                              <a:latin typeface="Cambria Math"/>
                            </a:rPr>
                            <m:t>3</m:t>
                          </m:r>
                        </m:sub>
                      </m:sSub>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f>
                        <m:fPr>
                          <m:ctrlPr>
                            <a:rPr lang="en-US" altLang="zh-CN" sz="2800" i="1">
                              <a:solidFill>
                                <a:schemeClr val="bg1"/>
                              </a:solidFill>
                              <a:latin typeface="Cambria Math" panose="02040503050406030204" pitchFamily="18" charset="0"/>
                            </a:rPr>
                          </m:ctrlPr>
                        </m:fPr>
                        <m:num>
                          <m:r>
                            <a:rPr lang="en-US" altLang="zh-CN" sz="2800" i="1">
                              <a:solidFill>
                                <a:schemeClr val="bg1"/>
                              </a:solidFill>
                              <a:latin typeface="Cambria Math"/>
                            </a:rPr>
                            <m:t>1</m:t>
                          </m:r>
                        </m:num>
                        <m:den>
                          <m:r>
                            <a:rPr lang="en-US" altLang="zh-CN" sz="2800" b="0" i="1" smtClean="0">
                              <a:solidFill>
                                <a:schemeClr val="bg1"/>
                              </a:solidFill>
                              <a:latin typeface="Cambria Math"/>
                            </a:rPr>
                            <m:t>6</m:t>
                          </m:r>
                        </m:den>
                      </m:f>
                      <m:sSup>
                        <m:sSupPr>
                          <m:ctrlPr>
                            <a:rPr lang="en-US" altLang="zh-CN" sz="2800" i="1">
                              <a:solidFill>
                                <a:schemeClr val="bg1"/>
                              </a:solidFill>
                              <a:latin typeface="Cambria Math" panose="02040503050406030204" pitchFamily="18" charset="0"/>
                            </a:rPr>
                          </m:ctrlPr>
                        </m:sSupPr>
                        <m:e>
                          <m:r>
                            <a:rPr lang="en-US" altLang="zh-CN" sz="2800" i="1">
                              <a:solidFill>
                                <a:schemeClr val="bg1"/>
                              </a:solidFill>
                              <a:latin typeface="Cambria Math"/>
                            </a:rPr>
                            <m:t>𝑓</m:t>
                          </m:r>
                        </m:e>
                        <m:sup>
                          <m:r>
                            <a:rPr lang="en-US" altLang="zh-CN" sz="2800" i="1">
                              <a:solidFill>
                                <a:schemeClr val="bg1"/>
                              </a:solidFill>
                              <a:latin typeface="Cambria Math"/>
                            </a:rPr>
                            <m:t>′</m:t>
                          </m:r>
                          <m:r>
                            <a:rPr lang="en-US" altLang="zh-CN" sz="2800" b="0" i="1" smtClean="0">
                              <a:solidFill>
                                <a:schemeClr val="bg1"/>
                              </a:solidFill>
                              <a:latin typeface="Cambria Math"/>
                            </a:rPr>
                            <m:t>′</m:t>
                          </m:r>
                          <m:r>
                            <a:rPr lang="en-US" altLang="zh-CN" sz="2800" i="1">
                              <a:solidFill>
                                <a:schemeClr val="bg1"/>
                              </a:solidFill>
                              <a:latin typeface="Cambria Math"/>
                            </a:rPr>
                            <m:t>′</m:t>
                          </m:r>
                        </m:sup>
                      </m:sSup>
                      <m:r>
                        <a:rPr lang="en-US" altLang="zh-CN" sz="2800" i="1">
                          <a:solidFill>
                            <a:schemeClr val="bg1"/>
                          </a:solidFill>
                          <a:latin typeface="Cambria Math"/>
                        </a:rPr>
                        <m:t>(</m:t>
                      </m:r>
                      <m:r>
                        <a:rPr lang="zh-CN" altLang="en-US" sz="2800" i="1" smtClean="0">
                          <a:solidFill>
                            <a:schemeClr val="bg1"/>
                          </a:solidFill>
                          <a:latin typeface="Cambria Math"/>
                        </a:rPr>
                        <m:t>𝜉</m:t>
                      </m:r>
                      <m:r>
                        <a:rPr lang="en-US" altLang="zh-CN" sz="2800" i="1">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0</m:t>
                              </m:r>
                            </m:sub>
                          </m:sSub>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1</m:t>
                              </m:r>
                            </m:sub>
                          </m:sSub>
                          <m:r>
                            <a:rPr lang="en-US" altLang="zh-CN" sz="2800" b="0" i="1" smtClean="0">
                              <a:solidFill>
                                <a:schemeClr val="bg1"/>
                              </a:solidFill>
                              <a:latin typeface="Cambria Math"/>
                            </a:rPr>
                            <m:t>)(</m:t>
                          </m:r>
                          <m:r>
                            <a:rPr lang="en-US" altLang="zh-CN" sz="2800" b="0" i="1" smtClean="0">
                              <a:solidFill>
                                <a:schemeClr val="bg1"/>
                              </a:solidFill>
                              <a:latin typeface="Cambria Math"/>
                            </a:rPr>
                            <m:t>𝑥</m:t>
                          </m:r>
                          <m:r>
                            <a:rPr lang="en-US" altLang="zh-CN" sz="2800" b="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2</m:t>
                              </m:r>
                            </m:sub>
                          </m:sSub>
                          <m:r>
                            <a:rPr lang="en-US" altLang="zh-CN" sz="2800" b="0" i="1" smtClean="0">
                              <a:solidFill>
                                <a:schemeClr val="bg1"/>
                              </a:solidFill>
                              <a:latin typeface="Cambria Math"/>
                            </a:rPr>
                            <m:t>)</m:t>
                          </m:r>
                        </m:e>
                        <m:sub/>
                      </m:sSub>
                    </m:oMath>
                  </m:oMathPara>
                </a14:m>
                <a:endParaRPr lang="zh-CN" altLang="en-US" sz="2800" dirty="0">
                  <a:solidFill>
                    <a:schemeClr val="bg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08520" y="4221088"/>
                <a:ext cx="9763570" cy="89896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709209" y="2276872"/>
                <a:ext cx="19697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800" i="1" smtClean="0">
                          <a:solidFill>
                            <a:schemeClr val="bg1"/>
                          </a:solidFill>
                          <a:latin typeface="Cambria Math"/>
                        </a:rPr>
                        <m:t>𝜉</m:t>
                      </m:r>
                      <m:r>
                        <a:rPr lang="zh-CN" altLang="en-US" sz="280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0</m:t>
                          </m:r>
                        </m:sub>
                      </m:sSub>
                      <m:r>
                        <a:rPr lang="en-US" altLang="zh-CN" sz="2800" b="0" i="1" smtClean="0">
                          <a:solidFill>
                            <a:schemeClr val="bg1"/>
                          </a:solidFill>
                          <a:latin typeface="Cambria Math"/>
                        </a:rPr>
                        <m:t>, </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1</m:t>
                          </m:r>
                        </m:sub>
                      </m:sSub>
                      <m:r>
                        <a:rPr lang="en-US" altLang="zh-CN" sz="2800" b="0" i="1" smtClean="0">
                          <a:solidFill>
                            <a:schemeClr val="bg1"/>
                          </a:solidFill>
                          <a:latin typeface="Cambria Math"/>
                        </a:rPr>
                        <m:t>]</m:t>
                      </m:r>
                    </m:oMath>
                  </m:oMathPara>
                </a14:m>
                <a:endParaRPr lang="zh-CN" altLang="en-US" sz="2800" dirty="0">
                  <a:solidFill>
                    <a:schemeClr val="bg1"/>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709209" y="2276872"/>
                <a:ext cx="1969706" cy="52322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695589" y="5373216"/>
                <a:ext cx="19779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800" i="1" smtClean="0">
                          <a:solidFill>
                            <a:schemeClr val="bg1"/>
                          </a:solidFill>
                          <a:latin typeface="Cambria Math"/>
                        </a:rPr>
                        <m:t>𝜉</m:t>
                      </m:r>
                      <m:r>
                        <a:rPr lang="zh-CN" altLang="en-US" sz="2800" i="1" smtClean="0">
                          <a:solidFill>
                            <a:schemeClr val="bg1"/>
                          </a:solidFill>
                          <a:latin typeface="Cambria Math"/>
                        </a:rPr>
                        <m:t>∈[</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0</m:t>
                          </m:r>
                        </m:sub>
                      </m:sSub>
                      <m:r>
                        <a:rPr lang="en-US" altLang="zh-CN" sz="2800" b="0" i="1" smtClean="0">
                          <a:solidFill>
                            <a:schemeClr val="bg1"/>
                          </a:solidFill>
                          <a:latin typeface="Cambria Math"/>
                        </a:rPr>
                        <m:t>, </m:t>
                      </m:r>
                      <m:sSub>
                        <m:sSubPr>
                          <m:ctrlPr>
                            <a:rPr lang="en-US" altLang="zh-CN" sz="2800" b="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𝑥</m:t>
                          </m:r>
                        </m:e>
                        <m:sub>
                          <m:r>
                            <a:rPr lang="en-US" altLang="zh-CN" sz="2800" b="0" i="1" smtClean="0">
                              <a:solidFill>
                                <a:schemeClr val="bg1"/>
                              </a:solidFill>
                              <a:latin typeface="Cambria Math"/>
                            </a:rPr>
                            <m:t>2</m:t>
                          </m:r>
                        </m:sub>
                      </m:sSub>
                      <m:r>
                        <a:rPr lang="en-US" altLang="zh-CN" sz="2800" b="0" i="1" smtClean="0">
                          <a:solidFill>
                            <a:schemeClr val="bg1"/>
                          </a:solidFill>
                          <a:latin typeface="Cambria Math"/>
                        </a:rPr>
                        <m:t>]</m:t>
                      </m:r>
                    </m:oMath>
                  </m:oMathPara>
                </a14:m>
                <a:endParaRPr lang="zh-CN" altLang="en-US" sz="2800" dirty="0">
                  <a:solidFill>
                    <a:schemeClr val="bg1"/>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695589" y="5373216"/>
                <a:ext cx="1977977" cy="523220"/>
              </a:xfrm>
              <a:prstGeom prst="rect">
                <a:avLst/>
              </a:prstGeom>
              <a:blipFill rotWithShape="1">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9265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20</a:t>
            </a:fld>
            <a:endParaRPr lang="en-US" altLang="zh-CN"/>
          </a:p>
        </p:txBody>
      </p:sp>
      <p:sp>
        <p:nvSpPr>
          <p:cNvPr id="3" name="TextBox 2"/>
          <p:cNvSpPr txBox="1"/>
          <p:nvPr/>
        </p:nvSpPr>
        <p:spPr>
          <a:xfrm>
            <a:off x="314412" y="207508"/>
            <a:ext cx="8506059" cy="1569660"/>
          </a:xfrm>
          <a:prstGeom prst="rect">
            <a:avLst/>
          </a:prstGeom>
          <a:noFill/>
        </p:spPr>
        <p:txBody>
          <a:bodyPr wrap="square" rtlCol="0">
            <a:spAutoFit/>
          </a:bodyPr>
          <a:lstStyle/>
          <a:p>
            <a:r>
              <a:rPr lang="zh-CN" altLang="en-US" sz="3200" dirty="0">
                <a:solidFill>
                  <a:schemeClr val="bg1"/>
                </a:solidFill>
              </a:rPr>
              <a:t>例子：拉格朗日插值函数经过：</a:t>
            </a:r>
            <a:r>
              <a:rPr lang="en-US" altLang="zh-CN" sz="3200" dirty="0">
                <a:solidFill>
                  <a:schemeClr val="bg1"/>
                </a:solidFill>
              </a:rPr>
              <a:t>x0=-3, x1=0, x2=3;</a:t>
            </a:r>
            <a:r>
              <a:rPr lang="zh-CN" altLang="en-US" sz="3200" dirty="0">
                <a:solidFill>
                  <a:schemeClr val="bg1"/>
                </a:solidFill>
              </a:rPr>
              <a:t>原函数</a:t>
            </a:r>
            <a:r>
              <a:rPr lang="en-US" altLang="zh-CN" sz="3200" dirty="0">
                <a:solidFill>
                  <a:schemeClr val="bg1"/>
                </a:solidFill>
              </a:rPr>
              <a:t>f(x)</a:t>
            </a:r>
            <a:r>
              <a:rPr lang="zh-CN" altLang="en-US" sz="3200" dirty="0">
                <a:solidFill>
                  <a:schemeClr val="bg1"/>
                </a:solidFill>
              </a:rPr>
              <a:t>的三次导数的绝对值小于</a:t>
            </a:r>
            <a:r>
              <a:rPr lang="en-US" altLang="zh-CN" sz="3200" dirty="0">
                <a:solidFill>
                  <a:schemeClr val="bg1"/>
                </a:solidFill>
              </a:rPr>
              <a:t>M,</a:t>
            </a:r>
            <a:r>
              <a:rPr lang="zh-CN" altLang="en-US" sz="3200" dirty="0">
                <a:solidFill>
                  <a:schemeClr val="bg1"/>
                </a:solidFill>
              </a:rPr>
              <a:t>计算拉格朗日插值的绝对误差限</a:t>
            </a:r>
          </a:p>
        </p:txBody>
      </p:sp>
      <mc:AlternateContent xmlns:mc="http://schemas.openxmlformats.org/markup-compatibility/2006" xmlns:a14="http://schemas.microsoft.com/office/drawing/2010/main">
        <mc:Choice Requires="a14">
          <p:sp>
            <p:nvSpPr>
              <p:cNvPr id="4" name="TextBox 3"/>
              <p:cNvSpPr txBox="1"/>
              <p:nvPr/>
            </p:nvSpPr>
            <p:spPr>
              <a:xfrm>
                <a:off x="260426" y="1777168"/>
                <a:ext cx="8287077" cy="7861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𝑅</m:t>
                          </m:r>
                        </m:e>
                        <m:sub>
                          <m:r>
                            <a:rPr lang="en-US" altLang="zh-CN" b="0" i="1" smtClean="0">
                              <a:solidFill>
                                <a:schemeClr val="bg1"/>
                              </a:solidFill>
                              <a:latin typeface="Cambria Math"/>
                            </a:rPr>
                            <m:t>2</m:t>
                          </m:r>
                        </m:sub>
                      </m:sSub>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b="0" i="1" smtClean="0">
                          <a:solidFill>
                            <a:schemeClr val="bg1"/>
                          </a:solidFill>
                          <a:latin typeface="Cambria Math"/>
                        </a:rPr>
                        <m:t>=</m:t>
                      </m:r>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r>
                            <a:rPr lang="en-US" altLang="zh-CN" b="0" i="1" smtClean="0">
                              <a:solidFill>
                                <a:schemeClr val="bg1"/>
                              </a:solidFill>
                              <a:latin typeface="Cambria Math"/>
                            </a:rPr>
                            <m:t>6</m:t>
                          </m:r>
                        </m:den>
                      </m:f>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a:rPr>
                            <m:t>𝑓</m:t>
                          </m:r>
                        </m:e>
                        <m:sup>
                          <m:r>
                            <a:rPr lang="en-US" altLang="zh-CN" b="0" i="1" smtClean="0">
                              <a:solidFill>
                                <a:schemeClr val="bg1"/>
                              </a:solidFill>
                              <a:latin typeface="Cambria Math"/>
                            </a:rPr>
                            <m:t>′′′</m:t>
                          </m:r>
                        </m:sup>
                      </m:sSup>
                      <m:r>
                        <a:rPr lang="en-US" altLang="zh-CN" b="0" i="1" smtClean="0">
                          <a:solidFill>
                            <a:schemeClr val="bg1"/>
                          </a:solidFill>
                          <a:latin typeface="Cambria Math"/>
                        </a:rPr>
                        <m:t>(</m:t>
                      </m:r>
                      <m:r>
                        <a:rPr lang="zh-CN" altLang="en-US" b="0" i="1" smtClean="0">
                          <a:solidFill>
                            <a:schemeClr val="bg1"/>
                          </a:solidFill>
                          <a:latin typeface="Cambria Math"/>
                        </a:rPr>
                        <m:t>𝜉</m:t>
                      </m:r>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zh-CN" altLang="en-US" b="0" i="1" smtClean="0">
                              <a:solidFill>
                                <a:schemeClr val="bg1"/>
                              </a:solidFill>
                              <a:latin typeface="Cambria Math"/>
                            </a:rPr>
                            <m:t>𝜔</m:t>
                          </m:r>
                        </m:e>
                        <m:sub>
                          <m:r>
                            <a:rPr lang="en-US" altLang="zh-CN" b="0" i="1" smtClean="0">
                              <a:solidFill>
                                <a:schemeClr val="bg1"/>
                              </a:solidFill>
                              <a:latin typeface="Cambria Math"/>
                            </a:rPr>
                            <m:t>3</m:t>
                          </m:r>
                        </m:sub>
                      </m:sSub>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f>
                        <m:fPr>
                          <m:ctrlPr>
                            <a:rPr lang="en-US" altLang="zh-CN" i="1">
                              <a:solidFill>
                                <a:schemeClr val="bg1"/>
                              </a:solidFill>
                              <a:latin typeface="Cambria Math" panose="02040503050406030204" pitchFamily="18" charset="0"/>
                            </a:rPr>
                          </m:ctrlPr>
                        </m:fPr>
                        <m:num>
                          <m:r>
                            <a:rPr lang="en-US" altLang="zh-CN" i="1">
                              <a:solidFill>
                                <a:schemeClr val="bg1"/>
                              </a:solidFill>
                              <a:latin typeface="Cambria Math"/>
                            </a:rPr>
                            <m:t>1</m:t>
                          </m:r>
                        </m:num>
                        <m:den>
                          <m:r>
                            <a:rPr lang="en-US" altLang="zh-CN" b="0" i="1" smtClean="0">
                              <a:solidFill>
                                <a:schemeClr val="bg1"/>
                              </a:solidFill>
                              <a:latin typeface="Cambria Math"/>
                            </a:rPr>
                            <m:t>6</m:t>
                          </m:r>
                        </m:den>
                      </m:f>
                      <m:sSup>
                        <m:sSupPr>
                          <m:ctrlPr>
                            <a:rPr lang="en-US" altLang="zh-CN" i="1">
                              <a:solidFill>
                                <a:schemeClr val="bg1"/>
                              </a:solidFill>
                              <a:latin typeface="Cambria Math" panose="02040503050406030204" pitchFamily="18" charset="0"/>
                            </a:rPr>
                          </m:ctrlPr>
                        </m:sSupPr>
                        <m:e>
                          <m:r>
                            <a:rPr lang="en-US" altLang="zh-CN" i="1">
                              <a:solidFill>
                                <a:schemeClr val="bg1"/>
                              </a:solidFill>
                              <a:latin typeface="Cambria Math"/>
                            </a:rPr>
                            <m:t>𝑓</m:t>
                          </m:r>
                        </m:e>
                        <m:sup>
                          <m:r>
                            <a:rPr lang="en-US" altLang="zh-CN" i="1">
                              <a:solidFill>
                                <a:schemeClr val="bg1"/>
                              </a:solidFill>
                              <a:latin typeface="Cambria Math"/>
                            </a:rPr>
                            <m:t>′</m:t>
                          </m:r>
                          <m:r>
                            <a:rPr lang="en-US" altLang="zh-CN" b="0" i="1" smtClean="0">
                              <a:solidFill>
                                <a:schemeClr val="bg1"/>
                              </a:solidFill>
                              <a:latin typeface="Cambria Math"/>
                            </a:rPr>
                            <m:t>′</m:t>
                          </m:r>
                          <m:r>
                            <a:rPr lang="en-US" altLang="zh-CN" i="1">
                              <a:solidFill>
                                <a:schemeClr val="bg1"/>
                              </a:solidFill>
                              <a:latin typeface="Cambria Math"/>
                            </a:rPr>
                            <m:t>′</m:t>
                          </m:r>
                        </m:sup>
                      </m:sSup>
                      <m:r>
                        <a:rPr lang="en-US" altLang="zh-CN" i="1">
                          <a:solidFill>
                            <a:schemeClr val="bg1"/>
                          </a:solidFill>
                          <a:latin typeface="Cambria Math"/>
                        </a:rPr>
                        <m:t>(</m:t>
                      </m:r>
                      <m:r>
                        <a:rPr lang="zh-CN" altLang="en-US" i="1" smtClean="0">
                          <a:solidFill>
                            <a:schemeClr val="bg1"/>
                          </a:solidFill>
                          <a:latin typeface="Cambria Math"/>
                        </a:rPr>
                        <m:t>𝜉</m:t>
                      </m:r>
                      <m:r>
                        <a:rPr lang="en-US" altLang="zh-CN" i="1">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𝑥</m:t>
                              </m:r>
                            </m:e>
                            <m:sub>
                              <m:r>
                                <a:rPr lang="en-US" altLang="zh-CN" b="0" i="1" smtClean="0">
                                  <a:solidFill>
                                    <a:schemeClr val="bg1"/>
                                  </a:solidFill>
                                  <a:latin typeface="Cambria Math"/>
                                </a:rPr>
                                <m:t>0</m:t>
                              </m:r>
                            </m:sub>
                          </m:sSub>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𝑥</m:t>
                              </m:r>
                            </m:e>
                            <m:sub>
                              <m:r>
                                <a:rPr lang="en-US" altLang="zh-CN" b="0" i="1" smtClean="0">
                                  <a:solidFill>
                                    <a:schemeClr val="bg1"/>
                                  </a:solidFill>
                                  <a:latin typeface="Cambria Math"/>
                                </a:rPr>
                                <m:t>1</m:t>
                              </m:r>
                            </m:sub>
                          </m:sSub>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𝑥</m:t>
                              </m:r>
                            </m:e>
                            <m:sub>
                              <m:r>
                                <a:rPr lang="en-US" altLang="zh-CN" b="0" i="1" smtClean="0">
                                  <a:solidFill>
                                    <a:schemeClr val="bg1"/>
                                  </a:solidFill>
                                  <a:latin typeface="Cambria Math"/>
                                </a:rPr>
                                <m:t>2</m:t>
                              </m:r>
                            </m:sub>
                          </m:sSub>
                          <m:r>
                            <a:rPr lang="en-US" altLang="zh-CN" b="0" i="1" smtClean="0">
                              <a:solidFill>
                                <a:schemeClr val="bg1"/>
                              </a:solidFill>
                              <a:latin typeface="Cambria Math"/>
                            </a:rPr>
                            <m:t>)</m:t>
                          </m:r>
                        </m:e>
                        <m:sub/>
                      </m:sSub>
                    </m:oMath>
                  </m:oMathPara>
                </a14:m>
                <a:endParaRPr lang="zh-CN" altLang="en-US" dirty="0">
                  <a:solidFill>
                    <a:schemeClr val="bg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60426" y="1777168"/>
                <a:ext cx="8287077" cy="786177"/>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40445" y="2647790"/>
                <a:ext cx="5645648" cy="10175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3200" i="1" smtClean="0">
                              <a:solidFill>
                                <a:schemeClr val="bg1"/>
                              </a:solidFill>
                              <a:latin typeface="Cambria Math" panose="02040503050406030204" pitchFamily="18" charset="0"/>
                            </a:rPr>
                          </m:ctrlPr>
                        </m:dPr>
                        <m:e>
                          <m:r>
                            <a:rPr lang="en-US" altLang="zh-CN" sz="3200" b="0" i="1" smtClean="0">
                              <a:solidFill>
                                <a:schemeClr val="bg1"/>
                              </a:solidFill>
                              <a:latin typeface="Cambria Math"/>
                            </a:rPr>
                            <m:t>𝑅</m:t>
                          </m:r>
                          <m:r>
                            <a:rPr lang="en-US" altLang="zh-CN" sz="3200" b="0" i="1" smtClean="0">
                              <a:solidFill>
                                <a:schemeClr val="bg1"/>
                              </a:solidFill>
                              <a:latin typeface="Cambria Math"/>
                            </a:rPr>
                            <m:t>(</m:t>
                          </m:r>
                          <m:r>
                            <a:rPr lang="en-US" altLang="zh-CN" sz="3200" b="0" i="1" smtClean="0">
                              <a:solidFill>
                                <a:schemeClr val="bg1"/>
                              </a:solidFill>
                              <a:latin typeface="Cambria Math"/>
                            </a:rPr>
                            <m:t>𝑥</m:t>
                          </m:r>
                          <m:r>
                            <a:rPr lang="en-US" altLang="zh-CN" sz="3200" b="0" i="1" smtClean="0">
                              <a:solidFill>
                                <a:schemeClr val="bg1"/>
                              </a:solidFill>
                              <a:latin typeface="Cambria Math"/>
                            </a:rPr>
                            <m:t>)</m:t>
                          </m:r>
                        </m:e>
                      </m:d>
                      <m:r>
                        <a:rPr lang="en-US" altLang="zh-CN" sz="3200" i="1" smtClean="0">
                          <a:solidFill>
                            <a:schemeClr val="bg1"/>
                          </a:solidFill>
                          <a:latin typeface="Cambria Math"/>
                          <a:ea typeface="Cambria Math"/>
                        </a:rPr>
                        <m:t>≤</m:t>
                      </m:r>
                      <m:f>
                        <m:fPr>
                          <m:ctrlPr>
                            <a:rPr lang="en-US" altLang="zh-CN" sz="3200" i="1" smtClean="0">
                              <a:solidFill>
                                <a:schemeClr val="bg1"/>
                              </a:solidFill>
                              <a:latin typeface="Cambria Math" panose="02040503050406030204" pitchFamily="18" charset="0"/>
                              <a:ea typeface="Cambria Math"/>
                            </a:rPr>
                          </m:ctrlPr>
                        </m:fPr>
                        <m:num>
                          <m:r>
                            <a:rPr lang="en-US" altLang="zh-CN" sz="3200" b="0" i="1" smtClean="0">
                              <a:solidFill>
                                <a:schemeClr val="bg1"/>
                              </a:solidFill>
                              <a:latin typeface="Cambria Math"/>
                              <a:ea typeface="Cambria Math"/>
                            </a:rPr>
                            <m:t>1</m:t>
                          </m:r>
                        </m:num>
                        <m:den>
                          <m:r>
                            <a:rPr lang="en-US" altLang="zh-CN" sz="3200" b="0" i="1" smtClean="0">
                              <a:solidFill>
                                <a:schemeClr val="bg1"/>
                              </a:solidFill>
                              <a:latin typeface="Cambria Math"/>
                              <a:ea typeface="Cambria Math"/>
                            </a:rPr>
                            <m:t>6</m:t>
                          </m:r>
                        </m:den>
                      </m:f>
                      <m:r>
                        <a:rPr lang="en-US" altLang="zh-CN" sz="3200" b="0" i="1" smtClean="0">
                          <a:solidFill>
                            <a:schemeClr val="bg1"/>
                          </a:solidFill>
                          <a:latin typeface="Cambria Math"/>
                          <a:ea typeface="Cambria Math"/>
                        </a:rPr>
                        <m:t>𝑀</m:t>
                      </m:r>
                      <m:d>
                        <m:dPr>
                          <m:begChr m:val="|"/>
                          <m:endChr m:val="|"/>
                          <m:ctrlPr>
                            <a:rPr lang="en-US" altLang="zh-CN" sz="3200" b="0" i="1" smtClean="0">
                              <a:solidFill>
                                <a:schemeClr val="bg1"/>
                              </a:solidFill>
                              <a:latin typeface="Cambria Math" panose="02040503050406030204" pitchFamily="18" charset="0"/>
                              <a:ea typeface="Cambria Math"/>
                            </a:rPr>
                          </m:ctrlPr>
                        </m:dPr>
                        <m:e>
                          <m:d>
                            <m:dPr>
                              <m:ctrlPr>
                                <a:rPr lang="en-US" altLang="zh-CN" sz="3200" b="0" i="1" smtClean="0">
                                  <a:solidFill>
                                    <a:schemeClr val="bg1"/>
                                  </a:solidFill>
                                  <a:latin typeface="Cambria Math" panose="02040503050406030204" pitchFamily="18" charset="0"/>
                                  <a:ea typeface="Cambria Math"/>
                                </a:rPr>
                              </m:ctrlPr>
                            </m:dPr>
                            <m:e>
                              <m:r>
                                <a:rPr lang="en-US" altLang="zh-CN" sz="3200" b="0" i="1" smtClean="0">
                                  <a:solidFill>
                                    <a:schemeClr val="bg1"/>
                                  </a:solidFill>
                                  <a:latin typeface="Cambria Math"/>
                                  <a:ea typeface="Cambria Math"/>
                                </a:rPr>
                                <m:t>𝑥</m:t>
                              </m:r>
                              <m:r>
                                <a:rPr lang="en-US" altLang="zh-CN" sz="3200" b="0" i="1" smtClean="0">
                                  <a:solidFill>
                                    <a:schemeClr val="bg1"/>
                                  </a:solidFill>
                                  <a:latin typeface="Cambria Math"/>
                                  <a:ea typeface="Cambria Math"/>
                                </a:rPr>
                                <m:t>+3</m:t>
                              </m:r>
                            </m:e>
                          </m:d>
                          <m:r>
                            <a:rPr lang="en-US" altLang="zh-CN" sz="3200" b="0" i="1" smtClean="0">
                              <a:solidFill>
                                <a:schemeClr val="bg1"/>
                              </a:solidFill>
                              <a:latin typeface="Cambria Math"/>
                              <a:ea typeface="Cambria Math"/>
                            </a:rPr>
                            <m:t>𝑥</m:t>
                          </m:r>
                          <m:r>
                            <a:rPr lang="en-US" altLang="zh-CN" sz="3200" b="0" i="1" smtClean="0">
                              <a:solidFill>
                                <a:schemeClr val="bg1"/>
                              </a:solidFill>
                              <a:latin typeface="Cambria Math"/>
                              <a:ea typeface="Cambria Math"/>
                            </a:rPr>
                            <m:t>(</m:t>
                          </m:r>
                          <m:r>
                            <a:rPr lang="en-US" altLang="zh-CN" sz="3200" b="0" i="1" smtClean="0">
                              <a:solidFill>
                                <a:schemeClr val="bg1"/>
                              </a:solidFill>
                              <a:latin typeface="Cambria Math"/>
                              <a:ea typeface="Cambria Math"/>
                            </a:rPr>
                            <m:t>𝑥</m:t>
                          </m:r>
                          <m:r>
                            <a:rPr lang="en-US" altLang="zh-CN" sz="3200" b="0" i="1" smtClean="0">
                              <a:solidFill>
                                <a:schemeClr val="bg1"/>
                              </a:solidFill>
                              <a:latin typeface="Cambria Math"/>
                              <a:ea typeface="Cambria Math"/>
                            </a:rPr>
                            <m:t>−3)</m:t>
                          </m:r>
                        </m:e>
                      </m:d>
                    </m:oMath>
                  </m:oMathPara>
                </a14:m>
                <a:endParaRPr lang="zh-CN" altLang="en-US" sz="32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40445" y="2647790"/>
                <a:ext cx="5645648" cy="1017523"/>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908632" y="3789040"/>
                <a:ext cx="538782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𝑔</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i="1" smtClean="0">
                          <a:solidFill>
                            <a:schemeClr val="bg1"/>
                          </a:solidFill>
                          <a:latin typeface="Cambria Math"/>
                        </a:rPr>
                        <m:t>=</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r>
                            <a:rPr lang="en-US" altLang="zh-CN" b="0" i="1" smtClean="0">
                              <a:solidFill>
                                <a:schemeClr val="bg1"/>
                              </a:solidFill>
                              <a:latin typeface="Cambria Math"/>
                            </a:rPr>
                            <m:t>+3</m:t>
                          </m:r>
                        </m:e>
                      </m:d>
                      <m:r>
                        <a:rPr lang="zh-CN" altLang="en-US" b="0" i="1" smtClean="0">
                          <a:solidFill>
                            <a:schemeClr val="bg1"/>
                          </a:solidFill>
                          <a:latin typeface="Cambria Math"/>
                        </a:rPr>
                        <m:t>∗</m:t>
                      </m:r>
                      <m:r>
                        <a:rPr lang="en-US" altLang="zh-CN" b="0" i="1" smtClean="0">
                          <a:solidFill>
                            <a:schemeClr val="bg1"/>
                          </a:solidFill>
                          <a:latin typeface="Cambria Math"/>
                        </a:rPr>
                        <m:t>𝑥</m:t>
                      </m:r>
                      <m:r>
                        <a:rPr lang="zh-CN" altLang="en-US" b="0" i="1" smtClean="0">
                          <a:solidFill>
                            <a:schemeClr val="bg1"/>
                          </a:solidFill>
                          <a:latin typeface="Cambria Math"/>
                        </a:rPr>
                        <m:t>∗</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r>
                            <a:rPr lang="en-US" altLang="zh-CN" b="0" i="1" smtClean="0">
                              <a:solidFill>
                                <a:schemeClr val="bg1"/>
                              </a:solidFill>
                              <a:latin typeface="Cambria Math"/>
                            </a:rPr>
                            <m:t>−3</m:t>
                          </m:r>
                        </m:e>
                      </m:d>
                      <m:r>
                        <a:rPr lang="en-US" altLang="zh-CN" b="0" i="1" smtClean="0">
                          <a:solidFill>
                            <a:schemeClr val="bg1"/>
                          </a:solidFill>
                          <a:latin typeface="Cambria Math"/>
                        </a:rPr>
                        <m:t>=</m:t>
                      </m:r>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a:rPr>
                            <m:t>𝑥</m:t>
                          </m:r>
                        </m:e>
                        <m:sup>
                          <m:r>
                            <a:rPr lang="en-US" altLang="zh-CN" b="0" i="1" smtClean="0">
                              <a:solidFill>
                                <a:schemeClr val="bg1"/>
                              </a:solidFill>
                              <a:latin typeface="Cambria Math"/>
                            </a:rPr>
                            <m:t>3</m:t>
                          </m:r>
                        </m:sup>
                      </m:sSup>
                      <m:r>
                        <a:rPr lang="en-US" altLang="zh-CN" b="0" i="1" smtClean="0">
                          <a:solidFill>
                            <a:schemeClr val="bg1"/>
                          </a:solidFill>
                          <a:latin typeface="Cambria Math"/>
                        </a:rPr>
                        <m:t>−9</m:t>
                      </m:r>
                      <m:r>
                        <a:rPr lang="en-US" altLang="zh-CN" b="0" i="1" smtClean="0">
                          <a:solidFill>
                            <a:schemeClr val="bg1"/>
                          </a:solidFill>
                          <a:latin typeface="Cambria Math"/>
                        </a:rPr>
                        <m:t>𝑥</m:t>
                      </m:r>
                    </m:oMath>
                  </m:oMathPara>
                </a14:m>
                <a:endParaRPr lang="zh-CN" altLang="en-US"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08632" y="3789040"/>
                <a:ext cx="5387822" cy="461665"/>
              </a:xfrm>
              <a:prstGeom prst="rect">
                <a:avLst/>
              </a:prstGeom>
              <a:blipFill rotWithShape="1">
                <a:blip r:embed="rId4"/>
                <a:stretch>
                  <a:fillRect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947906" y="4437112"/>
                <a:ext cx="2654637" cy="461665"/>
              </a:xfrm>
              <a:prstGeom prst="rect">
                <a:avLst/>
              </a:prstGeom>
              <a:noFill/>
            </p:spPr>
            <p:txBody>
              <a:bodyPr wrap="none" rtlCol="0">
                <a:spAutoFit/>
              </a:bodyPr>
              <a:lstStyle/>
              <a:p>
                <a14:m>
                  <m:oMath xmlns:m="http://schemas.openxmlformats.org/officeDocument/2006/math">
                    <m:sSup>
                      <m:sSupPr>
                        <m:ctrlPr>
                          <a:rPr lang="en-US" altLang="zh-CN" i="1" smtClean="0">
                            <a:solidFill>
                              <a:schemeClr val="bg1"/>
                            </a:solidFill>
                            <a:latin typeface="Cambria Math" panose="02040503050406030204" pitchFamily="18" charset="0"/>
                          </a:rPr>
                        </m:ctrlPr>
                      </m:sSupPr>
                      <m:e>
                        <m:r>
                          <a:rPr lang="en-US" altLang="zh-CN" b="0" i="1" smtClean="0">
                            <a:solidFill>
                              <a:schemeClr val="bg1"/>
                            </a:solidFill>
                            <a:latin typeface="Cambria Math"/>
                          </a:rPr>
                          <m:t>𝑔</m:t>
                        </m:r>
                      </m:e>
                      <m:sup>
                        <m:r>
                          <a:rPr lang="en-US" altLang="zh-CN" b="0" i="1" smtClean="0">
                            <a:solidFill>
                              <a:schemeClr val="bg1"/>
                            </a:solidFill>
                            <a:latin typeface="Cambria Math"/>
                          </a:rPr>
                          <m:t>′</m:t>
                        </m:r>
                      </m:sup>
                    </m:sSup>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i="1" smtClean="0">
                        <a:solidFill>
                          <a:schemeClr val="bg1"/>
                        </a:solidFill>
                        <a:latin typeface="Cambria Math"/>
                      </a:rPr>
                      <m:t>=</m:t>
                    </m:r>
                    <m:sSup>
                      <m:sSupPr>
                        <m:ctrlPr>
                          <a:rPr lang="en-US" altLang="zh-CN" i="1" smtClean="0">
                            <a:solidFill>
                              <a:schemeClr val="bg1"/>
                            </a:solidFill>
                            <a:latin typeface="Cambria Math" panose="02040503050406030204" pitchFamily="18" charset="0"/>
                          </a:rPr>
                        </m:ctrlPr>
                      </m:sSupPr>
                      <m:e>
                        <m:r>
                          <a:rPr lang="en-US" altLang="zh-CN" b="0" i="1" smtClean="0">
                            <a:solidFill>
                              <a:schemeClr val="bg1"/>
                            </a:solidFill>
                            <a:latin typeface="Cambria Math"/>
                          </a:rPr>
                          <m:t>3</m:t>
                        </m:r>
                        <m:r>
                          <a:rPr lang="en-US" altLang="zh-CN" b="0" i="1" smtClean="0">
                            <a:solidFill>
                              <a:schemeClr val="bg1"/>
                            </a:solidFill>
                            <a:latin typeface="Cambria Math"/>
                          </a:rPr>
                          <m:t>𝑥</m:t>
                        </m:r>
                      </m:e>
                      <m:sup>
                        <m:r>
                          <a:rPr lang="en-US" altLang="zh-CN" b="0" i="1" smtClean="0">
                            <a:solidFill>
                              <a:schemeClr val="bg1"/>
                            </a:solidFill>
                            <a:latin typeface="Cambria Math"/>
                          </a:rPr>
                          <m:t>2</m:t>
                        </m:r>
                      </m:sup>
                    </m:sSup>
                    <m:r>
                      <a:rPr lang="en-US" altLang="zh-CN" b="0" i="1" smtClean="0">
                        <a:solidFill>
                          <a:schemeClr val="bg1"/>
                        </a:solidFill>
                        <a:latin typeface="Cambria Math"/>
                      </a:rPr>
                      <m:t>−9</m:t>
                    </m:r>
                  </m:oMath>
                </a14:m>
                <a:r>
                  <a:rPr lang="en-US" altLang="zh-CN" dirty="0">
                    <a:solidFill>
                      <a:schemeClr val="bg1"/>
                    </a:solidFill>
                  </a:rPr>
                  <a:t>=0</a:t>
                </a:r>
                <a:endParaRPr lang="zh-CN" altLang="en-US" dirty="0">
                  <a:solidFill>
                    <a:schemeClr val="bg1"/>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947906" y="4437112"/>
                <a:ext cx="2654637" cy="461665"/>
              </a:xfrm>
              <a:prstGeom prst="rect">
                <a:avLst/>
              </a:prstGeom>
              <a:blipFill rotWithShape="1">
                <a:blip r:embed="rId5"/>
                <a:stretch>
                  <a:fillRect l="-459" t="-10526" r="-2523"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179226" y="4421945"/>
                <a:ext cx="1435841" cy="5052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𝑥</m:t>
                      </m:r>
                      <m:r>
                        <a:rPr lang="en-US" altLang="zh-CN" i="1" smtClean="0">
                          <a:solidFill>
                            <a:schemeClr val="bg1"/>
                          </a:solidFill>
                          <a:latin typeface="Cambria Math"/>
                        </a:rPr>
                        <m:t>=</m:t>
                      </m:r>
                      <m:r>
                        <a:rPr lang="en-US" altLang="zh-CN" i="1" smtClean="0">
                          <a:solidFill>
                            <a:schemeClr val="bg1"/>
                          </a:solidFill>
                          <a:latin typeface="Cambria Math"/>
                          <a:ea typeface="Cambria Math"/>
                        </a:rPr>
                        <m:t>∓</m:t>
                      </m:r>
                      <m:rad>
                        <m:radPr>
                          <m:degHide m:val="on"/>
                          <m:ctrlPr>
                            <a:rPr lang="en-US" altLang="zh-CN" i="1" smtClean="0">
                              <a:solidFill>
                                <a:schemeClr val="bg1"/>
                              </a:solidFill>
                              <a:latin typeface="Cambria Math" panose="02040503050406030204" pitchFamily="18" charset="0"/>
                              <a:ea typeface="Cambria Math"/>
                            </a:rPr>
                          </m:ctrlPr>
                        </m:radPr>
                        <m:deg/>
                        <m:e>
                          <m:r>
                            <a:rPr lang="en-US" altLang="zh-CN" b="0" i="1" smtClean="0">
                              <a:solidFill>
                                <a:schemeClr val="bg1"/>
                              </a:solidFill>
                              <a:latin typeface="Cambria Math"/>
                              <a:ea typeface="Cambria Math"/>
                            </a:rPr>
                            <m:t>3</m:t>
                          </m:r>
                        </m:e>
                      </m:rad>
                    </m:oMath>
                  </m:oMathPara>
                </a14:m>
                <a:endParaRPr lang="zh-CN" altLang="en-US"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179226" y="4421945"/>
                <a:ext cx="1435841" cy="505203"/>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51678" y="5237452"/>
                <a:ext cx="8504572" cy="790794"/>
              </a:xfrm>
              <a:prstGeom prst="rect">
                <a:avLst/>
              </a:prstGeom>
              <a:noFill/>
            </p:spPr>
            <p:txBody>
              <a:bodyPr wrap="none" rtlCol="0">
                <a:spAutoFit/>
              </a:bodyPr>
              <a:lstStyle/>
              <a:p>
                <a14:m>
                  <m:oMath xmlns:m="http://schemas.openxmlformats.org/officeDocument/2006/math">
                    <m:d>
                      <m:dPr>
                        <m:begChr m:val="|"/>
                        <m:endChr m:val="|"/>
                        <m:ctrlPr>
                          <a:rPr lang="en-US" altLang="zh-CN" sz="3200" i="1" smtClean="0">
                            <a:solidFill>
                              <a:schemeClr val="bg1"/>
                            </a:solidFill>
                            <a:latin typeface="Cambria Math" panose="02040503050406030204" pitchFamily="18" charset="0"/>
                          </a:rPr>
                        </m:ctrlPr>
                      </m:dPr>
                      <m:e>
                        <m:r>
                          <a:rPr lang="en-US" altLang="zh-CN" sz="3200" b="0" i="1" smtClean="0">
                            <a:solidFill>
                              <a:schemeClr val="bg1"/>
                            </a:solidFill>
                            <a:latin typeface="Cambria Math"/>
                          </a:rPr>
                          <m:t>𝑅</m:t>
                        </m:r>
                        <m:r>
                          <a:rPr lang="en-US" altLang="zh-CN" sz="3200" b="0" i="1" smtClean="0">
                            <a:solidFill>
                              <a:schemeClr val="bg1"/>
                            </a:solidFill>
                            <a:latin typeface="Cambria Math"/>
                          </a:rPr>
                          <m:t>(</m:t>
                        </m:r>
                        <m:r>
                          <a:rPr lang="en-US" altLang="zh-CN" sz="3200" b="0" i="1" smtClean="0">
                            <a:solidFill>
                              <a:schemeClr val="bg1"/>
                            </a:solidFill>
                            <a:latin typeface="Cambria Math"/>
                          </a:rPr>
                          <m:t>𝑥</m:t>
                        </m:r>
                        <m:r>
                          <a:rPr lang="en-US" altLang="zh-CN" sz="3200" b="0" i="1" smtClean="0">
                            <a:solidFill>
                              <a:schemeClr val="bg1"/>
                            </a:solidFill>
                            <a:latin typeface="Cambria Math"/>
                          </a:rPr>
                          <m:t>)</m:t>
                        </m:r>
                      </m:e>
                    </m:d>
                    <m:r>
                      <a:rPr lang="en-US" altLang="zh-CN" sz="3200" i="1" smtClean="0">
                        <a:solidFill>
                          <a:schemeClr val="bg1"/>
                        </a:solidFill>
                        <a:latin typeface="Cambria Math"/>
                        <a:ea typeface="Cambria Math"/>
                      </a:rPr>
                      <m:t>≤</m:t>
                    </m:r>
                    <m:f>
                      <m:fPr>
                        <m:ctrlPr>
                          <a:rPr lang="en-US" altLang="zh-CN" sz="3200" i="1" smtClean="0">
                            <a:solidFill>
                              <a:schemeClr val="bg1"/>
                            </a:solidFill>
                            <a:latin typeface="Cambria Math" panose="02040503050406030204" pitchFamily="18" charset="0"/>
                            <a:ea typeface="Cambria Math"/>
                          </a:rPr>
                        </m:ctrlPr>
                      </m:fPr>
                      <m:num>
                        <m:r>
                          <a:rPr lang="en-US" altLang="zh-CN" sz="3200" b="0" i="1" smtClean="0">
                            <a:solidFill>
                              <a:schemeClr val="bg1"/>
                            </a:solidFill>
                            <a:latin typeface="Cambria Math"/>
                            <a:ea typeface="Cambria Math"/>
                          </a:rPr>
                          <m:t>1</m:t>
                        </m:r>
                      </m:num>
                      <m:den>
                        <m:r>
                          <a:rPr lang="en-US" altLang="zh-CN" sz="3200" b="0" i="1" smtClean="0">
                            <a:solidFill>
                              <a:schemeClr val="bg1"/>
                            </a:solidFill>
                            <a:latin typeface="Cambria Math"/>
                            <a:ea typeface="Cambria Math"/>
                          </a:rPr>
                          <m:t>6</m:t>
                        </m:r>
                      </m:den>
                    </m:f>
                    <m:r>
                      <a:rPr lang="en-US" altLang="zh-CN" sz="3200" b="0" i="1" smtClean="0">
                        <a:solidFill>
                          <a:schemeClr val="bg1"/>
                        </a:solidFill>
                        <a:latin typeface="Cambria Math"/>
                        <a:ea typeface="Cambria Math"/>
                      </a:rPr>
                      <m:t>𝑀</m:t>
                    </m:r>
                    <m:d>
                      <m:dPr>
                        <m:begChr m:val="|"/>
                        <m:endChr m:val="|"/>
                        <m:ctrlPr>
                          <a:rPr lang="en-US" altLang="zh-CN" sz="3200" b="0" i="1" smtClean="0">
                            <a:solidFill>
                              <a:schemeClr val="bg1"/>
                            </a:solidFill>
                            <a:latin typeface="Cambria Math" panose="02040503050406030204" pitchFamily="18" charset="0"/>
                            <a:ea typeface="Cambria Math"/>
                          </a:rPr>
                        </m:ctrlPr>
                      </m:dPr>
                      <m:e>
                        <m:d>
                          <m:dPr>
                            <m:ctrlPr>
                              <a:rPr lang="en-US" altLang="zh-CN" sz="3200" b="0" i="1" smtClean="0">
                                <a:solidFill>
                                  <a:schemeClr val="bg1"/>
                                </a:solidFill>
                                <a:latin typeface="Cambria Math" panose="02040503050406030204" pitchFamily="18" charset="0"/>
                                <a:ea typeface="Cambria Math"/>
                              </a:rPr>
                            </m:ctrlPr>
                          </m:dPr>
                          <m:e>
                            <m:rad>
                              <m:radPr>
                                <m:degHide m:val="on"/>
                                <m:ctrlPr>
                                  <a:rPr lang="en-US" altLang="zh-CN" sz="3200" b="0" i="1" smtClean="0">
                                    <a:solidFill>
                                      <a:schemeClr val="bg1"/>
                                    </a:solidFill>
                                    <a:latin typeface="Cambria Math" panose="02040503050406030204" pitchFamily="18" charset="0"/>
                                    <a:ea typeface="Cambria Math"/>
                                  </a:rPr>
                                </m:ctrlPr>
                              </m:radPr>
                              <m:deg/>
                              <m:e>
                                <m:r>
                                  <a:rPr lang="en-US" altLang="zh-CN" sz="3200" b="0" i="1" smtClean="0">
                                    <a:solidFill>
                                      <a:schemeClr val="bg1"/>
                                    </a:solidFill>
                                    <a:latin typeface="Cambria Math"/>
                                    <a:ea typeface="Cambria Math"/>
                                  </a:rPr>
                                  <m:t>3</m:t>
                                </m:r>
                              </m:e>
                            </m:rad>
                            <m:r>
                              <a:rPr lang="en-US" altLang="zh-CN" sz="3200" b="0" i="1" smtClean="0">
                                <a:solidFill>
                                  <a:schemeClr val="bg1"/>
                                </a:solidFill>
                                <a:latin typeface="Cambria Math"/>
                                <a:ea typeface="Cambria Math"/>
                              </a:rPr>
                              <m:t>+3</m:t>
                            </m:r>
                          </m:e>
                        </m:d>
                        <m:r>
                          <a:rPr lang="zh-CN" altLang="en-US" sz="3200" b="0" i="1" smtClean="0">
                            <a:solidFill>
                              <a:schemeClr val="bg1"/>
                            </a:solidFill>
                            <a:latin typeface="Cambria Math"/>
                            <a:ea typeface="Cambria Math"/>
                          </a:rPr>
                          <m:t>∗</m:t>
                        </m:r>
                        <m:rad>
                          <m:radPr>
                            <m:degHide m:val="on"/>
                            <m:ctrlPr>
                              <a:rPr lang="en-US" altLang="zh-CN" sz="3200" i="1">
                                <a:solidFill>
                                  <a:schemeClr val="bg1"/>
                                </a:solidFill>
                                <a:latin typeface="Cambria Math" panose="02040503050406030204" pitchFamily="18" charset="0"/>
                                <a:ea typeface="Cambria Math"/>
                              </a:rPr>
                            </m:ctrlPr>
                          </m:radPr>
                          <m:deg/>
                          <m:e>
                            <m:r>
                              <a:rPr lang="en-US" altLang="zh-CN" sz="3200" i="1">
                                <a:solidFill>
                                  <a:schemeClr val="bg1"/>
                                </a:solidFill>
                                <a:latin typeface="Cambria Math"/>
                                <a:ea typeface="Cambria Math"/>
                              </a:rPr>
                              <m:t>3</m:t>
                            </m:r>
                          </m:e>
                        </m:rad>
                        <m:r>
                          <a:rPr lang="zh-CN" altLang="en-US" sz="3200" b="0" i="1" smtClean="0">
                            <a:solidFill>
                              <a:schemeClr val="bg1"/>
                            </a:solidFill>
                            <a:latin typeface="Cambria Math"/>
                            <a:ea typeface="Cambria Math"/>
                          </a:rPr>
                          <m:t>∗</m:t>
                        </m:r>
                        <m:d>
                          <m:dPr>
                            <m:ctrlPr>
                              <a:rPr lang="en-US" altLang="zh-CN" sz="3200" b="0" i="1" smtClean="0">
                                <a:solidFill>
                                  <a:schemeClr val="bg1"/>
                                </a:solidFill>
                                <a:latin typeface="Cambria Math" panose="02040503050406030204" pitchFamily="18" charset="0"/>
                                <a:ea typeface="Cambria Math"/>
                              </a:rPr>
                            </m:ctrlPr>
                          </m:dPr>
                          <m:e>
                            <m:rad>
                              <m:radPr>
                                <m:degHide m:val="on"/>
                                <m:ctrlPr>
                                  <a:rPr lang="en-US" altLang="zh-CN" sz="3200" i="1">
                                    <a:solidFill>
                                      <a:schemeClr val="bg1"/>
                                    </a:solidFill>
                                    <a:latin typeface="Cambria Math" panose="02040503050406030204" pitchFamily="18" charset="0"/>
                                    <a:ea typeface="Cambria Math"/>
                                  </a:rPr>
                                </m:ctrlPr>
                              </m:radPr>
                              <m:deg/>
                              <m:e>
                                <m:r>
                                  <a:rPr lang="en-US" altLang="zh-CN" sz="3200" i="1">
                                    <a:solidFill>
                                      <a:schemeClr val="bg1"/>
                                    </a:solidFill>
                                    <a:latin typeface="Cambria Math"/>
                                    <a:ea typeface="Cambria Math"/>
                                  </a:rPr>
                                  <m:t>3</m:t>
                                </m:r>
                              </m:e>
                            </m:rad>
                            <m:r>
                              <a:rPr lang="en-US" altLang="zh-CN" sz="3200" b="0" i="1" smtClean="0">
                                <a:solidFill>
                                  <a:schemeClr val="bg1"/>
                                </a:solidFill>
                                <a:latin typeface="Cambria Math"/>
                                <a:ea typeface="Cambria Math"/>
                              </a:rPr>
                              <m:t>−3</m:t>
                            </m:r>
                          </m:e>
                        </m:d>
                      </m:e>
                    </m:d>
                    <m:r>
                      <a:rPr lang="en-US" altLang="zh-CN" sz="3200" b="0" i="1" smtClean="0">
                        <a:solidFill>
                          <a:schemeClr val="bg1"/>
                        </a:solidFill>
                        <a:latin typeface="Cambria Math"/>
                        <a:ea typeface="Cambria Math"/>
                      </a:rPr>
                      <m:t>=</m:t>
                    </m:r>
                    <m:rad>
                      <m:radPr>
                        <m:degHide m:val="on"/>
                        <m:ctrlPr>
                          <a:rPr lang="en-US" altLang="zh-CN" sz="3200" i="1">
                            <a:solidFill>
                              <a:schemeClr val="bg1"/>
                            </a:solidFill>
                            <a:latin typeface="Cambria Math" panose="02040503050406030204" pitchFamily="18" charset="0"/>
                            <a:ea typeface="Cambria Math"/>
                          </a:rPr>
                        </m:ctrlPr>
                      </m:radPr>
                      <m:deg/>
                      <m:e>
                        <m:r>
                          <a:rPr lang="en-US" altLang="zh-CN" sz="3200" i="1">
                            <a:solidFill>
                              <a:schemeClr val="bg1"/>
                            </a:solidFill>
                            <a:latin typeface="Cambria Math"/>
                            <a:ea typeface="Cambria Math"/>
                          </a:rPr>
                          <m:t>3</m:t>
                        </m:r>
                      </m:e>
                    </m:rad>
                  </m:oMath>
                </a14:m>
                <a:r>
                  <a:rPr lang="en-US" altLang="zh-CN" sz="3200" dirty="0">
                    <a:solidFill>
                      <a:schemeClr val="bg1"/>
                    </a:solidFill>
                  </a:rPr>
                  <a:t>M</a:t>
                </a:r>
                <a:endParaRPr lang="zh-CN" altLang="en-US" sz="3200" dirty="0">
                  <a:solidFill>
                    <a:schemeClr val="bg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51678" y="5237452"/>
                <a:ext cx="8504572" cy="790794"/>
              </a:xfrm>
              <a:prstGeom prst="rect">
                <a:avLst/>
              </a:prstGeom>
              <a:blipFill rotWithShape="1">
                <a:blip r:embed="rId7"/>
                <a:stretch>
                  <a:fillRect r="-860" b="-9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8866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0"/>
              </a:spcBef>
              <a:buFontTx/>
              <a:buNone/>
            </a:pPr>
            <a:fld id="{A1E88167-248B-4C0A-BA27-4D5FC337F9F5}" type="slidenum">
              <a:rPr lang="en-US" altLang="zh-CN" sz="1400"/>
              <a:pPr algn="r" eaLnBrk="1" hangingPunct="1">
                <a:spcBef>
                  <a:spcPct val="0"/>
                </a:spcBef>
                <a:buFontTx/>
                <a:buNone/>
              </a:pPr>
              <a:t>21</a:t>
            </a:fld>
            <a:endParaRPr lang="en-US" altLang="zh-CN" sz="1400"/>
          </a:p>
        </p:txBody>
      </p:sp>
      <p:graphicFrame>
        <p:nvGraphicFramePr>
          <p:cNvPr id="30723" name="Object 4"/>
          <p:cNvGraphicFramePr>
            <a:graphicFrameLocks noChangeAspect="1"/>
          </p:cNvGraphicFramePr>
          <p:nvPr/>
        </p:nvGraphicFramePr>
        <p:xfrm>
          <a:off x="684213" y="188913"/>
          <a:ext cx="7877175" cy="6532562"/>
        </p:xfrm>
        <a:graphic>
          <a:graphicData uri="http://schemas.openxmlformats.org/presentationml/2006/ole">
            <mc:AlternateContent xmlns:mc="http://schemas.openxmlformats.org/markup-compatibility/2006">
              <mc:Choice xmlns:v="urn:schemas-microsoft-com:vml" Requires="v">
                <p:oleObj name="Equation" r:id="rId2" imgW="3124200" imgH="2590800" progId="Equation.DSMT4">
                  <p:embed/>
                </p:oleObj>
              </mc:Choice>
              <mc:Fallback>
                <p:oleObj name="Equation" r:id="rId2" imgW="3124200" imgH="25908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88913"/>
                        <a:ext cx="7877175" cy="6532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0031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r" eaLnBrk="1" hangingPunct="1">
              <a:spcBef>
                <a:spcPct val="0"/>
              </a:spcBef>
              <a:buFontTx/>
              <a:buNone/>
            </a:pPr>
            <a:fld id="{6C743CD1-03D7-4F73-95BD-838D7AF29048}" type="slidenum">
              <a:rPr lang="en-US" altLang="zh-CN" sz="1400"/>
              <a:pPr algn="r" eaLnBrk="1" hangingPunct="1">
                <a:spcBef>
                  <a:spcPct val="0"/>
                </a:spcBef>
                <a:buFontTx/>
                <a:buNone/>
              </a:pPr>
              <a:t>22</a:t>
            </a:fld>
            <a:endParaRPr lang="en-US" altLang="zh-CN" sz="1400"/>
          </a:p>
        </p:txBody>
      </p:sp>
      <p:graphicFrame>
        <p:nvGraphicFramePr>
          <p:cNvPr id="31747" name="Object 4"/>
          <p:cNvGraphicFramePr>
            <a:graphicFrameLocks noChangeAspect="1"/>
          </p:cNvGraphicFramePr>
          <p:nvPr/>
        </p:nvGraphicFramePr>
        <p:xfrm>
          <a:off x="1187450" y="404813"/>
          <a:ext cx="7056438" cy="6094412"/>
        </p:xfrm>
        <a:graphic>
          <a:graphicData uri="http://schemas.openxmlformats.org/presentationml/2006/ole">
            <mc:AlternateContent xmlns:mc="http://schemas.openxmlformats.org/markup-compatibility/2006">
              <mc:Choice xmlns:v="urn:schemas-microsoft-com:vml" Requires="v">
                <p:oleObj name="Equation" r:id="rId2" imgW="2235200" imgH="1930400" progId="Equation.DSMT4">
                  <p:embed/>
                </p:oleObj>
              </mc:Choice>
              <mc:Fallback>
                <p:oleObj name="Equation" r:id="rId2" imgW="2235200" imgH="19304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404813"/>
                        <a:ext cx="7056438" cy="609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62367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4610" y="538226"/>
            <a:ext cx="8280920" cy="584775"/>
          </a:xfrm>
          <a:prstGeom prst="rect">
            <a:avLst/>
          </a:prstGeom>
          <a:noFill/>
        </p:spPr>
        <p:txBody>
          <a:bodyPr wrap="square" rtlCol="0">
            <a:spAutoFit/>
          </a:bodyPr>
          <a:lstStyle/>
          <a:p>
            <a:r>
              <a:rPr lang="zh-CN" altLang="en-US" sz="3200" dirty="0">
                <a:solidFill>
                  <a:schemeClr val="bg1"/>
                </a:solidFill>
              </a:rPr>
              <a:t>估计余项</a:t>
            </a:r>
            <a:r>
              <a:rPr lang="en-US" altLang="zh-CN" sz="3200" dirty="0">
                <a:solidFill>
                  <a:schemeClr val="bg1"/>
                </a:solidFill>
              </a:rPr>
              <a:t>R(x)=y-L</a:t>
            </a:r>
            <a:r>
              <a:rPr lang="en-US" altLang="zh-CN" sz="3200" baseline="-25000" dirty="0">
                <a:solidFill>
                  <a:schemeClr val="bg1"/>
                </a:solidFill>
              </a:rPr>
              <a:t>1</a:t>
            </a:r>
            <a:r>
              <a:rPr lang="en-US" altLang="zh-CN" sz="3200" dirty="0">
                <a:solidFill>
                  <a:schemeClr val="bg1"/>
                </a:solidFill>
              </a:rPr>
              <a:t>(x)</a:t>
            </a:r>
            <a:r>
              <a:rPr lang="zh-CN" altLang="en-US" sz="3200" dirty="0">
                <a:solidFill>
                  <a:schemeClr val="bg1"/>
                </a:solidFill>
              </a:rPr>
              <a:t>在区间</a:t>
            </a:r>
            <a:r>
              <a:rPr lang="en-US" altLang="zh-CN" sz="3200" dirty="0">
                <a:solidFill>
                  <a:schemeClr val="bg1"/>
                </a:solidFill>
              </a:rPr>
              <a:t>[11</a:t>
            </a:r>
            <a:r>
              <a:rPr lang="zh-CN" altLang="en-US" sz="3200" dirty="0">
                <a:solidFill>
                  <a:schemeClr val="bg1"/>
                </a:solidFill>
              </a:rPr>
              <a:t>，</a:t>
            </a:r>
            <a:r>
              <a:rPr lang="en-US" altLang="zh-CN" sz="3200" dirty="0">
                <a:solidFill>
                  <a:schemeClr val="bg1"/>
                </a:solidFill>
              </a:rPr>
              <a:t>12]</a:t>
            </a:r>
            <a:r>
              <a:rPr lang="zh-CN" altLang="en-US" sz="3200" dirty="0">
                <a:solidFill>
                  <a:schemeClr val="bg1"/>
                </a:solidFill>
              </a:rPr>
              <a:t>的大小？</a:t>
            </a:r>
          </a:p>
        </p:txBody>
      </p:sp>
      <p:grpSp>
        <p:nvGrpSpPr>
          <p:cNvPr id="11" name="组合 10"/>
          <p:cNvGrpSpPr/>
          <p:nvPr/>
        </p:nvGrpSpPr>
        <p:grpSpPr>
          <a:xfrm>
            <a:off x="467544" y="1346338"/>
            <a:ext cx="7344816" cy="4560550"/>
            <a:chOff x="467544" y="1346338"/>
            <a:chExt cx="7344816" cy="4560550"/>
          </a:xfrm>
        </p:grpSpPr>
        <p:sp>
          <p:nvSpPr>
            <p:cNvPr id="3" name="TextBox 2"/>
            <p:cNvSpPr txBox="1"/>
            <p:nvPr/>
          </p:nvSpPr>
          <p:spPr>
            <a:xfrm>
              <a:off x="467544" y="1346338"/>
              <a:ext cx="1620957" cy="523220"/>
            </a:xfrm>
            <a:prstGeom prst="rect">
              <a:avLst/>
            </a:prstGeom>
            <a:noFill/>
          </p:spPr>
          <p:txBody>
            <a:bodyPr wrap="none" rtlCol="0">
              <a:spAutoFit/>
            </a:bodyPr>
            <a:lstStyle/>
            <a:p>
              <a:r>
                <a:rPr lang="zh-CN" altLang="en-US" sz="2800" dirty="0">
                  <a:solidFill>
                    <a:schemeClr val="bg1"/>
                  </a:solidFill>
                </a:rPr>
                <a:t>余项公式</a:t>
              </a:r>
            </a:p>
          </p:txBody>
        </p:sp>
        <mc:AlternateContent xmlns:mc="http://schemas.openxmlformats.org/markup-compatibility/2006" xmlns:a14="http://schemas.microsoft.com/office/drawing/2010/main">
          <mc:Choice Requires="a14">
            <p:sp>
              <p:nvSpPr>
                <p:cNvPr id="5" name="TextBox 4"/>
                <p:cNvSpPr txBox="1"/>
                <p:nvPr/>
              </p:nvSpPr>
              <p:spPr>
                <a:xfrm>
                  <a:off x="2338805" y="1607948"/>
                  <a:ext cx="4486356" cy="8066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𝑅</m:t>
                        </m:r>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f>
                          <m:fPr>
                            <m:ctrlPr>
                              <a:rPr lang="en-US" altLang="zh-CN" i="1" smtClean="0">
                                <a:solidFill>
                                  <a:schemeClr val="bg1"/>
                                </a:solidFill>
                                <a:latin typeface="Cambria Math" panose="02040503050406030204" pitchFamily="18" charset="0"/>
                              </a:rPr>
                            </m:ctrlPr>
                          </m:fPr>
                          <m:num>
                            <m:sSup>
                              <m:sSupPr>
                                <m:ctrlPr>
                                  <a:rPr lang="en-US" altLang="zh-CN" i="1" smtClean="0">
                                    <a:solidFill>
                                      <a:schemeClr val="bg1"/>
                                    </a:solidFill>
                                    <a:latin typeface="Cambria Math" panose="02040503050406030204" pitchFamily="18" charset="0"/>
                                  </a:rPr>
                                </m:ctrlPr>
                              </m:sSupPr>
                              <m:e>
                                <m:r>
                                  <a:rPr lang="en-US" altLang="zh-CN" b="0" i="1" smtClean="0">
                                    <a:solidFill>
                                      <a:schemeClr val="bg1"/>
                                    </a:solidFill>
                                    <a:latin typeface="Cambria Math"/>
                                  </a:rPr>
                                  <m:t>𝑙𝑛</m:t>
                                </m:r>
                              </m:e>
                              <m:sup>
                                <m:r>
                                  <a:rPr lang="en-US" altLang="zh-CN" b="0" i="1" smtClean="0">
                                    <a:solidFill>
                                      <a:schemeClr val="bg1"/>
                                    </a:solidFill>
                                    <a:latin typeface="Cambria Math"/>
                                  </a:rPr>
                                  <m:t>′′</m:t>
                                </m:r>
                              </m:sup>
                            </m:sSup>
                            <m:d>
                              <m:dPr>
                                <m:ctrlPr>
                                  <a:rPr lang="en-US" altLang="zh-CN" b="0" i="1" smtClean="0">
                                    <a:solidFill>
                                      <a:schemeClr val="bg1"/>
                                    </a:solidFill>
                                    <a:latin typeface="Cambria Math" panose="02040503050406030204" pitchFamily="18" charset="0"/>
                                  </a:rPr>
                                </m:ctrlPr>
                              </m:dPr>
                              <m:e>
                                <m:r>
                                  <a:rPr lang="zh-CN" altLang="en-US" b="0" i="1" smtClean="0">
                                    <a:solidFill>
                                      <a:schemeClr val="bg1"/>
                                    </a:solidFill>
                                    <a:latin typeface="Cambria Math"/>
                                  </a:rPr>
                                  <m:t>𝜉</m:t>
                                </m:r>
                              </m:e>
                            </m:d>
                          </m:num>
                          <m:den>
                            <m:r>
                              <a:rPr lang="en-US" altLang="zh-CN" b="0" i="1" smtClean="0">
                                <a:solidFill>
                                  <a:schemeClr val="bg1"/>
                                </a:solidFill>
                                <a:latin typeface="Cambria Math"/>
                              </a:rPr>
                              <m:t>2!</m:t>
                            </m:r>
                          </m:den>
                        </m:f>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−11)(</m:t>
                        </m:r>
                        <m:r>
                          <a:rPr lang="en-US" altLang="zh-CN" b="0" i="1" smtClean="0">
                            <a:solidFill>
                              <a:schemeClr val="bg1"/>
                            </a:solidFill>
                            <a:latin typeface="Cambria Math"/>
                          </a:rPr>
                          <m:t>𝑥</m:t>
                        </m:r>
                        <m:r>
                          <a:rPr lang="en-US" altLang="zh-CN" b="0" i="1" smtClean="0">
                            <a:solidFill>
                              <a:schemeClr val="bg1"/>
                            </a:solidFill>
                            <a:latin typeface="Cambria Math"/>
                          </a:rPr>
                          <m:t>−12)</m:t>
                        </m:r>
                      </m:oMath>
                    </m:oMathPara>
                  </a14:m>
                  <a:endParaRPr lang="zh-CN" altLang="en-US"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338805" y="1607948"/>
                  <a:ext cx="4486356" cy="806696"/>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33793" y="2636912"/>
                  <a:ext cx="2014847"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solidFill>
                                  <a:schemeClr val="bg1"/>
                                </a:solidFill>
                                <a:latin typeface="Cambria Math" panose="02040503050406030204" pitchFamily="18" charset="0"/>
                              </a:rPr>
                            </m:ctrlPr>
                          </m:sSupPr>
                          <m:e>
                            <m:r>
                              <a:rPr lang="en-US" altLang="zh-CN" b="0" i="1" smtClean="0">
                                <a:solidFill>
                                  <a:schemeClr val="bg1"/>
                                </a:solidFill>
                                <a:latin typeface="Cambria Math"/>
                              </a:rPr>
                              <m:t>𝑙𝑛</m:t>
                            </m:r>
                          </m:e>
                          <m:sup>
                            <m:r>
                              <a:rPr lang="en-US" altLang="zh-CN" b="0" i="1" smtClean="0">
                                <a:solidFill>
                                  <a:schemeClr val="bg1"/>
                                </a:solidFill>
                                <a:latin typeface="Cambria Math"/>
                              </a:rPr>
                              <m:t>′′</m:t>
                            </m:r>
                          </m:sup>
                        </m:sSup>
                        <m:d>
                          <m:dPr>
                            <m:ctrlPr>
                              <a:rPr lang="en-US" altLang="zh-CN" b="0" i="1" smtClean="0">
                                <a:solidFill>
                                  <a:schemeClr val="bg1"/>
                                </a:solidFill>
                                <a:latin typeface="Cambria Math" panose="02040503050406030204" pitchFamily="18" charset="0"/>
                              </a:rPr>
                            </m:ctrlPr>
                          </m:dPr>
                          <m:e>
                            <m:r>
                              <a:rPr lang="zh-CN" altLang="en-US" b="0" i="1" smtClean="0">
                                <a:solidFill>
                                  <a:schemeClr val="bg1"/>
                                </a:solidFill>
                                <a:latin typeface="Cambria Math"/>
                              </a:rPr>
                              <m:t>𝜉</m:t>
                            </m:r>
                          </m:e>
                        </m:d>
                        <m:r>
                          <a:rPr lang="en-US" altLang="zh-CN" b="0" i="1" smtClean="0">
                            <a:solidFill>
                              <a:schemeClr val="bg1"/>
                            </a:solidFill>
                            <a:latin typeface="Cambria Math"/>
                          </a:rPr>
                          <m:t>≤</m:t>
                        </m:r>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a:rPr>
                                  <m:t>11</m:t>
                                </m:r>
                              </m:e>
                              <m:sup>
                                <m:r>
                                  <a:rPr lang="en-US" altLang="zh-CN" b="0" i="1" smtClean="0">
                                    <a:solidFill>
                                      <a:schemeClr val="bg1"/>
                                    </a:solidFill>
                                    <a:latin typeface="Cambria Math"/>
                                  </a:rPr>
                                  <m:t>2</m:t>
                                </m:r>
                              </m:sup>
                            </m:sSup>
                          </m:den>
                        </m:f>
                      </m:oMath>
                    </m:oMathPara>
                  </a14:m>
                  <a:endParaRPr lang="zh-CN" altLang="en-US"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433793" y="2636912"/>
                  <a:ext cx="2014847" cy="78380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85876" y="3645024"/>
                  <a:ext cx="5429948"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i="1" smtClean="0">
                                <a:solidFill>
                                  <a:schemeClr val="bg1"/>
                                </a:solidFill>
                                <a:latin typeface="Cambria Math" panose="02040503050406030204" pitchFamily="18" charset="0"/>
                              </a:rPr>
                            </m:ctrlPr>
                          </m:dPr>
                          <m:e>
                            <m:r>
                              <a:rPr lang="en-US" altLang="zh-CN" b="0" i="1" smtClean="0">
                                <a:solidFill>
                                  <a:schemeClr val="bg1"/>
                                </a:solidFill>
                                <a:latin typeface="Cambria Math"/>
                              </a:rPr>
                              <m:t>𝑅</m:t>
                            </m:r>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m:t>
                            </m:r>
                          </m:e>
                        </m:d>
                        <m:r>
                          <a:rPr lang="en-US" altLang="zh-CN" b="0" i="1" smtClean="0">
                            <a:solidFill>
                              <a:schemeClr val="bg1"/>
                            </a:solidFill>
                            <a:latin typeface="Cambria Math"/>
                          </a:rPr>
                          <m:t>≤</m:t>
                        </m:r>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r>
                              <a:rPr lang="en-US" altLang="zh-CN" b="0" i="1" smtClean="0">
                                <a:solidFill>
                                  <a:schemeClr val="bg1"/>
                                </a:solidFill>
                                <a:latin typeface="Cambria Math"/>
                              </a:rPr>
                              <m:t>11</m:t>
                            </m:r>
                            <m:r>
                              <a:rPr lang="zh-CN" altLang="en-US" b="0" i="1" smtClean="0">
                                <a:solidFill>
                                  <a:schemeClr val="bg1"/>
                                </a:solidFill>
                                <a:latin typeface="Cambria Math"/>
                              </a:rPr>
                              <m:t>∗</m:t>
                            </m:r>
                            <m:r>
                              <a:rPr lang="en-US" altLang="zh-CN" b="0" i="1" smtClean="0">
                                <a:solidFill>
                                  <a:schemeClr val="bg1"/>
                                </a:solidFill>
                                <a:latin typeface="Cambria Math"/>
                              </a:rPr>
                              <m:t>11</m:t>
                            </m:r>
                            <m:r>
                              <a:rPr lang="zh-CN" altLang="en-US" b="0" i="1" smtClean="0">
                                <a:solidFill>
                                  <a:schemeClr val="bg1"/>
                                </a:solidFill>
                                <a:latin typeface="Cambria Math"/>
                              </a:rPr>
                              <m:t>∗</m:t>
                            </m:r>
                            <m:r>
                              <a:rPr lang="en-US" altLang="zh-CN" b="0" i="1" smtClean="0">
                                <a:solidFill>
                                  <a:schemeClr val="bg1"/>
                                </a:solidFill>
                                <a:latin typeface="Cambria Math"/>
                              </a:rPr>
                              <m:t>2</m:t>
                            </m:r>
                          </m:den>
                        </m:f>
                        <m:d>
                          <m:dPr>
                            <m:begChr m:val="|"/>
                            <m:endChr m:val="|"/>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−11)(</m:t>
                            </m:r>
                            <m:r>
                              <a:rPr lang="en-US" altLang="zh-CN" b="0" i="1" smtClean="0">
                                <a:solidFill>
                                  <a:schemeClr val="bg1"/>
                                </a:solidFill>
                                <a:latin typeface="Cambria Math"/>
                              </a:rPr>
                              <m:t>𝑥</m:t>
                            </m:r>
                            <m:r>
                              <a:rPr lang="en-US" altLang="zh-CN" b="0" i="1" smtClean="0">
                                <a:solidFill>
                                  <a:schemeClr val="bg1"/>
                                </a:solidFill>
                                <a:latin typeface="Cambria Math"/>
                              </a:rPr>
                              <m:t>−12)</m:t>
                            </m:r>
                          </m:e>
                        </m:d>
                      </m:oMath>
                    </m:oMathPara>
                  </a14:m>
                  <a:endParaRPr lang="zh-CN" altLang="en-US" dirty="0">
                    <a:solidFill>
                      <a:schemeClr val="bg1"/>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085876" y="3645024"/>
                  <a:ext cx="5429948" cy="783804"/>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58986" y="4743605"/>
                  <a:ext cx="3359638" cy="461665"/>
                </a:xfrm>
                <a:prstGeom prst="rect">
                  <a:avLst/>
                </a:prstGeom>
                <a:noFill/>
              </p:spPr>
              <p:txBody>
                <a:bodyPr wrap="none" rtlCol="0">
                  <a:spAutoFit/>
                </a:bodyPr>
                <a:lstStyle/>
                <a:p>
                  <a:r>
                    <a:rPr lang="en-US" altLang="zh-CN" dirty="0">
                      <a:solidFill>
                        <a:schemeClr val="bg1"/>
                      </a:solidFill>
                    </a:rPr>
                    <a:t>g(x) </a:t>
                  </a:r>
                  <a14:m>
                    <m:oMath xmlns:m="http://schemas.openxmlformats.org/officeDocument/2006/math">
                      <m:r>
                        <a:rPr lang="en-US" altLang="zh-CN" i="1" smtClean="0">
                          <a:solidFill>
                            <a:schemeClr val="bg1"/>
                          </a:solidFill>
                          <a:latin typeface="Cambria Math"/>
                        </a:rPr>
                        <m:t>=</m:t>
                      </m:r>
                      <m:r>
                        <a:rPr lang="en-US" altLang="zh-CN" b="0" i="1" smtClean="0">
                          <a:solidFill>
                            <a:schemeClr val="bg1"/>
                          </a:solidFill>
                          <a:latin typeface="Cambria Math"/>
                        </a:rPr>
                        <m:t>(</m:t>
                      </m:r>
                      <m:r>
                        <a:rPr lang="en-US" altLang="zh-CN" b="0" i="1" smtClean="0">
                          <a:solidFill>
                            <a:schemeClr val="bg1"/>
                          </a:solidFill>
                          <a:latin typeface="Cambria Math"/>
                        </a:rPr>
                        <m:t>𝑥</m:t>
                      </m:r>
                      <m:r>
                        <a:rPr lang="en-US" altLang="zh-CN" b="0" i="1" smtClean="0">
                          <a:solidFill>
                            <a:schemeClr val="bg1"/>
                          </a:solidFill>
                          <a:latin typeface="Cambria Math"/>
                        </a:rPr>
                        <m:t>−11)(</m:t>
                      </m:r>
                      <m:r>
                        <a:rPr lang="en-US" altLang="zh-CN" b="0" i="1" smtClean="0">
                          <a:solidFill>
                            <a:schemeClr val="bg1"/>
                          </a:solidFill>
                          <a:latin typeface="Cambria Math"/>
                        </a:rPr>
                        <m:t>𝑥</m:t>
                      </m:r>
                      <m:r>
                        <a:rPr lang="en-US" altLang="zh-CN" b="0" i="1" smtClean="0">
                          <a:solidFill>
                            <a:schemeClr val="bg1"/>
                          </a:solidFill>
                          <a:latin typeface="Cambria Math"/>
                        </a:rPr>
                        <m:t>−12)</m:t>
                      </m:r>
                    </m:oMath>
                  </a14:m>
                  <a:endParaRPr lang="zh-CN" altLang="en-US"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58986" y="4743605"/>
                  <a:ext cx="3359638" cy="461665"/>
                </a:xfrm>
                <a:prstGeom prst="rect">
                  <a:avLst/>
                </a:prstGeom>
                <a:blipFill rotWithShape="1">
                  <a:blip r:embed="rId5"/>
                  <a:stretch>
                    <a:fillRect l="-2722" t="-10526" r="-907"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462028" y="4737936"/>
                  <a:ext cx="2994474" cy="461665"/>
                </a:xfrm>
                <a:prstGeom prst="rect">
                  <a:avLst/>
                </a:prstGeom>
                <a:noFill/>
              </p:spPr>
              <p:txBody>
                <a:bodyPr wrap="none" rtlCol="0">
                  <a:spAutoFit/>
                </a:bodyPr>
                <a:lstStyle/>
                <a:p>
                  <a:r>
                    <a:rPr lang="en-US" altLang="zh-CN" dirty="0">
                      <a:solidFill>
                        <a:schemeClr val="bg1"/>
                      </a:solidFill>
                    </a:rPr>
                    <a:t> </a:t>
                  </a:r>
                  <a14:m>
                    <m:oMath xmlns:m="http://schemas.openxmlformats.org/officeDocument/2006/math">
                      <m:sSup>
                        <m:sSupPr>
                          <m:ctrlPr>
                            <a:rPr lang="en-US" altLang="zh-CN" i="1" smtClean="0">
                              <a:solidFill>
                                <a:schemeClr val="bg1"/>
                              </a:solidFill>
                              <a:latin typeface="Cambria Math" panose="02040503050406030204" pitchFamily="18" charset="0"/>
                            </a:rPr>
                          </m:ctrlPr>
                        </m:sSupPr>
                        <m:e>
                          <m:r>
                            <a:rPr lang="en-US" altLang="zh-CN" b="0" i="1" smtClean="0">
                              <a:solidFill>
                                <a:schemeClr val="bg1"/>
                              </a:solidFill>
                              <a:latin typeface="Cambria Math"/>
                            </a:rPr>
                            <m:t>𝑔</m:t>
                          </m:r>
                        </m:e>
                        <m:sup>
                          <m:r>
                            <a:rPr lang="en-US" altLang="zh-CN" b="0" i="1" smtClean="0">
                              <a:solidFill>
                                <a:schemeClr val="bg1"/>
                              </a:solidFill>
                              <a:latin typeface="Cambria Math"/>
                            </a:rPr>
                            <m:t>′</m:t>
                          </m:r>
                        </m:sup>
                      </m:sSup>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i="1" smtClean="0">
                          <a:solidFill>
                            <a:schemeClr val="bg1"/>
                          </a:solidFill>
                          <a:latin typeface="Cambria Math"/>
                        </a:rPr>
                        <m:t>=</m:t>
                      </m:r>
                      <m:r>
                        <a:rPr lang="en-US" altLang="zh-CN" b="0" i="1" smtClean="0">
                          <a:solidFill>
                            <a:schemeClr val="bg1"/>
                          </a:solidFill>
                          <a:latin typeface="Cambria Math"/>
                        </a:rPr>
                        <m:t>2</m:t>
                      </m:r>
                      <m:r>
                        <a:rPr lang="en-US" altLang="zh-CN" b="0" i="1" smtClean="0">
                          <a:solidFill>
                            <a:schemeClr val="bg1"/>
                          </a:solidFill>
                          <a:latin typeface="Cambria Math"/>
                        </a:rPr>
                        <m:t>𝑥</m:t>
                      </m:r>
                      <m:r>
                        <a:rPr lang="en-US" altLang="zh-CN" b="0" i="1" smtClean="0">
                          <a:solidFill>
                            <a:schemeClr val="bg1"/>
                          </a:solidFill>
                          <a:latin typeface="Cambria Math"/>
                        </a:rPr>
                        <m:t>−23=0</m:t>
                      </m:r>
                    </m:oMath>
                  </a14:m>
                  <a:endParaRPr lang="zh-CN" altLang="en-US" dirty="0">
                    <a:solidFill>
                      <a:schemeClr val="bg1"/>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462028" y="4737936"/>
                  <a:ext cx="2994474" cy="461665"/>
                </a:xfrm>
                <a:prstGeom prst="rect">
                  <a:avLst/>
                </a:prstGeom>
                <a:blipFill rotWithShape="1">
                  <a:blip r:embed="rId6"/>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58986" y="5445223"/>
                  <a:ext cx="7153374" cy="461665"/>
                </a:xfrm>
                <a:prstGeom prst="rect">
                  <a:avLst/>
                </a:prstGeom>
                <a:noFill/>
              </p:spPr>
              <p:txBody>
                <a:bodyPr wrap="square" rtlCol="0">
                  <a:spAutoFit/>
                </a:bodyPr>
                <a:lstStyle/>
                <a:p>
                  <a:r>
                    <a:rPr lang="zh-CN" altLang="en-US" dirty="0">
                      <a:solidFill>
                        <a:schemeClr val="bg1"/>
                      </a:solidFill>
                    </a:rPr>
                    <a:t>当</a:t>
                  </a:r>
                  <a:r>
                    <a:rPr lang="en-US" altLang="zh-CN" dirty="0">
                      <a:solidFill>
                        <a:schemeClr val="bg1"/>
                      </a:solidFill>
                    </a:rPr>
                    <a:t>x=11.5</a:t>
                  </a:r>
                  <a:r>
                    <a:rPr lang="zh-CN" altLang="en-US" dirty="0">
                      <a:solidFill>
                        <a:schemeClr val="bg1"/>
                      </a:solidFill>
                    </a:rPr>
                    <a:t>时，</a:t>
                  </a:r>
                  <a:r>
                    <a:rPr lang="en-US" altLang="zh-CN" dirty="0">
                      <a:solidFill>
                        <a:schemeClr val="bg1"/>
                      </a:solidFill>
                    </a:rPr>
                    <a:t> </a:t>
                  </a:r>
                  <a14:m>
                    <m:oMath xmlns:m="http://schemas.openxmlformats.org/officeDocument/2006/math">
                      <m:d>
                        <m:dPr>
                          <m:begChr m:val="|"/>
                          <m:endChr m:val="|"/>
                          <m:ctrlPr>
                            <a:rPr lang="en-US" altLang="zh-CN" i="1">
                              <a:solidFill>
                                <a:schemeClr val="bg1"/>
                              </a:solidFill>
                              <a:latin typeface="Cambria Math" panose="02040503050406030204" pitchFamily="18" charset="0"/>
                            </a:rPr>
                          </m:ctrlPr>
                        </m:dPr>
                        <m:e>
                          <m:r>
                            <a:rPr lang="en-US" altLang="zh-CN" i="1">
                              <a:solidFill>
                                <a:schemeClr val="bg1"/>
                              </a:solidFill>
                              <a:latin typeface="Cambria Math"/>
                            </a:rPr>
                            <m:t>𝑅</m:t>
                          </m:r>
                          <m:r>
                            <a:rPr lang="en-US" altLang="zh-CN" i="1">
                              <a:solidFill>
                                <a:schemeClr val="bg1"/>
                              </a:solidFill>
                              <a:latin typeface="Cambria Math"/>
                            </a:rPr>
                            <m:t>(</m:t>
                          </m:r>
                          <m:r>
                            <a:rPr lang="en-US" altLang="zh-CN" i="1">
                              <a:solidFill>
                                <a:schemeClr val="bg1"/>
                              </a:solidFill>
                              <a:latin typeface="Cambria Math"/>
                            </a:rPr>
                            <m:t>𝑥</m:t>
                          </m:r>
                          <m:r>
                            <a:rPr lang="en-US" altLang="zh-CN" i="1">
                              <a:solidFill>
                                <a:schemeClr val="bg1"/>
                              </a:solidFill>
                              <a:latin typeface="Cambria Math"/>
                            </a:rPr>
                            <m:t>)</m:t>
                          </m:r>
                        </m:e>
                      </m:d>
                    </m:oMath>
                  </a14:m>
                  <a:r>
                    <a:rPr lang="zh-CN" altLang="en-US" dirty="0">
                      <a:solidFill>
                        <a:schemeClr val="bg1"/>
                      </a:solidFill>
                    </a:rPr>
                    <a:t>有极大值。</a:t>
                  </a:r>
                </a:p>
              </p:txBody>
            </p:sp>
          </mc:Choice>
          <mc:Fallback xmlns="">
            <p:sp>
              <p:nvSpPr>
                <p:cNvPr id="10" name="TextBox 9"/>
                <p:cNvSpPr txBox="1">
                  <a:spLocks noRot="1" noChangeAspect="1" noMove="1" noResize="1" noEditPoints="1" noAdjustHandles="1" noChangeArrowheads="1" noChangeShapeType="1" noTextEdit="1"/>
                </p:cNvSpPr>
                <p:nvPr/>
              </p:nvSpPr>
              <p:spPr>
                <a:xfrm>
                  <a:off x="658986" y="5445223"/>
                  <a:ext cx="7153374" cy="461665"/>
                </a:xfrm>
                <a:prstGeom prst="rect">
                  <a:avLst/>
                </a:prstGeom>
                <a:blipFill rotWithShape="1">
                  <a:blip r:embed="rId7"/>
                  <a:stretch>
                    <a:fillRect l="-1278" t="-14474" b="-30263"/>
                  </a:stretch>
                </a:blipFill>
              </p:spPr>
              <p:txBody>
                <a:bodyPr/>
                <a:lstStyle/>
                <a:p>
                  <a:r>
                    <a:rPr lang="zh-CN" altLang="en-US">
                      <a:noFill/>
                    </a:rPr>
                    <a:t> </a:t>
                  </a:r>
                </a:p>
              </p:txBody>
            </p:sp>
          </mc:Fallback>
        </mc:AlternateContent>
      </p:grpSp>
      <p:sp>
        <p:nvSpPr>
          <p:cNvPr id="14" name="TextBox 13"/>
          <p:cNvSpPr txBox="1"/>
          <p:nvPr/>
        </p:nvSpPr>
        <p:spPr>
          <a:xfrm>
            <a:off x="5724128" y="5698121"/>
            <a:ext cx="3132348" cy="646331"/>
          </a:xfrm>
          <a:prstGeom prst="rect">
            <a:avLst/>
          </a:prstGeom>
          <a:noFill/>
        </p:spPr>
        <p:txBody>
          <a:bodyPr wrap="square" rtlCol="0">
            <a:spAutoFit/>
          </a:bodyPr>
          <a:lstStyle/>
          <a:p>
            <a:r>
              <a:rPr lang="zh-CN" altLang="en-US" sz="3600" dirty="0">
                <a:solidFill>
                  <a:schemeClr val="bg1"/>
                </a:solidFill>
              </a:rPr>
              <a:t>见习题 </a:t>
            </a:r>
            <a:r>
              <a:rPr lang="en-US" altLang="zh-CN" sz="3600" dirty="0">
                <a:solidFill>
                  <a:schemeClr val="bg1"/>
                </a:solidFill>
              </a:rPr>
              <a:t>1</a:t>
            </a:r>
            <a:r>
              <a:rPr lang="zh-CN" altLang="en-US" sz="3600" dirty="0">
                <a:solidFill>
                  <a:schemeClr val="bg1"/>
                </a:solidFill>
              </a:rPr>
              <a:t>，</a:t>
            </a:r>
            <a:r>
              <a:rPr lang="en-US" altLang="zh-CN" sz="3600" dirty="0">
                <a:solidFill>
                  <a:schemeClr val="bg1"/>
                </a:solidFill>
              </a:rPr>
              <a:t>2</a:t>
            </a:r>
            <a:endParaRPr lang="zh-CN" altLang="en-US" sz="3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07FC2CA7-E25E-44A2-A4DC-BF39445D249F}" type="slidenum">
              <a:rPr lang="en-US" altLang="zh-CN" sz="1400"/>
              <a:pPr eaLnBrk="1" hangingPunct="1"/>
              <a:t>24</a:t>
            </a:fld>
            <a:endParaRPr lang="en-US" altLang="zh-CN" sz="1400"/>
          </a:p>
        </p:txBody>
      </p:sp>
      <p:sp>
        <p:nvSpPr>
          <p:cNvPr id="3" name="Rectangle 1026"/>
          <p:cNvSpPr txBox="1">
            <a:spLocks noChangeArrowheads="1"/>
          </p:cNvSpPr>
          <p:nvPr/>
        </p:nvSpPr>
        <p:spPr bwMode="auto">
          <a:xfrm>
            <a:off x="684213" y="115888"/>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eaLnBrk="1" hangingPunct="1">
              <a:defRPr/>
            </a:pPr>
            <a:r>
              <a:rPr lang="en-US" altLang="zh-CN" sz="3200" b="1" kern="0" dirty="0">
                <a:solidFill>
                  <a:schemeClr val="bg1"/>
                </a:solidFill>
                <a:latin typeface="宋体" charset="-122"/>
              </a:rPr>
              <a:t>§3.</a:t>
            </a:r>
            <a:r>
              <a:rPr lang="zh-CN" altLang="en-US" sz="3200" b="1" kern="0" dirty="0">
                <a:solidFill>
                  <a:schemeClr val="bg1"/>
                </a:solidFill>
                <a:latin typeface="宋体" charset="-122"/>
              </a:rPr>
              <a:t>牛顿</a:t>
            </a:r>
            <a:r>
              <a:rPr lang="en-US" altLang="zh-CN" sz="3200" b="1" kern="0" dirty="0">
                <a:solidFill>
                  <a:schemeClr val="bg1"/>
                </a:solidFill>
                <a:latin typeface="宋体" charset="-122"/>
              </a:rPr>
              <a:t>(Newton)</a:t>
            </a:r>
            <a:r>
              <a:rPr lang="zh-CN" altLang="en-US" sz="3200" b="1" kern="0" dirty="0">
                <a:solidFill>
                  <a:schemeClr val="bg1"/>
                </a:solidFill>
                <a:latin typeface="宋体" charset="-122"/>
              </a:rPr>
              <a:t>插值</a:t>
            </a:r>
            <a:endParaRPr lang="zh-CN" altLang="en-US" sz="3200" kern="0" dirty="0">
              <a:solidFill>
                <a:schemeClr val="bg1"/>
              </a:solidFill>
            </a:endParaRPr>
          </a:p>
        </p:txBody>
      </p:sp>
      <p:sp>
        <p:nvSpPr>
          <p:cNvPr id="17412" name="TextBox 3"/>
          <p:cNvSpPr txBox="1">
            <a:spLocks noChangeArrowheads="1"/>
          </p:cNvSpPr>
          <p:nvPr/>
        </p:nvSpPr>
        <p:spPr bwMode="auto">
          <a:xfrm>
            <a:off x="366713" y="879475"/>
            <a:ext cx="51847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3.1 </a:t>
            </a:r>
            <a:r>
              <a:rPr lang="zh-CN" altLang="en-US" sz="3200" dirty="0">
                <a:solidFill>
                  <a:schemeClr val="bg1"/>
                </a:solidFill>
              </a:rPr>
              <a:t>差商的定义及其性质</a:t>
            </a:r>
          </a:p>
        </p:txBody>
      </p:sp>
      <p:graphicFrame>
        <p:nvGraphicFramePr>
          <p:cNvPr id="17413" name="对象 4"/>
          <p:cNvGraphicFramePr>
            <a:graphicFrameLocks noChangeAspect="1"/>
          </p:cNvGraphicFramePr>
          <p:nvPr/>
        </p:nvGraphicFramePr>
        <p:xfrm>
          <a:off x="1193800" y="1628775"/>
          <a:ext cx="3529013" cy="962025"/>
        </p:xfrm>
        <a:graphic>
          <a:graphicData uri="http://schemas.openxmlformats.org/presentationml/2006/ole">
            <mc:AlternateContent xmlns:mc="http://schemas.openxmlformats.org/markup-compatibility/2006">
              <mc:Choice xmlns:v="urn:schemas-microsoft-com:vml" Requires="v">
                <p:oleObj name="Equation" r:id="rId2" imgW="1587500" imgH="431800" progId="Equation.DSMT4">
                  <p:embed/>
                </p:oleObj>
              </mc:Choice>
              <mc:Fallback>
                <p:oleObj name="Equation" r:id="rId2" imgW="1587500" imgH="4318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800" y="1628775"/>
                        <a:ext cx="3529013"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4" name="TextBox 5"/>
          <p:cNvSpPr txBox="1">
            <a:spLocks noChangeArrowheads="1"/>
          </p:cNvSpPr>
          <p:nvPr/>
        </p:nvSpPr>
        <p:spPr bwMode="auto">
          <a:xfrm>
            <a:off x="5292725" y="1844675"/>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a:solidFill>
                  <a:schemeClr val="bg1"/>
                </a:solidFill>
              </a:rPr>
              <a:t>一阶差商</a:t>
            </a:r>
          </a:p>
        </p:txBody>
      </p:sp>
      <p:graphicFrame>
        <p:nvGraphicFramePr>
          <p:cNvPr id="17415" name="对象 6"/>
          <p:cNvGraphicFramePr>
            <a:graphicFrameLocks noChangeAspect="1"/>
          </p:cNvGraphicFramePr>
          <p:nvPr/>
        </p:nvGraphicFramePr>
        <p:xfrm>
          <a:off x="1116013" y="2924175"/>
          <a:ext cx="4897437" cy="1020763"/>
        </p:xfrm>
        <a:graphic>
          <a:graphicData uri="http://schemas.openxmlformats.org/presentationml/2006/ole">
            <mc:AlternateContent xmlns:mc="http://schemas.openxmlformats.org/markup-compatibility/2006">
              <mc:Choice xmlns:v="urn:schemas-microsoft-com:vml" Requires="v">
                <p:oleObj name="Equation" r:id="rId4" imgW="2070100" imgH="431800" progId="Equation.DSMT4">
                  <p:embed/>
                </p:oleObj>
              </mc:Choice>
              <mc:Fallback>
                <p:oleObj name="Equation" r:id="rId4" imgW="2070100" imgH="4318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924175"/>
                        <a:ext cx="4897437" cy="102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6" name="TextBox 7"/>
          <p:cNvSpPr txBox="1">
            <a:spLocks noChangeArrowheads="1"/>
          </p:cNvSpPr>
          <p:nvPr/>
        </p:nvSpPr>
        <p:spPr bwMode="auto">
          <a:xfrm>
            <a:off x="6372225" y="3213100"/>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a:solidFill>
                  <a:schemeClr val="bg1"/>
                </a:solidFill>
              </a:rPr>
              <a:t>二阶差商</a:t>
            </a:r>
          </a:p>
        </p:txBody>
      </p:sp>
      <p:graphicFrame>
        <p:nvGraphicFramePr>
          <p:cNvPr id="17417" name="对象 8"/>
          <p:cNvGraphicFramePr>
            <a:graphicFrameLocks noChangeAspect="1"/>
          </p:cNvGraphicFramePr>
          <p:nvPr/>
        </p:nvGraphicFramePr>
        <p:xfrm>
          <a:off x="893763" y="4391025"/>
          <a:ext cx="7350125" cy="982663"/>
        </p:xfrm>
        <a:graphic>
          <a:graphicData uri="http://schemas.openxmlformats.org/presentationml/2006/ole">
            <mc:AlternateContent xmlns:mc="http://schemas.openxmlformats.org/markup-compatibility/2006">
              <mc:Choice xmlns:v="urn:schemas-microsoft-com:vml" Requires="v">
                <p:oleObj name="Equation" r:id="rId6" imgW="3225800" imgH="431800" progId="Equation.DSMT4">
                  <p:embed/>
                </p:oleObj>
              </mc:Choice>
              <mc:Fallback>
                <p:oleObj name="Equation" r:id="rId6" imgW="3225800" imgH="431800" progId="Equation.DSMT4">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3763" y="4391025"/>
                        <a:ext cx="7350125"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8" name="TextBox 9"/>
          <p:cNvSpPr txBox="1">
            <a:spLocks noChangeArrowheads="1"/>
          </p:cNvSpPr>
          <p:nvPr/>
        </p:nvSpPr>
        <p:spPr bwMode="auto">
          <a:xfrm>
            <a:off x="6524625" y="5589588"/>
            <a:ext cx="14414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2800">
                <a:solidFill>
                  <a:schemeClr val="bg1"/>
                </a:solidFill>
              </a:rPr>
              <a:t>k</a:t>
            </a:r>
            <a:r>
              <a:rPr lang="zh-CN" altLang="en-US" sz="2800">
                <a:solidFill>
                  <a:schemeClr val="bg1"/>
                </a:solidFill>
              </a:rPr>
              <a:t>阶差商</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F806564B-D690-42BB-8E3A-687C5CC8D665}" type="slidenum">
              <a:rPr lang="en-US" altLang="zh-CN" sz="1400"/>
              <a:pPr eaLnBrk="1" hangingPunct="1"/>
              <a:t>25</a:t>
            </a:fld>
            <a:endParaRPr lang="en-US" altLang="zh-CN" sz="1400"/>
          </a:p>
        </p:txBody>
      </p:sp>
      <p:sp>
        <p:nvSpPr>
          <p:cNvPr id="18435" name="灯片编号占位符 3"/>
          <p:cNvSpPr txBox="1">
            <a:spLocks/>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r" eaLnBrk="1" hangingPunct="1">
              <a:spcBef>
                <a:spcPct val="0"/>
              </a:spcBef>
              <a:buFontTx/>
              <a:buNone/>
            </a:pPr>
            <a:fld id="{8B5AE1C0-E7C9-45D3-A9E6-674E96640C21}" type="slidenum">
              <a:rPr lang="en-US" altLang="zh-CN" sz="1400"/>
              <a:pPr algn="r" eaLnBrk="1" hangingPunct="1">
                <a:spcBef>
                  <a:spcPct val="0"/>
                </a:spcBef>
                <a:buFontTx/>
                <a:buNone/>
              </a:pPr>
              <a:t>25</a:t>
            </a:fld>
            <a:endParaRPr lang="en-US" altLang="zh-CN" sz="1400"/>
          </a:p>
        </p:txBody>
      </p:sp>
      <p:sp>
        <p:nvSpPr>
          <p:cNvPr id="5" name="Rectangle 3"/>
          <p:cNvSpPr txBox="1">
            <a:spLocks noChangeArrowheads="1"/>
          </p:cNvSpPr>
          <p:nvPr/>
        </p:nvSpPr>
        <p:spPr bwMode="auto">
          <a:xfrm>
            <a:off x="107950" y="188913"/>
            <a:ext cx="87630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defRPr/>
            </a:pPr>
            <a:r>
              <a:rPr lang="zh-CN" altLang="en-US" sz="2800" u="sng" kern="0" dirty="0">
                <a:solidFill>
                  <a:srgbClr val="FF0000"/>
                </a:solidFill>
                <a:latin typeface="宋体" charset="-122"/>
              </a:rPr>
              <a:t>性质</a:t>
            </a:r>
            <a:r>
              <a:rPr lang="en-US" altLang="zh-CN" sz="2800" u="sng" kern="0" dirty="0">
                <a:solidFill>
                  <a:srgbClr val="FF0000"/>
                </a:solidFill>
                <a:latin typeface="宋体" charset="-122"/>
              </a:rPr>
              <a:t>1</a:t>
            </a:r>
            <a:r>
              <a:rPr lang="en-US" altLang="zh-CN" sz="2800" kern="0" dirty="0">
                <a:solidFill>
                  <a:schemeClr val="bg1"/>
                </a:solidFill>
                <a:latin typeface="宋体" charset="-122"/>
              </a:rPr>
              <a:t>:k</a:t>
            </a:r>
            <a:r>
              <a:rPr lang="zh-CN" altLang="en-US" sz="2800" kern="0" dirty="0">
                <a:solidFill>
                  <a:schemeClr val="bg1"/>
                </a:solidFill>
                <a:latin typeface="宋体" charset="-122"/>
              </a:rPr>
              <a:t>阶差商可以表示成</a:t>
            </a:r>
            <a:r>
              <a:rPr lang="en-US" altLang="zh-CN" sz="2800" kern="0" dirty="0">
                <a:solidFill>
                  <a:schemeClr val="bg1"/>
                </a:solidFill>
                <a:latin typeface="宋体" charset="-122"/>
              </a:rPr>
              <a:t>k+1</a:t>
            </a:r>
            <a:r>
              <a:rPr lang="zh-CN" altLang="en-US" sz="2800" kern="0" dirty="0">
                <a:solidFill>
                  <a:schemeClr val="bg1"/>
                </a:solidFill>
                <a:latin typeface="宋体" charset="-122"/>
              </a:rPr>
              <a:t>个函数值</a:t>
            </a:r>
          </a:p>
          <a:p>
            <a:pPr eaLnBrk="1" hangingPunct="1">
              <a:buFontTx/>
              <a:buNone/>
              <a:defRPr/>
            </a:pPr>
            <a:r>
              <a:rPr lang="zh-CN" altLang="en-US" sz="2800" kern="0" dirty="0">
                <a:solidFill>
                  <a:schemeClr val="bg1"/>
                </a:solidFill>
                <a:latin typeface="宋体" charset="-122"/>
              </a:rPr>
              <a:t>                          的线性组合</a:t>
            </a:r>
            <a:r>
              <a:rPr lang="en-US" altLang="zh-CN" sz="2800" kern="0" dirty="0">
                <a:solidFill>
                  <a:schemeClr val="bg1"/>
                </a:solidFill>
                <a:latin typeface="宋体" charset="-122"/>
              </a:rPr>
              <a:t>,</a:t>
            </a:r>
            <a:r>
              <a:rPr lang="zh-CN" altLang="en-US" sz="2800" kern="0" dirty="0">
                <a:solidFill>
                  <a:schemeClr val="bg1"/>
                </a:solidFill>
                <a:latin typeface="宋体" charset="-122"/>
              </a:rPr>
              <a:t>即</a:t>
            </a:r>
            <a:r>
              <a:rPr lang="zh-CN" altLang="en-US" sz="2800" kern="0" dirty="0">
                <a:solidFill>
                  <a:srgbClr val="000000"/>
                </a:solidFill>
                <a:latin typeface="宋体" charset="-122"/>
              </a:rPr>
              <a:t> </a:t>
            </a:r>
          </a:p>
          <a:p>
            <a:pPr eaLnBrk="1" hangingPunct="1">
              <a:buFontTx/>
              <a:buNone/>
              <a:defRPr/>
            </a:pPr>
            <a:endParaRPr lang="zh-CN" altLang="en-US" sz="2800" kern="0" dirty="0">
              <a:solidFill>
                <a:srgbClr val="000000"/>
              </a:solidFill>
              <a:latin typeface="宋体" charset="-122"/>
            </a:endParaRPr>
          </a:p>
          <a:p>
            <a:pPr eaLnBrk="1" hangingPunct="1">
              <a:buFontTx/>
              <a:buNone/>
              <a:defRPr/>
            </a:pPr>
            <a:endParaRPr lang="zh-CN" altLang="en-US" sz="2800" kern="0" dirty="0">
              <a:solidFill>
                <a:srgbClr val="000000"/>
              </a:solidFill>
              <a:latin typeface="宋体" charset="-122"/>
            </a:endParaRPr>
          </a:p>
        </p:txBody>
      </p:sp>
      <p:graphicFrame>
        <p:nvGraphicFramePr>
          <p:cNvPr id="18437" name="Object 5"/>
          <p:cNvGraphicFramePr>
            <a:graphicFrameLocks noChangeAspect="1"/>
          </p:cNvGraphicFramePr>
          <p:nvPr/>
        </p:nvGraphicFramePr>
        <p:xfrm>
          <a:off x="971550" y="755650"/>
          <a:ext cx="3744913" cy="585788"/>
        </p:xfrm>
        <a:graphic>
          <a:graphicData uri="http://schemas.openxmlformats.org/presentationml/2006/ole">
            <mc:AlternateContent xmlns:mc="http://schemas.openxmlformats.org/markup-compatibility/2006">
              <mc:Choice xmlns:v="urn:schemas-microsoft-com:vml" Requires="v">
                <p:oleObj name="Equation" r:id="rId2" imgW="1371600" imgH="228600" progId="Equation.DSMT4">
                  <p:embed/>
                </p:oleObj>
              </mc:Choice>
              <mc:Fallback>
                <p:oleObj name="Equation" r:id="rId2" imgW="1371600" imgH="2286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755650"/>
                        <a:ext cx="3744913"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8" name="Object 6"/>
          <p:cNvGraphicFramePr>
            <a:graphicFrameLocks noChangeAspect="1"/>
          </p:cNvGraphicFramePr>
          <p:nvPr>
            <p:extLst>
              <p:ext uri="{D42A27DB-BD31-4B8C-83A1-F6EECF244321}">
                <p14:modId xmlns:p14="http://schemas.microsoft.com/office/powerpoint/2010/main" val="4092574089"/>
              </p:ext>
            </p:extLst>
          </p:nvPr>
        </p:nvGraphicFramePr>
        <p:xfrm>
          <a:off x="539552" y="1447215"/>
          <a:ext cx="8180388" cy="1039812"/>
        </p:xfrm>
        <a:graphic>
          <a:graphicData uri="http://schemas.openxmlformats.org/presentationml/2006/ole">
            <mc:AlternateContent xmlns:mc="http://schemas.openxmlformats.org/markup-compatibility/2006">
              <mc:Choice xmlns:v="urn:schemas-microsoft-com:vml" Requires="v">
                <p:oleObj name="Equation" r:id="rId4" imgW="3848100" imgH="482600" progId="Equation.DSMT4">
                  <p:embed/>
                </p:oleObj>
              </mc:Choice>
              <mc:Fallback>
                <p:oleObj name="Equation" r:id="rId4" imgW="3848100" imgH="4826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1447215"/>
                        <a:ext cx="8180388" cy="103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3"/>
          <p:cNvSpPr txBox="1">
            <a:spLocks noChangeArrowheads="1"/>
          </p:cNvSpPr>
          <p:nvPr/>
        </p:nvSpPr>
        <p:spPr bwMode="auto">
          <a:xfrm>
            <a:off x="179388" y="3141663"/>
            <a:ext cx="1665287"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lnSpc>
                <a:spcPct val="90000"/>
              </a:lnSpc>
              <a:buFontTx/>
              <a:buNone/>
              <a:defRPr/>
            </a:pPr>
            <a:r>
              <a:rPr lang="zh-CN" altLang="en-US" sz="2800" kern="0" dirty="0">
                <a:solidFill>
                  <a:schemeClr val="bg1"/>
                </a:solidFill>
                <a:latin typeface="宋体" charset="-122"/>
              </a:rPr>
              <a:t> </a:t>
            </a:r>
            <a:r>
              <a:rPr lang="zh-CN" altLang="en-US" sz="2800" u="sng" kern="0" dirty="0">
                <a:solidFill>
                  <a:srgbClr val="FF0000"/>
                </a:solidFill>
                <a:latin typeface="宋体" charset="-122"/>
              </a:rPr>
              <a:t>性质</a:t>
            </a:r>
            <a:r>
              <a:rPr lang="en-US" altLang="zh-CN" sz="2800" u="sng" kern="0" dirty="0">
                <a:solidFill>
                  <a:srgbClr val="FF0000"/>
                </a:solidFill>
                <a:latin typeface="宋体" charset="-122"/>
              </a:rPr>
              <a:t>2</a:t>
            </a:r>
            <a:r>
              <a:rPr lang="zh-CN" altLang="en-US" sz="2800" kern="0" dirty="0">
                <a:solidFill>
                  <a:schemeClr val="bg1"/>
                </a:solidFill>
                <a:latin typeface="宋体" charset="-122"/>
              </a:rPr>
              <a:t>：</a:t>
            </a:r>
            <a:r>
              <a:rPr lang="zh-CN" altLang="en-US" sz="2800" b="1" kern="0" dirty="0">
                <a:solidFill>
                  <a:schemeClr val="bg1"/>
                </a:solidFill>
                <a:latin typeface="宋体" charset="-122"/>
              </a:rPr>
              <a:t>  </a:t>
            </a:r>
          </a:p>
        </p:txBody>
      </p:sp>
      <p:graphicFrame>
        <p:nvGraphicFramePr>
          <p:cNvPr id="18440" name="Object 5"/>
          <p:cNvGraphicFramePr>
            <a:graphicFrameLocks noChangeAspect="1"/>
          </p:cNvGraphicFramePr>
          <p:nvPr>
            <p:extLst>
              <p:ext uri="{D42A27DB-BD31-4B8C-83A1-F6EECF244321}">
                <p14:modId xmlns:p14="http://schemas.microsoft.com/office/powerpoint/2010/main" val="2075859254"/>
              </p:ext>
            </p:extLst>
          </p:nvPr>
        </p:nvGraphicFramePr>
        <p:xfrm>
          <a:off x="1697732" y="3364706"/>
          <a:ext cx="6324600" cy="985837"/>
        </p:xfrm>
        <a:graphic>
          <a:graphicData uri="http://schemas.openxmlformats.org/presentationml/2006/ole">
            <mc:AlternateContent xmlns:mc="http://schemas.openxmlformats.org/markup-compatibility/2006">
              <mc:Choice xmlns:v="urn:schemas-microsoft-com:vml" Requires="v">
                <p:oleObj name="Equation" r:id="rId6" imgW="2768600" imgH="431800" progId="Equation.DSMT4">
                  <p:embed/>
                </p:oleObj>
              </mc:Choice>
              <mc:Fallback>
                <p:oleObj name="Equation" r:id="rId6" imgW="2768600" imgH="431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7732" y="3364706"/>
                        <a:ext cx="6324600"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Box 13"/>
          <p:cNvSpPr txBox="1"/>
          <p:nvPr/>
        </p:nvSpPr>
        <p:spPr>
          <a:xfrm>
            <a:off x="361950" y="2564904"/>
            <a:ext cx="8618538" cy="423862"/>
          </a:xfrm>
          <a:prstGeom prst="rect">
            <a:avLst/>
          </a:prstGeom>
          <a:noFill/>
        </p:spPr>
        <p:txBody>
          <a:bodyPr>
            <a:spAutoFit/>
          </a:bodyPr>
          <a:lstStyle/>
          <a:p>
            <a:pPr>
              <a:lnSpc>
                <a:spcPct val="90000"/>
              </a:lnSpc>
              <a:defRPr/>
            </a:pPr>
            <a:r>
              <a:rPr lang="zh-CN" altLang="en-US" kern="0" dirty="0">
                <a:solidFill>
                  <a:schemeClr val="bg1"/>
                </a:solidFill>
                <a:latin typeface="宋体" charset="-122"/>
              </a:rPr>
              <a:t>这个性质也表明差商与节点的排列顺序无关</a:t>
            </a:r>
            <a:r>
              <a:rPr lang="en-US" altLang="zh-CN" kern="0" dirty="0">
                <a:solidFill>
                  <a:schemeClr val="bg1"/>
                </a:solidFill>
                <a:latin typeface="宋体" charset="-122"/>
              </a:rPr>
              <a:t>(</a:t>
            </a:r>
            <a:r>
              <a:rPr lang="zh-CN" altLang="en-US" kern="0" dirty="0">
                <a:solidFill>
                  <a:schemeClr val="bg1"/>
                </a:solidFill>
                <a:latin typeface="宋体" charset="-122"/>
              </a:rPr>
              <a:t>差商的对称性</a:t>
            </a:r>
            <a:r>
              <a:rPr lang="en-US" altLang="zh-CN" kern="0" dirty="0">
                <a:solidFill>
                  <a:schemeClr val="bg1"/>
                </a:solidFill>
                <a:latin typeface="宋体" charset="-122"/>
              </a:rPr>
              <a:t>)</a:t>
            </a:r>
            <a:r>
              <a:rPr lang="zh-CN" altLang="en-US" kern="0" dirty="0">
                <a:solidFill>
                  <a:schemeClr val="bg1"/>
                </a:solidFill>
                <a:latin typeface="宋体" charset="-122"/>
              </a:rPr>
              <a:t>。</a:t>
            </a:r>
            <a:endParaRPr lang="zh-CN" altLang="en-US" dirty="0"/>
          </a:p>
        </p:txBody>
      </p:sp>
      <p:sp>
        <p:nvSpPr>
          <p:cNvPr id="15" name="Rectangle 3"/>
          <p:cNvSpPr txBox="1">
            <a:spLocks noChangeArrowheads="1"/>
          </p:cNvSpPr>
          <p:nvPr/>
        </p:nvSpPr>
        <p:spPr bwMode="auto">
          <a:xfrm>
            <a:off x="182563" y="4437063"/>
            <a:ext cx="1797050"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lnSpc>
                <a:spcPct val="90000"/>
              </a:lnSpc>
              <a:buFontTx/>
              <a:buNone/>
              <a:defRPr/>
            </a:pPr>
            <a:r>
              <a:rPr lang="zh-CN" altLang="en-US" sz="2800" kern="0" dirty="0">
                <a:solidFill>
                  <a:schemeClr val="bg1"/>
                </a:solidFill>
                <a:latin typeface="宋体" charset="-122"/>
              </a:rPr>
              <a:t> </a:t>
            </a:r>
            <a:r>
              <a:rPr lang="zh-CN" altLang="en-US" sz="2800" u="sng" kern="0" dirty="0">
                <a:solidFill>
                  <a:srgbClr val="FF0000"/>
                </a:solidFill>
                <a:latin typeface="宋体" charset="-122"/>
              </a:rPr>
              <a:t>性质</a:t>
            </a:r>
            <a:r>
              <a:rPr lang="en-US" altLang="zh-CN" sz="2800" u="sng" kern="0" dirty="0">
                <a:solidFill>
                  <a:srgbClr val="FF0000"/>
                </a:solidFill>
                <a:latin typeface="宋体" charset="-122"/>
              </a:rPr>
              <a:t>3</a:t>
            </a:r>
            <a:r>
              <a:rPr lang="zh-CN" altLang="en-US" sz="2800" kern="0" dirty="0">
                <a:solidFill>
                  <a:schemeClr val="bg1"/>
                </a:solidFill>
                <a:latin typeface="宋体" charset="-122"/>
              </a:rPr>
              <a:t>：</a:t>
            </a:r>
            <a:r>
              <a:rPr lang="zh-CN" altLang="en-US" sz="2800" b="1" kern="0" dirty="0">
                <a:solidFill>
                  <a:schemeClr val="bg1"/>
                </a:solidFill>
                <a:latin typeface="宋体" charset="-122"/>
              </a:rPr>
              <a:t>  </a:t>
            </a:r>
          </a:p>
        </p:txBody>
      </p:sp>
      <p:graphicFrame>
        <p:nvGraphicFramePr>
          <p:cNvPr id="18443" name="对象 15"/>
          <p:cNvGraphicFramePr>
            <a:graphicFrameLocks noChangeAspect="1"/>
          </p:cNvGraphicFramePr>
          <p:nvPr>
            <p:extLst>
              <p:ext uri="{D42A27DB-BD31-4B8C-83A1-F6EECF244321}">
                <p14:modId xmlns:p14="http://schemas.microsoft.com/office/powerpoint/2010/main" val="997733662"/>
              </p:ext>
            </p:extLst>
          </p:nvPr>
        </p:nvGraphicFramePr>
        <p:xfrm>
          <a:off x="1937543" y="4555332"/>
          <a:ext cx="5103813" cy="1198562"/>
        </p:xfrm>
        <a:graphic>
          <a:graphicData uri="http://schemas.openxmlformats.org/presentationml/2006/ole">
            <mc:AlternateContent xmlns:mc="http://schemas.openxmlformats.org/markup-compatibility/2006">
              <mc:Choice xmlns:v="urn:schemas-microsoft-com:vml" Requires="v">
                <p:oleObj name="Equation" r:id="rId8" imgW="1675673" imgH="393529" progId="Equation.DSMT4">
                  <p:embed/>
                </p:oleObj>
              </mc:Choice>
              <mc:Fallback>
                <p:oleObj name="Equation" r:id="rId8" imgW="1675673" imgH="393529" progId="Equation.DSMT4">
                  <p:embed/>
                  <p:pic>
                    <p:nvPicPr>
                      <p:cNvPr id="0" name="对象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37543" y="4555332"/>
                        <a:ext cx="5103813"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4" name="TextBox 16"/>
          <p:cNvSpPr txBox="1">
            <a:spLocks noChangeArrowheads="1"/>
          </p:cNvSpPr>
          <p:nvPr/>
        </p:nvSpPr>
        <p:spPr bwMode="auto">
          <a:xfrm>
            <a:off x="4860032" y="5892225"/>
            <a:ext cx="3672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200" dirty="0">
                <a:solidFill>
                  <a:schemeClr val="bg1"/>
                </a:solidFill>
              </a:rPr>
              <a:t>应用例子见习题</a:t>
            </a:r>
            <a:r>
              <a:rPr lang="en-US" altLang="zh-CN" sz="3200" dirty="0">
                <a:solidFill>
                  <a:schemeClr val="bg1"/>
                </a:solidFill>
              </a:rPr>
              <a:t>8</a:t>
            </a:r>
            <a:r>
              <a:rPr lang="zh-CN" altLang="en-US" sz="3200" dirty="0">
                <a:solidFill>
                  <a:schemeClr val="bg1"/>
                </a:solidFill>
              </a:rPr>
              <a:t>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E185AF5-CD74-4B24-AB03-A2257723285E}" type="slidenum">
              <a:rPr lang="en-US" altLang="zh-CN" sz="1400"/>
              <a:pPr eaLnBrk="1" hangingPunct="1"/>
              <a:t>26</a:t>
            </a:fld>
            <a:endParaRPr lang="en-US" altLang="zh-CN" sz="1400"/>
          </a:p>
        </p:txBody>
      </p:sp>
      <p:sp>
        <p:nvSpPr>
          <p:cNvPr id="19459" name="TextBox 2"/>
          <p:cNvSpPr txBox="1">
            <a:spLocks noChangeArrowheads="1"/>
          </p:cNvSpPr>
          <p:nvPr/>
        </p:nvSpPr>
        <p:spPr bwMode="auto">
          <a:xfrm>
            <a:off x="152400" y="115888"/>
            <a:ext cx="51847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3.2 </a:t>
            </a:r>
            <a:r>
              <a:rPr lang="zh-CN" altLang="en-US" sz="3200" dirty="0">
                <a:solidFill>
                  <a:schemeClr val="bg1"/>
                </a:solidFill>
              </a:rPr>
              <a:t>牛顿插值公式</a:t>
            </a:r>
          </a:p>
        </p:txBody>
      </p:sp>
      <p:graphicFrame>
        <p:nvGraphicFramePr>
          <p:cNvPr id="19460" name="对象 4"/>
          <p:cNvGraphicFramePr>
            <a:graphicFrameLocks noChangeAspect="1"/>
          </p:cNvGraphicFramePr>
          <p:nvPr>
            <p:extLst>
              <p:ext uri="{D42A27DB-BD31-4B8C-83A1-F6EECF244321}">
                <p14:modId xmlns:p14="http://schemas.microsoft.com/office/powerpoint/2010/main" val="942132779"/>
              </p:ext>
            </p:extLst>
          </p:nvPr>
        </p:nvGraphicFramePr>
        <p:xfrm>
          <a:off x="122458" y="1052736"/>
          <a:ext cx="8920162" cy="1931987"/>
        </p:xfrm>
        <a:graphic>
          <a:graphicData uri="http://schemas.openxmlformats.org/presentationml/2006/ole">
            <mc:AlternateContent xmlns:mc="http://schemas.openxmlformats.org/markup-compatibility/2006">
              <mc:Choice xmlns:v="urn:schemas-microsoft-com:vml" Requires="v">
                <p:oleObj name="Equation" r:id="rId2" imgW="3162300" imgH="685800" progId="Equation.DSMT4">
                  <p:embed/>
                </p:oleObj>
              </mc:Choice>
              <mc:Fallback>
                <p:oleObj name="Equation" r:id="rId2" imgW="3162300" imgH="6858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458" y="1052736"/>
                        <a:ext cx="8920162" cy="193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Box 5"/>
          <p:cNvSpPr txBox="1">
            <a:spLocks noChangeArrowheads="1"/>
          </p:cNvSpPr>
          <p:nvPr/>
        </p:nvSpPr>
        <p:spPr bwMode="auto">
          <a:xfrm>
            <a:off x="0" y="3284538"/>
            <a:ext cx="51847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3.3 </a:t>
            </a:r>
            <a:r>
              <a:rPr lang="zh-CN" altLang="en-US" sz="3200" dirty="0">
                <a:solidFill>
                  <a:schemeClr val="bg1"/>
                </a:solidFill>
              </a:rPr>
              <a:t>牛顿插值余项</a:t>
            </a:r>
          </a:p>
        </p:txBody>
      </p:sp>
      <p:graphicFrame>
        <p:nvGraphicFramePr>
          <p:cNvPr id="19462" name="对象 6"/>
          <p:cNvGraphicFramePr>
            <a:graphicFrameLocks noChangeAspect="1"/>
          </p:cNvGraphicFramePr>
          <p:nvPr>
            <p:extLst>
              <p:ext uri="{D42A27DB-BD31-4B8C-83A1-F6EECF244321}">
                <p14:modId xmlns:p14="http://schemas.microsoft.com/office/powerpoint/2010/main" val="57614966"/>
              </p:ext>
            </p:extLst>
          </p:nvPr>
        </p:nvGraphicFramePr>
        <p:xfrm>
          <a:off x="138318" y="4149080"/>
          <a:ext cx="9001125" cy="671513"/>
        </p:xfrm>
        <a:graphic>
          <a:graphicData uri="http://schemas.openxmlformats.org/presentationml/2006/ole">
            <mc:AlternateContent xmlns:mc="http://schemas.openxmlformats.org/markup-compatibility/2006">
              <mc:Choice xmlns:v="urn:schemas-microsoft-com:vml" Requires="v">
                <p:oleObj name="Equation" r:id="rId4" imgW="3073400" imgH="228600" progId="Equation.DSMT4">
                  <p:embed/>
                </p:oleObj>
              </mc:Choice>
              <mc:Fallback>
                <p:oleObj name="Equation" r:id="rId4" imgW="3073400" imgH="2286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318" y="4149080"/>
                        <a:ext cx="9001125"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52"/>
          <p:cNvSpPr txBox="1">
            <a:spLocks noChangeArrowheads="1"/>
          </p:cNvSpPr>
          <p:nvPr/>
        </p:nvSpPr>
        <p:spPr bwMode="auto">
          <a:xfrm>
            <a:off x="588963" y="1684338"/>
            <a:ext cx="808037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kumimoji="1" sz="3200" b="1">
                <a:solidFill>
                  <a:schemeClr val="hlink"/>
                </a:solidFill>
                <a:latin typeface="Arial" charset="0"/>
                <a:ea typeface="SimSun" pitchFamily="2" charset="-122"/>
              </a:defRPr>
            </a:lvl1pPr>
            <a:lvl2pPr marL="742950" indent="-285750">
              <a:spcBef>
                <a:spcPct val="20000"/>
              </a:spcBef>
              <a:buSzPct val="100000"/>
              <a:buChar char="–"/>
              <a:defRPr kumimoji="1" sz="2800" b="1">
                <a:solidFill>
                  <a:schemeClr val="tx2"/>
                </a:solidFill>
                <a:latin typeface="Arial" charset="0"/>
                <a:ea typeface="SimSun" pitchFamily="2" charset="-122"/>
              </a:defRPr>
            </a:lvl2pPr>
            <a:lvl3pPr marL="1143000" indent="-228600">
              <a:spcBef>
                <a:spcPct val="20000"/>
              </a:spcBef>
              <a:buSzPct val="100000"/>
              <a:buChar char="•"/>
              <a:defRPr kumimoji="1" sz="2400" b="1">
                <a:solidFill>
                  <a:schemeClr val="folHlink"/>
                </a:solidFill>
                <a:latin typeface="Arial" charset="0"/>
                <a:ea typeface="SimSun" pitchFamily="2" charset="-122"/>
              </a:defRPr>
            </a:lvl3pPr>
            <a:lvl4pPr marL="1600200" indent="-228600">
              <a:spcBef>
                <a:spcPct val="20000"/>
              </a:spcBef>
              <a:buSzPct val="100000"/>
              <a:buChar char="–"/>
              <a:defRPr kumimoji="1" sz="2000">
                <a:solidFill>
                  <a:schemeClr val="tx1"/>
                </a:solidFill>
                <a:latin typeface="Arial" charset="0"/>
                <a:ea typeface="SimSun" pitchFamily="2" charset="-122"/>
              </a:defRPr>
            </a:lvl4pPr>
            <a:lvl5pPr marL="2057400" indent="-228600">
              <a:spcBef>
                <a:spcPct val="20000"/>
              </a:spcBef>
              <a:buSzPct val="100000"/>
              <a:buChar char="•"/>
              <a:defRPr kumimoji="1" sz="2000">
                <a:solidFill>
                  <a:schemeClr val="tx1"/>
                </a:solidFill>
                <a:latin typeface="Arial" charset="0"/>
                <a:ea typeface="SimSun" pitchFamily="2"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50000"/>
              </a:spcBef>
              <a:buSzTx/>
              <a:buFontTx/>
              <a:buNone/>
            </a:pPr>
            <a:r>
              <a:rPr lang="zh-CN" altLang="en-US" sz="4000" dirty="0">
                <a:solidFill>
                  <a:srgbClr val="FFFF00"/>
                </a:solidFill>
                <a:latin typeface="Times New Roman" pitchFamily="18" charset="0"/>
                <a:ea typeface="华文新魏" pitchFamily="2" charset="-122"/>
              </a:rPr>
              <a:t>例</a:t>
            </a:r>
            <a:r>
              <a:rPr lang="zh-CN" altLang="en-US" sz="4000" dirty="0">
                <a:solidFill>
                  <a:schemeClr val="tx1"/>
                </a:solidFill>
                <a:latin typeface="Times New Roman" pitchFamily="18" charset="0"/>
                <a:ea typeface="华文新魏" pitchFamily="2" charset="-122"/>
              </a:rPr>
              <a:t>  </a:t>
            </a:r>
            <a:r>
              <a:rPr lang="zh-CN" altLang="en-US" sz="4000" dirty="0">
                <a:solidFill>
                  <a:schemeClr val="bg1"/>
                </a:solidFill>
                <a:latin typeface="Times New Roman" pitchFamily="18" charset="0"/>
                <a:ea typeface="华文新魏" pitchFamily="2" charset="-122"/>
              </a:rPr>
              <a:t>已知函数</a:t>
            </a:r>
            <a:r>
              <a:rPr lang="en-US" altLang="zh-CN" sz="4000" i="1" dirty="0">
                <a:solidFill>
                  <a:schemeClr val="bg1"/>
                </a:solidFill>
                <a:latin typeface="Times New Roman" pitchFamily="18" charset="0"/>
                <a:ea typeface="华文新魏" pitchFamily="2" charset="-122"/>
              </a:rPr>
              <a:t>y</a:t>
            </a:r>
            <a:r>
              <a:rPr lang="en-US" altLang="zh-CN" sz="4000" dirty="0">
                <a:solidFill>
                  <a:schemeClr val="bg1"/>
                </a:solidFill>
                <a:latin typeface="Times New Roman" pitchFamily="18" charset="0"/>
                <a:ea typeface="华文新魏" pitchFamily="2" charset="-122"/>
              </a:rPr>
              <a:t>= </a:t>
            </a:r>
            <a:r>
              <a:rPr lang="en-US" altLang="zh-CN" sz="4000" i="1" dirty="0">
                <a:solidFill>
                  <a:schemeClr val="bg1"/>
                </a:solidFill>
                <a:latin typeface="Times New Roman" pitchFamily="18" charset="0"/>
                <a:ea typeface="华文新魏" pitchFamily="2" charset="-122"/>
              </a:rPr>
              <a:t>f </a:t>
            </a:r>
            <a:r>
              <a:rPr lang="en-US" altLang="zh-CN" sz="4000" dirty="0">
                <a:solidFill>
                  <a:schemeClr val="bg1"/>
                </a:solidFill>
                <a:latin typeface="Times New Roman" pitchFamily="18" charset="0"/>
                <a:ea typeface="华文新魏" pitchFamily="2" charset="-122"/>
              </a:rPr>
              <a:t>(</a:t>
            </a:r>
            <a:r>
              <a:rPr lang="en-US" altLang="zh-CN" sz="4000" i="1" dirty="0">
                <a:solidFill>
                  <a:schemeClr val="bg1"/>
                </a:solidFill>
                <a:latin typeface="Times New Roman" pitchFamily="18" charset="0"/>
                <a:ea typeface="华文新魏" pitchFamily="2" charset="-122"/>
              </a:rPr>
              <a:t>x</a:t>
            </a:r>
            <a:r>
              <a:rPr lang="en-US" altLang="zh-CN" sz="4000" dirty="0">
                <a:solidFill>
                  <a:schemeClr val="bg1"/>
                </a:solidFill>
                <a:latin typeface="Times New Roman" pitchFamily="18" charset="0"/>
                <a:ea typeface="华文新魏" pitchFamily="2" charset="-122"/>
              </a:rPr>
              <a:t>)</a:t>
            </a:r>
            <a:r>
              <a:rPr lang="zh-CN" altLang="en-US" sz="4000" dirty="0">
                <a:solidFill>
                  <a:schemeClr val="bg1"/>
                </a:solidFill>
                <a:latin typeface="Times New Roman" pitchFamily="18" charset="0"/>
                <a:ea typeface="华文新魏" pitchFamily="2" charset="-122"/>
              </a:rPr>
              <a:t>的观测数据如下，试构造差商表，并求 </a:t>
            </a:r>
            <a:r>
              <a:rPr lang="en-US" altLang="zh-CN" sz="4000" i="1" dirty="0">
                <a:solidFill>
                  <a:schemeClr val="bg1"/>
                </a:solidFill>
                <a:latin typeface="Times New Roman" pitchFamily="18" charset="0"/>
                <a:ea typeface="华文新魏" pitchFamily="2" charset="-122"/>
              </a:rPr>
              <a:t>f </a:t>
            </a:r>
            <a:r>
              <a:rPr lang="en-US" altLang="zh-CN" sz="4000" dirty="0">
                <a:solidFill>
                  <a:schemeClr val="bg1"/>
                </a:solidFill>
                <a:latin typeface="Times New Roman" pitchFamily="18" charset="0"/>
                <a:ea typeface="华文新魏" pitchFamily="2" charset="-122"/>
              </a:rPr>
              <a:t>[2,4,5,6]</a:t>
            </a:r>
            <a:r>
              <a:rPr lang="zh-CN" altLang="en-US" sz="4000" dirty="0">
                <a:solidFill>
                  <a:schemeClr val="bg1"/>
                </a:solidFill>
                <a:latin typeface="Times New Roman" pitchFamily="18" charset="0"/>
                <a:ea typeface="华文新魏" pitchFamily="2" charset="-122"/>
              </a:rPr>
              <a:t>的值</a:t>
            </a:r>
          </a:p>
        </p:txBody>
      </p:sp>
      <p:graphicFrame>
        <p:nvGraphicFramePr>
          <p:cNvPr id="701507" name="Group 67"/>
          <p:cNvGraphicFramePr>
            <a:graphicFrameLocks noGrp="1"/>
          </p:cNvGraphicFramePr>
          <p:nvPr>
            <p:extLst>
              <p:ext uri="{D42A27DB-BD31-4B8C-83A1-F6EECF244321}">
                <p14:modId xmlns:p14="http://schemas.microsoft.com/office/powerpoint/2010/main" val="814728280"/>
              </p:ext>
            </p:extLst>
          </p:nvPr>
        </p:nvGraphicFramePr>
        <p:xfrm>
          <a:off x="1590675" y="3686175"/>
          <a:ext cx="6316663" cy="1524000"/>
        </p:xfrm>
        <a:graphic>
          <a:graphicData uri="http://schemas.openxmlformats.org/drawingml/2006/table">
            <a:tbl>
              <a:tblPr/>
              <a:tblGrid>
                <a:gridCol w="1071563">
                  <a:extLst>
                    <a:ext uri="{9D8B030D-6E8A-4147-A177-3AD203B41FA5}">
                      <a16:colId xmlns:a16="http://schemas.microsoft.com/office/drawing/2014/main" val="20000"/>
                    </a:ext>
                  </a:extLst>
                </a:gridCol>
                <a:gridCol w="5245100">
                  <a:extLst>
                    <a:ext uri="{9D8B030D-6E8A-4147-A177-3AD203B41FA5}">
                      <a16:colId xmlns:a16="http://schemas.microsoft.com/office/drawing/2014/main" val="20001"/>
                    </a:ext>
                  </a:extLst>
                </a:gridCol>
              </a:tblGrid>
              <a:tr h="639763">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4400" b="0" i="1"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4400" b="1"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  </a:t>
                      </a:r>
                      <a:r>
                        <a:rPr kumimoji="1" lang="en-US" altLang="zh-CN" sz="44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0    2     4    5    6</a:t>
                      </a:r>
                      <a:endParaRPr kumimoji="1" lang="en-US" altLang="zh-CN" sz="4400" b="0" i="0" u="none" strike="noStrike" cap="none" normalizeH="0" baseline="-25000" dirty="0">
                        <a:ln>
                          <a:noFill/>
                        </a:ln>
                        <a:solidFill>
                          <a:srgbClr val="FFFF00"/>
                        </a:solidFill>
                        <a:effectLst>
                          <a:outerShdw blurRad="38100" dist="38100" dir="2700000" algn="tl">
                            <a:srgbClr val="000000"/>
                          </a:outerShdw>
                        </a:effectLst>
                        <a:latin typeface="Arial" charset="0"/>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5638">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4400" b="0" i="1"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f</a:t>
                      </a:r>
                      <a:r>
                        <a:rPr kumimoji="1" lang="en-US" altLang="zh-CN" sz="44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a:t>
                      </a:r>
                      <a:r>
                        <a:rPr kumimoji="1" lang="en-US" altLang="zh-CN" sz="4400" b="0" i="1"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x</a:t>
                      </a:r>
                      <a:r>
                        <a:rPr kumimoji="1" lang="en-US" altLang="zh-CN" sz="44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1" lang="en-US" altLang="zh-CN" sz="4400" b="1"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  1   5     9    -4   13</a:t>
                      </a:r>
                      <a:endParaRPr kumimoji="1" lang="en-US" altLang="zh-CN" sz="4400" b="0" i="0" u="none" strike="noStrike" cap="none" normalizeH="0" baseline="-25000" dirty="0">
                        <a:ln>
                          <a:noFill/>
                        </a:ln>
                        <a:solidFill>
                          <a:srgbClr val="FFFF00"/>
                        </a:solidFill>
                        <a:effectLst>
                          <a:outerShdw blurRad="38100" dist="38100" dir="2700000" algn="tl">
                            <a:srgbClr val="000000"/>
                          </a:outerShdw>
                        </a:effectLst>
                        <a:latin typeface="Arial" charset="0"/>
                        <a:ea typeface="SimSun"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18677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89" name="Text Box 21"/>
          <p:cNvSpPr txBox="1">
            <a:spLocks noChangeArrowheads="1"/>
          </p:cNvSpPr>
          <p:nvPr/>
        </p:nvSpPr>
        <p:spPr bwMode="auto">
          <a:xfrm>
            <a:off x="892175" y="1035050"/>
            <a:ext cx="63166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kumimoji="1" sz="3200" b="1">
                <a:solidFill>
                  <a:schemeClr val="hlink"/>
                </a:solidFill>
                <a:latin typeface="Arial" charset="0"/>
                <a:ea typeface="SimSun" pitchFamily="2" charset="-122"/>
              </a:defRPr>
            </a:lvl1pPr>
            <a:lvl2pPr marL="742950" indent="-285750">
              <a:spcBef>
                <a:spcPct val="20000"/>
              </a:spcBef>
              <a:buSzPct val="100000"/>
              <a:buChar char="–"/>
              <a:defRPr kumimoji="1" sz="2800" b="1">
                <a:solidFill>
                  <a:schemeClr val="tx2"/>
                </a:solidFill>
                <a:latin typeface="Arial" charset="0"/>
                <a:ea typeface="SimSun" pitchFamily="2" charset="-122"/>
              </a:defRPr>
            </a:lvl2pPr>
            <a:lvl3pPr marL="1143000" indent="-228600">
              <a:spcBef>
                <a:spcPct val="20000"/>
              </a:spcBef>
              <a:buSzPct val="100000"/>
              <a:buChar char="•"/>
              <a:defRPr kumimoji="1" sz="2400" b="1">
                <a:solidFill>
                  <a:schemeClr val="folHlink"/>
                </a:solidFill>
                <a:latin typeface="Arial" charset="0"/>
                <a:ea typeface="SimSun" pitchFamily="2" charset="-122"/>
              </a:defRPr>
            </a:lvl3pPr>
            <a:lvl4pPr marL="1600200" indent="-228600">
              <a:spcBef>
                <a:spcPct val="20000"/>
              </a:spcBef>
              <a:buSzPct val="100000"/>
              <a:buChar char="–"/>
              <a:defRPr kumimoji="1" sz="2000">
                <a:solidFill>
                  <a:schemeClr val="tx1"/>
                </a:solidFill>
                <a:latin typeface="Arial" charset="0"/>
                <a:ea typeface="SimSun" pitchFamily="2" charset="-122"/>
              </a:defRPr>
            </a:lvl4pPr>
            <a:lvl5pPr marL="2057400" indent="-228600">
              <a:spcBef>
                <a:spcPct val="20000"/>
              </a:spcBef>
              <a:buSzPct val="100000"/>
              <a:buChar char="•"/>
              <a:defRPr kumimoji="1" sz="2000">
                <a:solidFill>
                  <a:schemeClr val="tx1"/>
                </a:solidFill>
                <a:latin typeface="Arial" charset="0"/>
                <a:ea typeface="SimSun" pitchFamily="2"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50000"/>
              </a:spcBef>
              <a:buSzTx/>
              <a:buFontTx/>
              <a:buNone/>
            </a:pPr>
            <a:r>
              <a:rPr lang="zh-CN" altLang="en-US" sz="4000" dirty="0">
                <a:solidFill>
                  <a:srgbClr val="FFFF00"/>
                </a:solidFill>
                <a:latin typeface="Times New Roman" pitchFamily="18" charset="0"/>
                <a:ea typeface="华文新魏" pitchFamily="2" charset="-122"/>
              </a:rPr>
              <a:t>解</a:t>
            </a:r>
            <a:r>
              <a:rPr lang="zh-CN" altLang="en-US" sz="4000" dirty="0">
                <a:solidFill>
                  <a:schemeClr val="tx1"/>
                </a:solidFill>
                <a:latin typeface="Times New Roman" pitchFamily="18" charset="0"/>
                <a:ea typeface="华文新魏" pitchFamily="2" charset="-122"/>
              </a:rPr>
              <a:t>  </a:t>
            </a:r>
            <a:r>
              <a:rPr lang="zh-CN" altLang="en-US" sz="4000" dirty="0">
                <a:solidFill>
                  <a:srgbClr val="FFFF00"/>
                </a:solidFill>
                <a:latin typeface="Times New Roman" pitchFamily="18" charset="0"/>
                <a:ea typeface="华文新魏" pitchFamily="2" charset="-122"/>
              </a:rPr>
              <a:t>构造差商表如下</a:t>
            </a:r>
          </a:p>
        </p:txBody>
      </p:sp>
      <p:graphicFrame>
        <p:nvGraphicFramePr>
          <p:cNvPr id="749617" name="Group 49"/>
          <p:cNvGraphicFramePr>
            <a:graphicFrameLocks noGrp="1"/>
          </p:cNvGraphicFramePr>
          <p:nvPr>
            <p:extLst>
              <p:ext uri="{D42A27DB-BD31-4B8C-83A1-F6EECF244321}">
                <p14:modId xmlns:p14="http://schemas.microsoft.com/office/powerpoint/2010/main" val="134009610"/>
              </p:ext>
            </p:extLst>
          </p:nvPr>
        </p:nvGraphicFramePr>
        <p:xfrm>
          <a:off x="957263" y="1741488"/>
          <a:ext cx="7173912" cy="3913540"/>
        </p:xfrm>
        <a:graphic>
          <a:graphicData uri="http://schemas.openxmlformats.org/drawingml/2006/table">
            <a:tbl>
              <a:tblPr/>
              <a:tblGrid>
                <a:gridCol w="860425">
                  <a:extLst>
                    <a:ext uri="{9D8B030D-6E8A-4147-A177-3AD203B41FA5}">
                      <a16:colId xmlns:a16="http://schemas.microsoft.com/office/drawing/2014/main" val="20000"/>
                    </a:ext>
                  </a:extLst>
                </a:gridCol>
                <a:gridCol w="1052512">
                  <a:extLst>
                    <a:ext uri="{9D8B030D-6E8A-4147-A177-3AD203B41FA5}">
                      <a16:colId xmlns:a16="http://schemas.microsoft.com/office/drawing/2014/main" val="20001"/>
                    </a:ext>
                  </a:extLst>
                </a:gridCol>
                <a:gridCol w="1243013">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338262">
                  <a:extLst>
                    <a:ext uri="{9D8B030D-6E8A-4147-A177-3AD203B41FA5}">
                      <a16:colId xmlns:a16="http://schemas.microsoft.com/office/drawing/2014/main" val="20004"/>
                    </a:ext>
                  </a:extLst>
                </a:gridCol>
                <a:gridCol w="1435100">
                  <a:extLst>
                    <a:ext uri="{9D8B030D-6E8A-4147-A177-3AD203B41FA5}">
                      <a16:colId xmlns:a16="http://schemas.microsoft.com/office/drawing/2014/main" val="20005"/>
                    </a:ext>
                  </a:extLst>
                </a:gridCol>
              </a:tblGrid>
              <a:tr h="639982">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1" u="none" strike="noStrike" cap="none" normalizeH="0" baseline="0" dirty="0">
                          <a:ln>
                            <a:noFill/>
                          </a:ln>
                          <a:solidFill>
                            <a:schemeClr val="hlink"/>
                          </a:solidFill>
                          <a:effectLst>
                            <a:outerShdw blurRad="38100" dist="38100" dir="2700000" algn="tl">
                              <a:srgbClr val="000000"/>
                            </a:outerShdw>
                          </a:effectLst>
                          <a:latin typeface="Arial" charset="0"/>
                          <a:ea typeface="SimSun" pitchFamily="2" charset="-122"/>
                        </a:rPr>
                        <a:t>x</a:t>
                      </a:r>
                      <a:r>
                        <a:rPr kumimoji="1" lang="en-US" altLang="zh-CN" sz="3600" b="0" i="1" u="none" strike="noStrike" cap="none" normalizeH="0" baseline="-25000" dirty="0">
                          <a:ln>
                            <a:noFill/>
                          </a:ln>
                          <a:solidFill>
                            <a:schemeClr val="hlink"/>
                          </a:solidFill>
                          <a:effectLst>
                            <a:outerShdw blurRad="38100" dist="38100" dir="2700000" algn="tl">
                              <a:srgbClr val="000000"/>
                            </a:outerShdw>
                          </a:effectLst>
                          <a:latin typeface="Arial" charset="0"/>
                          <a:ea typeface="SimSun" pitchFamily="2" charset="-122"/>
                        </a:rPr>
                        <a:t>i</a:t>
                      </a:r>
                      <a:endParaRPr kumimoji="1" lang="en-US" altLang="zh-CN" sz="3600" b="0" i="1" u="none" strike="noStrike" cap="none" normalizeH="0" baseline="0" dirty="0">
                        <a:ln>
                          <a:noFill/>
                        </a:ln>
                        <a:solidFill>
                          <a:schemeClr val="hlink"/>
                        </a:solidFill>
                        <a:effectLst>
                          <a:outerShdw blurRad="38100" dist="38100" dir="2700000" algn="tl">
                            <a:srgbClr val="000000"/>
                          </a:outerShdw>
                        </a:effectLst>
                        <a:latin typeface="Arial" charset="0"/>
                        <a:ea typeface="SimSun" pitchFamily="2" charset="-122"/>
                      </a:endParaRP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1" u="none" strike="noStrike" cap="none" normalizeH="0" baseline="0">
                          <a:ln>
                            <a:noFill/>
                          </a:ln>
                          <a:solidFill>
                            <a:schemeClr val="hlink"/>
                          </a:solidFill>
                          <a:effectLst>
                            <a:outerShdw blurRad="38100" dist="38100" dir="2700000" algn="tl">
                              <a:srgbClr val="000000"/>
                            </a:outerShdw>
                          </a:effectLst>
                          <a:latin typeface="Arial" charset="0"/>
                          <a:ea typeface="SimSun" pitchFamily="2" charset="-122"/>
                        </a:rPr>
                        <a:t>f</a:t>
                      </a:r>
                      <a:r>
                        <a:rPr kumimoji="1" lang="en-US" altLang="zh-CN" sz="3600" b="0" i="0" u="none" strike="noStrike" cap="none" normalizeH="0" baseline="0">
                          <a:ln>
                            <a:noFill/>
                          </a:ln>
                          <a:solidFill>
                            <a:schemeClr val="hlink"/>
                          </a:solidFill>
                          <a:effectLst>
                            <a:outerShdw blurRad="38100" dist="38100" dir="2700000" algn="tl">
                              <a:srgbClr val="000000"/>
                            </a:outerShdw>
                          </a:effectLst>
                          <a:latin typeface="Arial" charset="0"/>
                          <a:ea typeface="SimSun" pitchFamily="2" charset="-122"/>
                        </a:rPr>
                        <a:t>(</a:t>
                      </a:r>
                      <a:r>
                        <a:rPr kumimoji="1" lang="en-US" altLang="zh-CN" sz="3600" b="0" i="1" u="none" strike="noStrike" cap="none" normalizeH="0" baseline="0">
                          <a:ln>
                            <a:noFill/>
                          </a:ln>
                          <a:solidFill>
                            <a:schemeClr val="hlink"/>
                          </a:solidFill>
                          <a:effectLst>
                            <a:outerShdw blurRad="38100" dist="38100" dir="2700000" algn="tl">
                              <a:srgbClr val="000000"/>
                            </a:outerShdw>
                          </a:effectLst>
                          <a:latin typeface="Arial" charset="0"/>
                          <a:ea typeface="SimSun" pitchFamily="2" charset="-122"/>
                        </a:rPr>
                        <a:t>x</a:t>
                      </a:r>
                      <a:r>
                        <a:rPr kumimoji="1" lang="en-US" altLang="zh-CN" sz="3600" b="0" i="1" u="none" strike="noStrike" cap="none" normalizeH="0" baseline="-25000">
                          <a:ln>
                            <a:noFill/>
                          </a:ln>
                          <a:solidFill>
                            <a:schemeClr val="hlink"/>
                          </a:solidFill>
                          <a:effectLst>
                            <a:outerShdw blurRad="38100" dist="38100" dir="2700000" algn="tl">
                              <a:srgbClr val="000000"/>
                            </a:outerShdw>
                          </a:effectLst>
                          <a:latin typeface="Arial" charset="0"/>
                          <a:ea typeface="SimSun" pitchFamily="2" charset="-122"/>
                        </a:rPr>
                        <a:t>i</a:t>
                      </a:r>
                      <a:r>
                        <a:rPr kumimoji="1" lang="en-US" altLang="zh-CN" sz="3600" b="0" i="0" u="none" strike="noStrike" cap="none" normalizeH="0" baseline="0">
                          <a:ln>
                            <a:noFill/>
                          </a:ln>
                          <a:solidFill>
                            <a:schemeClr val="hlink"/>
                          </a:solidFill>
                          <a:effectLst>
                            <a:outerShdw blurRad="38100" dist="38100" dir="2700000" algn="tl">
                              <a:srgbClr val="000000"/>
                            </a:outerShdw>
                          </a:effectLst>
                          <a:latin typeface="Arial" charset="0"/>
                          <a:ea typeface="SimSun" pitchFamily="2" charset="-122"/>
                        </a:rPr>
                        <a:t>)</a:t>
                      </a:r>
                      <a:endParaRPr kumimoji="1" lang="en-US" altLang="zh-CN" sz="3600" b="0" i="0" u="none" strike="noStrike" cap="none" normalizeH="0" baseline="-25000">
                        <a:ln>
                          <a:noFill/>
                        </a:ln>
                        <a:solidFill>
                          <a:schemeClr val="hlink"/>
                        </a:solidFill>
                        <a:effectLst>
                          <a:outerShdw blurRad="38100" dist="38100" dir="2700000" algn="tl">
                            <a:srgbClr val="000000"/>
                          </a:outerShdw>
                        </a:effectLst>
                        <a:latin typeface="Arial" charset="0"/>
                        <a:ea typeface="SimSun" pitchFamily="2" charset="-122"/>
                      </a:endParaRP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zh-CN" altLang="en-US" sz="3600" b="0" i="0" u="none" strike="noStrike" cap="none" normalizeH="0" baseline="0">
                          <a:ln>
                            <a:noFill/>
                          </a:ln>
                          <a:solidFill>
                            <a:schemeClr val="hlink"/>
                          </a:solidFill>
                          <a:effectLst>
                            <a:outerShdw blurRad="38100" dist="38100" dir="2700000" algn="tl">
                              <a:srgbClr val="000000"/>
                            </a:outerShdw>
                          </a:effectLst>
                          <a:latin typeface="Arial" charset="0"/>
                          <a:ea typeface="华文新魏" pitchFamily="2" charset="-122"/>
                        </a:rPr>
                        <a:t>一阶</a:t>
                      </a:r>
                      <a:endParaRPr kumimoji="1" lang="zh-CN" altLang="en-US" sz="3600" b="0" i="0" u="none" strike="noStrike" cap="none" normalizeH="0" baseline="-25000">
                        <a:ln>
                          <a:noFill/>
                        </a:ln>
                        <a:solidFill>
                          <a:schemeClr val="hlink"/>
                        </a:solidFill>
                        <a:effectLst>
                          <a:outerShdw blurRad="38100" dist="38100" dir="2700000" algn="tl">
                            <a:srgbClr val="000000"/>
                          </a:outerShdw>
                        </a:effectLst>
                        <a:latin typeface="Arial" charset="0"/>
                        <a:ea typeface="华文新魏" pitchFamily="2" charset="-122"/>
                      </a:endParaRP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zh-CN" altLang="en-US" sz="3600" b="0" i="0" u="none" strike="noStrike" cap="none" normalizeH="0" baseline="0">
                          <a:ln>
                            <a:noFill/>
                          </a:ln>
                          <a:solidFill>
                            <a:schemeClr val="hlink"/>
                          </a:solidFill>
                          <a:effectLst>
                            <a:outerShdw blurRad="38100" dist="38100" dir="2700000" algn="tl">
                              <a:srgbClr val="000000"/>
                            </a:outerShdw>
                          </a:effectLst>
                          <a:latin typeface="Arial" charset="0"/>
                          <a:ea typeface="华文新魏" pitchFamily="2" charset="-122"/>
                        </a:rPr>
                        <a:t>二阶</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zh-CN" altLang="en-US" sz="3600" b="0" i="0" u="none" strike="noStrike" cap="none" normalizeH="0" baseline="0">
                          <a:ln>
                            <a:noFill/>
                          </a:ln>
                          <a:solidFill>
                            <a:schemeClr val="hlink"/>
                          </a:solidFill>
                          <a:effectLst>
                            <a:outerShdw blurRad="38100" dist="38100" dir="2700000" algn="tl">
                              <a:srgbClr val="000000"/>
                            </a:outerShdw>
                          </a:effectLst>
                          <a:latin typeface="Arial" charset="0"/>
                          <a:ea typeface="华文新魏" pitchFamily="2" charset="-122"/>
                        </a:rPr>
                        <a:t>三阶</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zh-CN" altLang="en-US" sz="3600" b="0" i="0" u="none" strike="noStrike" cap="none" normalizeH="0" baseline="0">
                          <a:ln>
                            <a:noFill/>
                          </a:ln>
                          <a:solidFill>
                            <a:schemeClr val="hlink"/>
                          </a:solidFill>
                          <a:effectLst>
                            <a:outerShdw blurRad="38100" dist="38100" dir="2700000" algn="tl">
                              <a:srgbClr val="000000"/>
                            </a:outerShdw>
                          </a:effectLst>
                          <a:latin typeface="Arial" charset="0"/>
                          <a:ea typeface="华文新魏" pitchFamily="2" charset="-122"/>
                        </a:rPr>
                        <a:t>四阶</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73205">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0</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2</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4</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5</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6</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1</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5</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9</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-4</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13</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hlink"/>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2</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2</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-13</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17</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hlink"/>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hlink"/>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0</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-5</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15</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-1</a:t>
                      </a: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chemeClr val="bg1"/>
                          </a:solidFill>
                          <a:effectLst>
                            <a:outerShdw blurRad="38100" dist="38100" dir="2700000" algn="tl">
                              <a:srgbClr val="000000"/>
                            </a:outerShdw>
                          </a:effectLst>
                          <a:latin typeface="Arial" charset="0"/>
                          <a:ea typeface="SimSun" pitchFamily="2" charset="-122"/>
                        </a:rPr>
                        <a:t>5</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SzPct val="100000"/>
                        <a:defRPr kumimoji="1" sz="2800" b="1">
                          <a:solidFill>
                            <a:schemeClr val="hlink"/>
                          </a:solidFill>
                          <a:effectLst>
                            <a:outerShdw blurRad="38100" dist="38100" dir="2700000" algn="tl">
                              <a:srgbClr val="000000"/>
                            </a:outerShdw>
                          </a:effectLst>
                          <a:latin typeface="Arial" charset="0"/>
                          <a:ea typeface="SimSun" pitchFamily="2" charset="-122"/>
                        </a:defRPr>
                      </a:lvl1pPr>
                      <a:lvl2pPr>
                        <a:spcBef>
                          <a:spcPct val="20000"/>
                        </a:spcBef>
                        <a:buSzPct val="100000"/>
                        <a:defRPr kumimoji="1" sz="2400" b="1">
                          <a:solidFill>
                            <a:schemeClr val="tx2"/>
                          </a:solidFill>
                          <a:effectLst>
                            <a:outerShdw blurRad="38100" dist="38100" dir="2700000" algn="tl">
                              <a:srgbClr val="000000"/>
                            </a:outerShdw>
                          </a:effectLst>
                          <a:latin typeface="Arial" charset="0"/>
                          <a:ea typeface="SimSun" pitchFamily="2" charset="-122"/>
                        </a:defRPr>
                      </a:lvl2pPr>
                      <a:lvl3pPr>
                        <a:spcBef>
                          <a:spcPct val="20000"/>
                        </a:spcBef>
                        <a:buSzPct val="100000"/>
                        <a:defRPr kumimoji="1" sz="2000" b="1">
                          <a:solidFill>
                            <a:schemeClr val="folHlink"/>
                          </a:solidFill>
                          <a:effectLst>
                            <a:outerShdw blurRad="38100" dist="38100" dir="2700000" algn="tl">
                              <a:srgbClr val="000000"/>
                            </a:outerShdw>
                          </a:effectLst>
                          <a:latin typeface="Arial" charset="0"/>
                          <a:ea typeface="SimSun" pitchFamily="2" charset="-122"/>
                        </a:defRPr>
                      </a:lvl3pPr>
                      <a:lvl4pPr>
                        <a:spcBef>
                          <a:spcPct val="20000"/>
                        </a:spcBef>
                        <a:buSzPct val="100000"/>
                        <a:defRPr kumimoji="1">
                          <a:solidFill>
                            <a:schemeClr val="tx1"/>
                          </a:solidFill>
                          <a:latin typeface="Arial" charset="0"/>
                          <a:ea typeface="SimSun" pitchFamily="2" charset="-122"/>
                        </a:defRPr>
                      </a:lvl4pPr>
                      <a:lvl5pPr>
                        <a:spcBef>
                          <a:spcPct val="20000"/>
                        </a:spcBef>
                        <a:buSzPct val="100000"/>
                        <a:defRPr kumimoji="1">
                          <a:solidFill>
                            <a:schemeClr val="tx1"/>
                          </a:solidFill>
                          <a:latin typeface="Arial" charset="0"/>
                          <a:ea typeface="SimSun" pitchFamily="2" charset="-122"/>
                        </a:defRPr>
                      </a:lvl5pPr>
                      <a:lvl6pPr eaLnBrk="0" fontAlgn="base" hangingPunct="0">
                        <a:spcBef>
                          <a:spcPct val="20000"/>
                        </a:spcBef>
                        <a:spcAft>
                          <a:spcPct val="0"/>
                        </a:spcAft>
                        <a:buSzPct val="100000"/>
                        <a:defRPr kumimoji="1">
                          <a:solidFill>
                            <a:schemeClr val="tx1"/>
                          </a:solidFill>
                          <a:latin typeface="Arial" charset="0"/>
                          <a:ea typeface="SimSun" pitchFamily="2" charset="-122"/>
                        </a:defRPr>
                      </a:lvl6pPr>
                      <a:lvl7pPr eaLnBrk="0" fontAlgn="base" hangingPunct="0">
                        <a:spcBef>
                          <a:spcPct val="20000"/>
                        </a:spcBef>
                        <a:spcAft>
                          <a:spcPct val="0"/>
                        </a:spcAft>
                        <a:buSzPct val="100000"/>
                        <a:defRPr kumimoji="1">
                          <a:solidFill>
                            <a:schemeClr val="tx1"/>
                          </a:solidFill>
                          <a:latin typeface="Arial" charset="0"/>
                          <a:ea typeface="SimSun" pitchFamily="2" charset="-122"/>
                        </a:defRPr>
                      </a:lvl7pPr>
                      <a:lvl8pPr eaLnBrk="0" fontAlgn="base" hangingPunct="0">
                        <a:spcBef>
                          <a:spcPct val="20000"/>
                        </a:spcBef>
                        <a:spcAft>
                          <a:spcPct val="0"/>
                        </a:spcAft>
                        <a:buSzPct val="100000"/>
                        <a:defRPr kumimoji="1">
                          <a:solidFill>
                            <a:schemeClr val="tx1"/>
                          </a:solidFill>
                          <a:latin typeface="Arial" charset="0"/>
                          <a:ea typeface="SimSun" pitchFamily="2" charset="-122"/>
                        </a:defRPr>
                      </a:lvl8pPr>
                      <a:lvl9pPr eaLnBrk="0" fontAlgn="base" hangingPunct="0">
                        <a:spcBef>
                          <a:spcPct val="20000"/>
                        </a:spcBef>
                        <a:spcAft>
                          <a:spcPct val="0"/>
                        </a:spcAft>
                        <a:buSzPct val="100000"/>
                        <a:defRPr kumimoji="1">
                          <a:solidFill>
                            <a:schemeClr val="tx1"/>
                          </a:solidFill>
                          <a:latin typeface="Arial" charset="0"/>
                          <a:ea typeface="SimSun" pitchFamily="2" charset="-122"/>
                        </a:defRPr>
                      </a:lvl9p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1" lang="en-US" altLang="zh-CN" sz="3600" b="0" i="0" u="none" strike="noStrike" cap="none" normalizeH="0" baseline="0" dirty="0">
                        <a:ln>
                          <a:noFill/>
                        </a:ln>
                        <a:solidFill>
                          <a:schemeClr val="accent2"/>
                        </a:solidFill>
                        <a:effectLst>
                          <a:outerShdw blurRad="38100" dist="38100" dir="2700000" algn="tl">
                            <a:srgbClr val="000000"/>
                          </a:outerShdw>
                        </a:effectLst>
                        <a:latin typeface="Arial" charset="0"/>
                        <a:ea typeface="SimSun" pitchFamily="2" charset="-122"/>
                      </a:endParaRPr>
                    </a:p>
                    <a:p>
                      <a:pPr marL="0" marR="0" lvl="0" indent="0" algn="ctr" defTabSz="914400" rtl="0" eaLnBrk="0" fontAlgn="base" latinLnBrk="0" hangingPunct="0">
                        <a:lnSpc>
                          <a:spcPct val="100000"/>
                        </a:lnSpc>
                        <a:spcBef>
                          <a:spcPct val="20000"/>
                        </a:spcBef>
                        <a:spcAft>
                          <a:spcPct val="0"/>
                        </a:spcAft>
                        <a:buClrTx/>
                        <a:buSzPct val="100000"/>
                        <a:buFontTx/>
                        <a:buNone/>
                        <a:tabLst/>
                      </a:pPr>
                      <a:r>
                        <a:rPr kumimoji="1" lang="en-US" altLang="zh-CN" sz="3600" b="0" i="0" u="none" strike="noStrike" cap="none" normalizeH="0" baseline="0" dirty="0">
                          <a:ln>
                            <a:noFill/>
                          </a:ln>
                          <a:solidFill>
                            <a:srgbClr val="FFFF00"/>
                          </a:solidFill>
                          <a:effectLst>
                            <a:outerShdw blurRad="38100" dist="38100" dir="2700000" algn="tl">
                              <a:srgbClr val="000000"/>
                            </a:outerShdw>
                          </a:effectLst>
                          <a:latin typeface="Arial" charset="0"/>
                          <a:ea typeface="SimSun" pitchFamily="2" charset="-122"/>
                        </a:rPr>
                        <a:t>1</a:t>
                      </a:r>
                    </a:p>
                  </a:txBody>
                  <a:tcPr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49613" name="Text Box 45"/>
          <p:cNvSpPr txBox="1">
            <a:spLocks noChangeArrowheads="1"/>
          </p:cNvSpPr>
          <p:nvPr/>
        </p:nvSpPr>
        <p:spPr bwMode="auto">
          <a:xfrm>
            <a:off x="587375" y="5846763"/>
            <a:ext cx="464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kumimoji="1" sz="3200" b="1">
                <a:solidFill>
                  <a:schemeClr val="hlink"/>
                </a:solidFill>
                <a:latin typeface="Arial" charset="0"/>
                <a:ea typeface="SimSun" pitchFamily="2" charset="-122"/>
              </a:defRPr>
            </a:lvl1pPr>
            <a:lvl2pPr marL="742950" indent="-285750">
              <a:spcBef>
                <a:spcPct val="20000"/>
              </a:spcBef>
              <a:buSzPct val="100000"/>
              <a:buChar char="–"/>
              <a:defRPr kumimoji="1" sz="2800" b="1">
                <a:solidFill>
                  <a:schemeClr val="tx2"/>
                </a:solidFill>
                <a:latin typeface="Arial" charset="0"/>
                <a:ea typeface="SimSun" pitchFamily="2" charset="-122"/>
              </a:defRPr>
            </a:lvl2pPr>
            <a:lvl3pPr marL="1143000" indent="-228600">
              <a:spcBef>
                <a:spcPct val="20000"/>
              </a:spcBef>
              <a:buSzPct val="100000"/>
              <a:buChar char="•"/>
              <a:defRPr kumimoji="1" sz="2400" b="1">
                <a:solidFill>
                  <a:schemeClr val="folHlink"/>
                </a:solidFill>
                <a:latin typeface="Arial" charset="0"/>
                <a:ea typeface="SimSun" pitchFamily="2" charset="-122"/>
              </a:defRPr>
            </a:lvl3pPr>
            <a:lvl4pPr marL="1600200" indent="-228600">
              <a:spcBef>
                <a:spcPct val="20000"/>
              </a:spcBef>
              <a:buSzPct val="100000"/>
              <a:buChar char="–"/>
              <a:defRPr kumimoji="1" sz="2000">
                <a:solidFill>
                  <a:schemeClr val="tx1"/>
                </a:solidFill>
                <a:latin typeface="Arial" charset="0"/>
                <a:ea typeface="SimSun" pitchFamily="2" charset="-122"/>
              </a:defRPr>
            </a:lvl4pPr>
            <a:lvl5pPr marL="2057400" indent="-228600">
              <a:spcBef>
                <a:spcPct val="20000"/>
              </a:spcBef>
              <a:buSzPct val="100000"/>
              <a:buChar char="•"/>
              <a:defRPr kumimoji="1" sz="2000">
                <a:solidFill>
                  <a:schemeClr val="tx1"/>
                </a:solidFill>
                <a:latin typeface="Arial" charset="0"/>
                <a:ea typeface="SimSun" pitchFamily="2"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50000"/>
              </a:spcBef>
              <a:buSzTx/>
              <a:buFontTx/>
              <a:buNone/>
            </a:pPr>
            <a:r>
              <a:rPr lang="zh-CN" altLang="en-US" sz="4000" dirty="0">
                <a:solidFill>
                  <a:schemeClr val="bg1"/>
                </a:solidFill>
                <a:latin typeface="Times New Roman" pitchFamily="18" charset="0"/>
                <a:ea typeface="华文新魏" pitchFamily="2" charset="-122"/>
              </a:rPr>
              <a:t>由表可知</a:t>
            </a:r>
          </a:p>
        </p:txBody>
      </p:sp>
      <p:sp>
        <p:nvSpPr>
          <p:cNvPr id="749614" name="Rectangle 46"/>
          <p:cNvSpPr>
            <a:spLocks noChangeArrowheads="1"/>
          </p:cNvSpPr>
          <p:nvPr/>
        </p:nvSpPr>
        <p:spPr bwMode="auto">
          <a:xfrm>
            <a:off x="3624263" y="5856288"/>
            <a:ext cx="4800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kumimoji="1" sz="3200" b="1">
                <a:solidFill>
                  <a:schemeClr val="hlink"/>
                </a:solidFill>
                <a:latin typeface="Arial" charset="0"/>
                <a:ea typeface="SimSun" pitchFamily="2" charset="-122"/>
              </a:defRPr>
            </a:lvl1pPr>
            <a:lvl2pPr marL="742950" indent="-285750">
              <a:spcBef>
                <a:spcPct val="20000"/>
              </a:spcBef>
              <a:buSzPct val="100000"/>
              <a:buChar char="–"/>
              <a:defRPr kumimoji="1" sz="2800" b="1">
                <a:solidFill>
                  <a:schemeClr val="tx2"/>
                </a:solidFill>
                <a:latin typeface="Arial" charset="0"/>
                <a:ea typeface="SimSun" pitchFamily="2" charset="-122"/>
              </a:defRPr>
            </a:lvl2pPr>
            <a:lvl3pPr marL="1143000" indent="-228600">
              <a:spcBef>
                <a:spcPct val="20000"/>
              </a:spcBef>
              <a:buSzPct val="100000"/>
              <a:buChar char="•"/>
              <a:defRPr kumimoji="1" sz="2400" b="1">
                <a:solidFill>
                  <a:schemeClr val="folHlink"/>
                </a:solidFill>
                <a:latin typeface="Arial" charset="0"/>
                <a:ea typeface="SimSun" pitchFamily="2" charset="-122"/>
              </a:defRPr>
            </a:lvl3pPr>
            <a:lvl4pPr marL="1600200" indent="-228600">
              <a:spcBef>
                <a:spcPct val="20000"/>
              </a:spcBef>
              <a:buSzPct val="100000"/>
              <a:buChar char="–"/>
              <a:defRPr kumimoji="1" sz="2000">
                <a:solidFill>
                  <a:schemeClr val="tx1"/>
                </a:solidFill>
                <a:latin typeface="Arial" charset="0"/>
                <a:ea typeface="SimSun" pitchFamily="2" charset="-122"/>
              </a:defRPr>
            </a:lvl4pPr>
            <a:lvl5pPr marL="2057400" indent="-228600">
              <a:spcBef>
                <a:spcPct val="20000"/>
              </a:spcBef>
              <a:buSzPct val="100000"/>
              <a:buChar char="•"/>
              <a:defRPr kumimoji="1" sz="2000">
                <a:solidFill>
                  <a:schemeClr val="tx1"/>
                </a:solidFill>
                <a:latin typeface="Arial" charset="0"/>
                <a:ea typeface="SimSun" pitchFamily="2"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0"/>
              </a:spcBef>
              <a:buSzTx/>
              <a:buFontTx/>
              <a:buNone/>
            </a:pPr>
            <a:r>
              <a:rPr lang="en-US" altLang="zh-CN" sz="4000" i="1">
                <a:solidFill>
                  <a:schemeClr val="bg1"/>
                </a:solidFill>
                <a:latin typeface="Times New Roman" pitchFamily="18" charset="0"/>
                <a:ea typeface="华文新魏" pitchFamily="2" charset="-122"/>
              </a:rPr>
              <a:t>f</a:t>
            </a:r>
            <a:r>
              <a:rPr lang="en-US" altLang="zh-CN" sz="4000">
                <a:solidFill>
                  <a:schemeClr val="bg1"/>
                </a:solidFill>
                <a:latin typeface="Times New Roman" pitchFamily="18" charset="0"/>
                <a:ea typeface="华文新魏" pitchFamily="2" charset="-122"/>
              </a:rPr>
              <a:t>[2,4,5,6]</a:t>
            </a:r>
          </a:p>
        </p:txBody>
      </p:sp>
      <p:sp>
        <p:nvSpPr>
          <p:cNvPr id="749618" name="Rectangle 50"/>
          <p:cNvSpPr>
            <a:spLocks noChangeArrowheads="1"/>
          </p:cNvSpPr>
          <p:nvPr/>
        </p:nvSpPr>
        <p:spPr bwMode="auto">
          <a:xfrm>
            <a:off x="5795963" y="5888038"/>
            <a:ext cx="72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SzPct val="100000"/>
              <a:buChar char="•"/>
              <a:defRPr kumimoji="1" sz="3200" b="1">
                <a:solidFill>
                  <a:schemeClr val="hlink"/>
                </a:solidFill>
                <a:latin typeface="Arial" charset="0"/>
                <a:ea typeface="SimSun" pitchFamily="2" charset="-122"/>
              </a:defRPr>
            </a:lvl1pPr>
            <a:lvl2pPr marL="571500" indent="-285750" defTabSz="762000">
              <a:spcBef>
                <a:spcPct val="20000"/>
              </a:spcBef>
              <a:buSzPct val="100000"/>
              <a:buChar char="–"/>
              <a:defRPr kumimoji="1" sz="2800" b="1">
                <a:solidFill>
                  <a:schemeClr val="tx2"/>
                </a:solidFill>
                <a:latin typeface="Arial" charset="0"/>
                <a:ea typeface="SimSun" pitchFamily="2" charset="-122"/>
              </a:defRPr>
            </a:lvl2pPr>
            <a:lvl3pPr marL="1143000" indent="-228600" defTabSz="762000">
              <a:spcBef>
                <a:spcPct val="20000"/>
              </a:spcBef>
              <a:buSzPct val="100000"/>
              <a:buChar char="•"/>
              <a:defRPr kumimoji="1" sz="2400" b="1">
                <a:solidFill>
                  <a:schemeClr val="folHlink"/>
                </a:solidFill>
                <a:latin typeface="Arial" charset="0"/>
                <a:ea typeface="SimSun" pitchFamily="2" charset="-122"/>
              </a:defRPr>
            </a:lvl3pPr>
            <a:lvl4pPr marL="1714500" indent="-228600" defTabSz="762000">
              <a:spcBef>
                <a:spcPct val="20000"/>
              </a:spcBef>
              <a:buSzPct val="100000"/>
              <a:buChar char="–"/>
              <a:defRPr kumimoji="1" sz="2000">
                <a:solidFill>
                  <a:schemeClr val="tx1"/>
                </a:solidFill>
                <a:latin typeface="Arial" charset="0"/>
                <a:ea typeface="SimSun" pitchFamily="2" charset="-122"/>
              </a:defRPr>
            </a:lvl4pPr>
            <a:lvl5pPr marL="2286000" indent="-228600" defTabSz="762000">
              <a:spcBef>
                <a:spcPct val="20000"/>
              </a:spcBef>
              <a:buSzPct val="100000"/>
              <a:buChar char="•"/>
              <a:defRPr kumimoji="1" sz="2000">
                <a:solidFill>
                  <a:schemeClr val="tx1"/>
                </a:solidFill>
                <a:latin typeface="Arial" charset="0"/>
                <a:ea typeface="SimSun" pitchFamily="2" charset="-122"/>
              </a:defRPr>
            </a:lvl5pPr>
            <a:lvl6pPr marL="2743200" indent="-228600" defTabSz="7620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3200400" indent="-228600" defTabSz="7620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657600" indent="-228600" defTabSz="7620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4114800" indent="-228600" defTabSz="7620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0"/>
              </a:spcBef>
              <a:buSzTx/>
              <a:buFontTx/>
              <a:buNone/>
            </a:pPr>
            <a:r>
              <a:rPr lang="en-US" altLang="zh-CN" sz="4000">
                <a:solidFill>
                  <a:srgbClr val="FFFF00"/>
                </a:solidFill>
                <a:latin typeface="Times New Roman" pitchFamily="18" charset="0"/>
                <a:ea typeface="华文新魏" pitchFamily="2" charset="-122"/>
              </a:rPr>
              <a:t>=5</a:t>
            </a:r>
          </a:p>
        </p:txBody>
      </p:sp>
      <p:sp>
        <p:nvSpPr>
          <p:cNvPr id="749620" name="AutoShape 52">
            <a:hlinkClick r:id="" action="ppaction://hlinkshowjump?jump=firstslide" highlightClick="1"/>
          </p:cNvPr>
          <p:cNvSpPr>
            <a:spLocks noChangeArrowheads="1"/>
          </p:cNvSpPr>
          <p:nvPr/>
        </p:nvSpPr>
        <p:spPr bwMode="auto">
          <a:xfrm>
            <a:off x="7562850" y="6019800"/>
            <a:ext cx="457200" cy="361950"/>
          </a:xfrm>
          <a:prstGeom prst="actionButtonBackPrevious">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6229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9589">
                                            <p:txEl>
                                              <p:pRg st="0" end="0"/>
                                            </p:txEl>
                                          </p:spTgt>
                                        </p:tgtEl>
                                        <p:attrNameLst>
                                          <p:attrName>style.visibility</p:attrName>
                                        </p:attrNameLst>
                                      </p:cBhvr>
                                      <p:to>
                                        <p:strVal val="visible"/>
                                      </p:to>
                                    </p:set>
                                    <p:animEffect transition="in" filter="wipe(left)">
                                      <p:cBhvr>
                                        <p:cTn id="7" dur="500"/>
                                        <p:tgtEl>
                                          <p:spTgt spid="74958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9617"/>
                                        </p:tgtEl>
                                        <p:attrNameLst>
                                          <p:attrName>style.visibility</p:attrName>
                                        </p:attrNameLst>
                                      </p:cBhvr>
                                      <p:to>
                                        <p:strVal val="visible"/>
                                      </p:to>
                                    </p:set>
                                    <p:animEffect transition="in" filter="wipe(left)">
                                      <p:cBhvr>
                                        <p:cTn id="12" dur="500"/>
                                        <p:tgtEl>
                                          <p:spTgt spid="7496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9613">
                                            <p:txEl>
                                              <p:pRg st="0" end="0"/>
                                            </p:txEl>
                                          </p:spTgt>
                                        </p:tgtEl>
                                        <p:attrNameLst>
                                          <p:attrName>style.visibility</p:attrName>
                                        </p:attrNameLst>
                                      </p:cBhvr>
                                      <p:to>
                                        <p:strVal val="visible"/>
                                      </p:to>
                                    </p:set>
                                    <p:animEffect transition="in" filter="wipe(left)">
                                      <p:cBhvr>
                                        <p:cTn id="17" dur="500"/>
                                        <p:tgtEl>
                                          <p:spTgt spid="74961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9614">
                                            <p:txEl>
                                              <p:pRg st="0" end="0"/>
                                            </p:txEl>
                                          </p:spTgt>
                                        </p:tgtEl>
                                        <p:attrNameLst>
                                          <p:attrName>style.visibility</p:attrName>
                                        </p:attrNameLst>
                                      </p:cBhvr>
                                      <p:to>
                                        <p:strVal val="visible"/>
                                      </p:to>
                                    </p:set>
                                    <p:animEffect transition="in" filter="wipe(left)">
                                      <p:cBhvr>
                                        <p:cTn id="22" dur="500"/>
                                        <p:tgtEl>
                                          <p:spTgt spid="74961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9618">
                                            <p:txEl>
                                              <p:pRg st="0" end="0"/>
                                            </p:txEl>
                                          </p:spTgt>
                                        </p:tgtEl>
                                        <p:attrNameLst>
                                          <p:attrName>style.visibility</p:attrName>
                                        </p:attrNameLst>
                                      </p:cBhvr>
                                      <p:to>
                                        <p:strVal val="visible"/>
                                      </p:to>
                                    </p:set>
                                    <p:animEffect transition="in" filter="wipe(left)">
                                      <p:cBhvr>
                                        <p:cTn id="27" dur="500"/>
                                        <p:tgtEl>
                                          <p:spTgt spid="74961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49620"/>
                                        </p:tgtEl>
                                        <p:attrNameLst>
                                          <p:attrName>style.visibility</p:attrName>
                                        </p:attrNameLst>
                                      </p:cBhvr>
                                      <p:to>
                                        <p:strVal val="visible"/>
                                      </p:to>
                                    </p:set>
                                    <p:animEffect transition="in" filter="wipe(left)">
                                      <p:cBhvr>
                                        <p:cTn id="32" dur="500"/>
                                        <p:tgtEl>
                                          <p:spTgt spid="749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89" grpId="0" build="p" autoUpdateAnimBg="0"/>
      <p:bldP spid="749613" grpId="0" build="p" autoUpdateAnimBg="0"/>
      <p:bldP spid="749614" grpId="0" build="p" autoUpdateAnimBg="0"/>
      <p:bldP spid="749618" grpId="0" build="p" autoUpdateAnimBg="0"/>
      <p:bldP spid="7496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6"/>
          <p:cNvSpPr txBox="1">
            <a:spLocks noChangeArrowheads="1"/>
          </p:cNvSpPr>
          <p:nvPr/>
        </p:nvSpPr>
        <p:spPr bwMode="auto">
          <a:xfrm>
            <a:off x="457200" y="1098550"/>
            <a:ext cx="464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kumimoji="1" sz="3200" b="1">
                <a:solidFill>
                  <a:schemeClr val="hlink"/>
                </a:solidFill>
                <a:latin typeface="Arial" charset="0"/>
                <a:ea typeface="SimSun" pitchFamily="2" charset="-122"/>
              </a:defRPr>
            </a:lvl1pPr>
            <a:lvl2pPr marL="742950" indent="-285750">
              <a:spcBef>
                <a:spcPct val="20000"/>
              </a:spcBef>
              <a:buSzPct val="100000"/>
              <a:buChar char="–"/>
              <a:defRPr kumimoji="1" sz="2800" b="1">
                <a:solidFill>
                  <a:schemeClr val="tx2"/>
                </a:solidFill>
                <a:latin typeface="Arial" charset="0"/>
                <a:ea typeface="SimSun" pitchFamily="2" charset="-122"/>
              </a:defRPr>
            </a:lvl2pPr>
            <a:lvl3pPr marL="1143000" indent="-228600">
              <a:spcBef>
                <a:spcPct val="20000"/>
              </a:spcBef>
              <a:buSzPct val="100000"/>
              <a:buChar char="•"/>
              <a:defRPr kumimoji="1" sz="2400" b="1">
                <a:solidFill>
                  <a:schemeClr val="folHlink"/>
                </a:solidFill>
                <a:latin typeface="Arial" charset="0"/>
                <a:ea typeface="SimSun" pitchFamily="2" charset="-122"/>
              </a:defRPr>
            </a:lvl3pPr>
            <a:lvl4pPr marL="1600200" indent="-228600">
              <a:spcBef>
                <a:spcPct val="20000"/>
              </a:spcBef>
              <a:buSzPct val="100000"/>
              <a:buChar char="–"/>
              <a:defRPr kumimoji="1" sz="2000">
                <a:solidFill>
                  <a:schemeClr val="tx1"/>
                </a:solidFill>
                <a:latin typeface="Arial" charset="0"/>
                <a:ea typeface="SimSun" pitchFamily="2" charset="-122"/>
              </a:defRPr>
            </a:lvl4pPr>
            <a:lvl5pPr marL="2057400" indent="-228600">
              <a:spcBef>
                <a:spcPct val="20000"/>
              </a:spcBef>
              <a:buSzPct val="100000"/>
              <a:buChar char="•"/>
              <a:defRPr kumimoji="1" sz="2000">
                <a:solidFill>
                  <a:schemeClr val="tx1"/>
                </a:solidFill>
                <a:latin typeface="Arial" charset="0"/>
                <a:ea typeface="SimSun" pitchFamily="2" charset="-122"/>
              </a:defRPr>
            </a:lvl5pPr>
            <a:lvl6pPr marL="25146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6pPr>
            <a:lvl7pPr marL="29718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7pPr>
            <a:lvl8pPr marL="34290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8pPr>
            <a:lvl9pPr marL="3886200" indent="-228600" eaLnBrk="0" fontAlgn="base" hangingPunct="0">
              <a:spcBef>
                <a:spcPct val="20000"/>
              </a:spcBef>
              <a:spcAft>
                <a:spcPct val="0"/>
              </a:spcAft>
              <a:buSzPct val="100000"/>
              <a:buChar char="•"/>
              <a:defRPr kumimoji="1" sz="2000">
                <a:solidFill>
                  <a:schemeClr val="tx1"/>
                </a:solidFill>
                <a:latin typeface="Arial" charset="0"/>
                <a:ea typeface="SimSun" pitchFamily="2" charset="-122"/>
              </a:defRPr>
            </a:lvl9pPr>
          </a:lstStyle>
          <a:p>
            <a:pPr eaLnBrk="1" hangingPunct="1">
              <a:spcBef>
                <a:spcPct val="50000"/>
              </a:spcBef>
              <a:buSzTx/>
              <a:buFontTx/>
              <a:buNone/>
            </a:pPr>
            <a:r>
              <a:rPr lang="zh-CN" altLang="en-US" sz="4000" dirty="0">
                <a:solidFill>
                  <a:schemeClr val="bg1"/>
                </a:solidFill>
                <a:latin typeface="Times New Roman" pitchFamily="18" charset="0"/>
                <a:ea typeface="华文新魏" pitchFamily="2" charset="-122"/>
              </a:rPr>
              <a:t>由表可知</a:t>
            </a:r>
          </a:p>
        </p:txBody>
      </p:sp>
      <p:graphicFrame>
        <p:nvGraphicFramePr>
          <p:cNvPr id="756763" name="Object 27"/>
          <p:cNvGraphicFramePr>
            <a:graphicFrameLocks noChangeAspect="1"/>
          </p:cNvGraphicFramePr>
          <p:nvPr/>
        </p:nvGraphicFramePr>
        <p:xfrm>
          <a:off x="849313" y="2055813"/>
          <a:ext cx="6769100" cy="2559050"/>
        </p:xfrm>
        <a:graphic>
          <a:graphicData uri="http://schemas.openxmlformats.org/presentationml/2006/ole">
            <mc:AlternateContent xmlns:mc="http://schemas.openxmlformats.org/markup-compatibility/2006">
              <mc:Choice xmlns:v="urn:schemas-microsoft-com:vml" Requires="v">
                <p:oleObj name="Equation" r:id="rId2" imgW="5629300" imgH="2095470" progId="Equation.3">
                  <p:embed/>
                </p:oleObj>
              </mc:Choice>
              <mc:Fallback>
                <p:oleObj name="Equation" r:id="rId2" imgW="5629300" imgH="209547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13" y="2055813"/>
                        <a:ext cx="6769100" cy="255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04233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56763"/>
                                        </p:tgtEl>
                                        <p:attrNameLst>
                                          <p:attrName>style.visibility</p:attrName>
                                        </p:attrNameLst>
                                      </p:cBhvr>
                                      <p:to>
                                        <p:strVal val="visible"/>
                                      </p:to>
                                    </p:set>
                                    <p:animEffect transition="in" filter="wipe(up)">
                                      <p:cBhvr>
                                        <p:cTn id="7" dur="500"/>
                                        <p:tgtEl>
                                          <p:spTgt spid="756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948E142-ADD9-4B78-B91C-42474C0B5D7D}" type="slidenum">
              <a:rPr lang="en-US" altLang="zh-CN" sz="1400"/>
              <a:pPr eaLnBrk="1" hangingPunct="1"/>
              <a:t>30</a:t>
            </a:fld>
            <a:endParaRPr lang="en-US" altLang="zh-CN" sz="1400"/>
          </a:p>
        </p:txBody>
      </p:sp>
      <p:sp>
        <p:nvSpPr>
          <p:cNvPr id="3" name="Rectangle 1026"/>
          <p:cNvSpPr txBox="1">
            <a:spLocks noChangeArrowheads="1"/>
          </p:cNvSpPr>
          <p:nvPr/>
        </p:nvSpPr>
        <p:spPr>
          <a:xfrm>
            <a:off x="606425" y="176213"/>
            <a:ext cx="7756525" cy="45720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eaLnBrk="1" hangingPunct="1">
              <a:defRPr/>
            </a:pPr>
            <a:r>
              <a:rPr lang="en-US" altLang="zh-CN" sz="3200" b="1" kern="0" dirty="0">
                <a:solidFill>
                  <a:schemeClr val="bg1"/>
                </a:solidFill>
                <a:latin typeface="华文新魏" pitchFamily="2" charset="-122"/>
                <a:ea typeface="华文新魏" pitchFamily="2" charset="-122"/>
              </a:rPr>
              <a:t>4.  </a:t>
            </a:r>
            <a:r>
              <a:rPr lang="zh-CN" altLang="en-US" sz="3200" b="1" kern="0" dirty="0">
                <a:solidFill>
                  <a:schemeClr val="bg1"/>
                </a:solidFill>
                <a:latin typeface="华文新魏" pitchFamily="2" charset="-122"/>
                <a:ea typeface="华文新魏" pitchFamily="2" charset="-122"/>
              </a:rPr>
              <a:t>埃尔米特插值</a:t>
            </a:r>
            <a:r>
              <a:rPr lang="zh-CN" altLang="en-US" sz="3200" kern="0" dirty="0">
                <a:solidFill>
                  <a:schemeClr val="bg1"/>
                </a:solidFill>
                <a:latin typeface="华文新魏" pitchFamily="2" charset="-122"/>
                <a:ea typeface="华文新魏" pitchFamily="2" charset="-122"/>
              </a:rPr>
              <a:t> </a:t>
            </a:r>
          </a:p>
        </p:txBody>
      </p:sp>
      <p:sp>
        <p:nvSpPr>
          <p:cNvPr id="20484" name="Text Box 1030"/>
          <p:cNvSpPr txBox="1">
            <a:spLocks noChangeArrowheads="1"/>
          </p:cNvSpPr>
          <p:nvPr/>
        </p:nvSpPr>
        <p:spPr bwMode="auto">
          <a:xfrm>
            <a:off x="427038" y="908050"/>
            <a:ext cx="8305800" cy="150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dirty="0">
                <a:solidFill>
                  <a:schemeClr val="bg1"/>
                </a:solidFill>
                <a:latin typeface="华文新魏" pitchFamily="2" charset="-122"/>
                <a:ea typeface="华文新魏" pitchFamily="2" charset="-122"/>
              </a:rPr>
              <a:t>    </a:t>
            </a:r>
            <a:r>
              <a:rPr lang="zh-CN" altLang="en-US" dirty="0">
                <a:solidFill>
                  <a:schemeClr val="bg1"/>
                </a:solidFill>
                <a:latin typeface="华文新魏" pitchFamily="2" charset="-122"/>
                <a:ea typeface="华文新魏" pitchFamily="2" charset="-122"/>
              </a:rPr>
              <a:t>有些实际的插值问题不但要求在节点上函数值相等，</a:t>
            </a:r>
          </a:p>
        </p:txBody>
      </p:sp>
      <p:sp>
        <p:nvSpPr>
          <p:cNvPr id="20485" name="Rectangle 1056"/>
          <p:cNvSpPr>
            <a:spLocks noChangeArrowheads="1"/>
          </p:cNvSpPr>
          <p:nvPr/>
        </p:nvSpPr>
        <p:spPr bwMode="auto">
          <a:xfrm>
            <a:off x="606425" y="4221163"/>
            <a:ext cx="7908925"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50000"/>
              </a:spcBef>
              <a:buFontTx/>
              <a:buNone/>
            </a:pPr>
            <a:r>
              <a:rPr lang="zh-CN" altLang="en-US">
                <a:solidFill>
                  <a:schemeClr val="bg1"/>
                </a:solidFill>
                <a:latin typeface="华文新魏" pitchFamily="2" charset="-122"/>
                <a:ea typeface="华文新魏" pitchFamily="2" charset="-122"/>
              </a:rPr>
              <a:t>满足这种要求的插值多项式就是</a:t>
            </a:r>
            <a:r>
              <a:rPr lang="zh-CN" altLang="en-US" b="1">
                <a:solidFill>
                  <a:schemeClr val="bg1"/>
                </a:solidFill>
                <a:latin typeface="华文新魏" pitchFamily="2" charset="-122"/>
                <a:ea typeface="华文新魏" pitchFamily="2" charset="-122"/>
              </a:rPr>
              <a:t>埃尔米特插值多项式</a:t>
            </a:r>
            <a:r>
              <a:rPr lang="en-US" altLang="zh-CN">
                <a:solidFill>
                  <a:schemeClr val="bg1"/>
                </a:solidFill>
                <a:latin typeface="华文新魏" pitchFamily="2" charset="-122"/>
                <a:ea typeface="华文新魏" pitchFamily="2" charset="-122"/>
              </a:rPr>
              <a:t>. </a:t>
            </a:r>
          </a:p>
        </p:txBody>
      </p:sp>
      <p:sp>
        <p:nvSpPr>
          <p:cNvPr id="20486" name="Rectangle 1057"/>
          <p:cNvSpPr>
            <a:spLocks noChangeArrowheads="1"/>
          </p:cNvSpPr>
          <p:nvPr/>
        </p:nvSpPr>
        <p:spPr bwMode="auto">
          <a:xfrm>
            <a:off x="500063" y="2565400"/>
            <a:ext cx="8154987" cy="149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a:solidFill>
                  <a:schemeClr val="bg1"/>
                </a:solidFill>
                <a:latin typeface="华文新魏" pitchFamily="2" charset="-122"/>
                <a:ea typeface="华文新魏" pitchFamily="2" charset="-122"/>
              </a:rPr>
              <a:t>而且还要求对应的导数值也相等，甚至要求高阶导数也相等</a:t>
            </a:r>
            <a:r>
              <a:rPr lang="en-US" altLang="zh-CN">
                <a:solidFill>
                  <a:schemeClr val="bg1"/>
                </a:solidFill>
                <a:latin typeface="华文新魏" pitchFamily="2" charset="-122"/>
                <a:ea typeface="华文新魏" pitchFamily="2"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FDFA521B-263C-44C3-AE93-A78D250FA73F}" type="slidenum">
              <a:rPr lang="en-US" altLang="zh-CN" sz="1400"/>
              <a:pPr eaLnBrk="1" hangingPunct="1"/>
              <a:t>31</a:t>
            </a:fld>
            <a:endParaRPr lang="en-US" altLang="zh-CN" sz="1400"/>
          </a:p>
        </p:txBody>
      </p:sp>
      <p:sp>
        <p:nvSpPr>
          <p:cNvPr id="21507" name="TextBox 2"/>
          <p:cNvSpPr txBox="1">
            <a:spLocks noChangeArrowheads="1"/>
          </p:cNvSpPr>
          <p:nvPr/>
        </p:nvSpPr>
        <p:spPr bwMode="auto">
          <a:xfrm>
            <a:off x="80347" y="62943"/>
            <a:ext cx="453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chemeClr val="bg1"/>
                </a:solidFill>
              </a:rPr>
              <a:t>应用例子：习题</a:t>
            </a:r>
            <a:r>
              <a:rPr lang="en-US" altLang="zh-CN" sz="2800" dirty="0">
                <a:solidFill>
                  <a:schemeClr val="bg1"/>
                </a:solidFill>
              </a:rPr>
              <a:t>16</a:t>
            </a:r>
            <a:r>
              <a:rPr lang="zh-CN" altLang="en-US" sz="2800" dirty="0">
                <a:solidFill>
                  <a:schemeClr val="bg1"/>
                </a:solidFill>
              </a:rPr>
              <a:t>题</a:t>
            </a:r>
          </a:p>
        </p:txBody>
      </p:sp>
      <p:sp>
        <p:nvSpPr>
          <p:cNvPr id="21508" name="TextBox 3"/>
          <p:cNvSpPr txBox="1">
            <a:spLocks noChangeArrowheads="1"/>
          </p:cNvSpPr>
          <p:nvPr/>
        </p:nvSpPr>
        <p:spPr bwMode="auto">
          <a:xfrm>
            <a:off x="611188" y="908050"/>
            <a:ext cx="82089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chemeClr val="bg1"/>
                </a:solidFill>
              </a:rPr>
              <a:t>求一个次数不高于四次的多项式 </a:t>
            </a:r>
            <a:r>
              <a:rPr lang="en-US" altLang="zh-CN" sz="2800" dirty="0">
                <a:solidFill>
                  <a:schemeClr val="bg1"/>
                </a:solidFill>
              </a:rPr>
              <a:t>P(x)</a:t>
            </a:r>
            <a:r>
              <a:rPr lang="zh-CN" altLang="en-US" sz="2800" dirty="0">
                <a:solidFill>
                  <a:schemeClr val="bg1"/>
                </a:solidFill>
              </a:rPr>
              <a:t>，使它满足</a:t>
            </a:r>
            <a:r>
              <a:rPr lang="en-US" altLang="zh-CN" sz="2800" dirty="0">
                <a:solidFill>
                  <a:schemeClr val="bg1"/>
                </a:solidFill>
              </a:rPr>
              <a:t>P(0)=P’(0)=0</a:t>
            </a:r>
            <a:r>
              <a:rPr lang="zh-CN" altLang="en-US" sz="2800" dirty="0">
                <a:solidFill>
                  <a:schemeClr val="bg1"/>
                </a:solidFill>
              </a:rPr>
              <a:t>，</a:t>
            </a:r>
            <a:r>
              <a:rPr lang="en-US" altLang="zh-CN" sz="2800" dirty="0">
                <a:solidFill>
                  <a:schemeClr val="bg1"/>
                </a:solidFill>
              </a:rPr>
              <a:t>P(1)=P’(1)=1,  P(2) =1.</a:t>
            </a:r>
            <a:endParaRPr lang="zh-CN" altLang="en-US" sz="2800" dirty="0">
              <a:solidFill>
                <a:schemeClr val="bg1"/>
              </a:solidFill>
            </a:endParaRPr>
          </a:p>
        </p:txBody>
      </p:sp>
      <p:sp>
        <p:nvSpPr>
          <p:cNvPr id="21509" name="TextBox 4"/>
          <p:cNvSpPr txBox="1">
            <a:spLocks noChangeArrowheads="1"/>
          </p:cNvSpPr>
          <p:nvPr/>
        </p:nvSpPr>
        <p:spPr bwMode="auto">
          <a:xfrm>
            <a:off x="308464" y="2205639"/>
            <a:ext cx="84994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chemeClr val="bg1"/>
                </a:solidFill>
              </a:rPr>
              <a:t>根据题意，设：</a:t>
            </a:r>
            <a:r>
              <a:rPr lang="en-US" altLang="zh-CN" sz="2800" dirty="0">
                <a:solidFill>
                  <a:schemeClr val="bg1"/>
                </a:solidFill>
              </a:rPr>
              <a:t>P(x)=a1</a:t>
            </a:r>
            <a:r>
              <a:rPr lang="zh-CN" altLang="en-US" sz="2800" dirty="0">
                <a:solidFill>
                  <a:schemeClr val="bg1"/>
                </a:solidFill>
              </a:rPr>
              <a:t>*</a:t>
            </a:r>
            <a:r>
              <a:rPr lang="en-US" altLang="zh-CN" sz="2800" dirty="0">
                <a:solidFill>
                  <a:schemeClr val="bg1"/>
                </a:solidFill>
              </a:rPr>
              <a:t>x^4+a2</a:t>
            </a:r>
            <a:r>
              <a:rPr lang="zh-CN" altLang="en-US" sz="2800" dirty="0">
                <a:solidFill>
                  <a:schemeClr val="bg1"/>
                </a:solidFill>
              </a:rPr>
              <a:t>*</a:t>
            </a:r>
            <a:r>
              <a:rPr lang="en-US" altLang="zh-CN" sz="2800" dirty="0">
                <a:solidFill>
                  <a:schemeClr val="bg1"/>
                </a:solidFill>
              </a:rPr>
              <a:t>x^3+a3</a:t>
            </a:r>
            <a:r>
              <a:rPr lang="zh-CN" altLang="en-US" sz="2800" dirty="0">
                <a:solidFill>
                  <a:schemeClr val="bg1"/>
                </a:solidFill>
              </a:rPr>
              <a:t>*</a:t>
            </a:r>
            <a:r>
              <a:rPr lang="en-US" altLang="zh-CN" sz="2800" dirty="0">
                <a:solidFill>
                  <a:schemeClr val="bg1"/>
                </a:solidFill>
              </a:rPr>
              <a:t>x^2+a4</a:t>
            </a:r>
            <a:r>
              <a:rPr lang="zh-CN" altLang="en-US" sz="2800" dirty="0">
                <a:solidFill>
                  <a:schemeClr val="bg1"/>
                </a:solidFill>
              </a:rPr>
              <a:t>*</a:t>
            </a:r>
            <a:r>
              <a:rPr lang="en-US" altLang="zh-CN" sz="2800" dirty="0">
                <a:solidFill>
                  <a:schemeClr val="bg1"/>
                </a:solidFill>
              </a:rPr>
              <a:t>x+a5</a:t>
            </a:r>
            <a:endParaRPr lang="zh-CN" altLang="en-US" sz="2800"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1151917" y="116632"/>
            <a:ext cx="7108825" cy="923925"/>
          </a:xfrm>
          <a:prstGeom prst="rect">
            <a:avLst/>
          </a:prstGeom>
          <a:noFill/>
          <a:ln w="9525" algn="ctr">
            <a:noFill/>
            <a:miter lim="800000"/>
            <a:headEnd/>
            <a:tailEnd/>
          </a:ln>
          <a:effectLst/>
        </p:spPr>
        <p:txBody>
          <a:bodyPr wrap="none">
            <a:spAutoFit/>
          </a:bodyPr>
          <a:lstStyle/>
          <a:p>
            <a:pPr algn="ctr">
              <a:defRPr/>
            </a:pPr>
            <a:r>
              <a:rPr lang="zh-CN" altLang="en-US" sz="5400" dirty="0">
                <a:solidFill>
                  <a:srgbClr val="FFFF00"/>
                </a:solidFill>
                <a:effectLst>
                  <a:outerShdw blurRad="38100" dist="38100" dir="2700000" algn="tl">
                    <a:srgbClr val="000000"/>
                  </a:outerShdw>
                </a:effectLst>
                <a:latin typeface="华文行楷" pitchFamily="2" charset="-122"/>
                <a:ea typeface="华文行楷" pitchFamily="2" charset="-122"/>
              </a:rPr>
              <a:t>第三章函数逼近与计算</a:t>
            </a:r>
          </a:p>
        </p:txBody>
      </p:sp>
      <p:sp>
        <p:nvSpPr>
          <p:cNvPr id="4" name="TextBox 3"/>
          <p:cNvSpPr txBox="1"/>
          <p:nvPr/>
        </p:nvSpPr>
        <p:spPr>
          <a:xfrm>
            <a:off x="611560" y="1440974"/>
            <a:ext cx="5976664" cy="584775"/>
          </a:xfrm>
          <a:prstGeom prst="rect">
            <a:avLst/>
          </a:prstGeom>
          <a:noFill/>
        </p:spPr>
        <p:txBody>
          <a:bodyPr wrap="square" rtlCol="0">
            <a:spAutoFit/>
          </a:bodyPr>
          <a:lstStyle/>
          <a:p>
            <a:r>
              <a:rPr lang="en-US" altLang="zh-CN" sz="3200" b="1" dirty="0">
                <a:solidFill>
                  <a:schemeClr val="bg1"/>
                </a:solidFill>
              </a:rPr>
              <a:t>1. </a:t>
            </a:r>
            <a:r>
              <a:rPr lang="zh-CN" altLang="en-US" sz="3200" b="1" dirty="0">
                <a:solidFill>
                  <a:schemeClr val="bg1"/>
                </a:solidFill>
              </a:rPr>
              <a:t>函数逼近的基本概念</a:t>
            </a:r>
          </a:p>
        </p:txBody>
      </p:sp>
      <p:sp>
        <p:nvSpPr>
          <p:cNvPr id="32" name="TextBox 31"/>
          <p:cNvSpPr txBox="1"/>
          <p:nvPr/>
        </p:nvSpPr>
        <p:spPr>
          <a:xfrm>
            <a:off x="611560" y="2564904"/>
            <a:ext cx="5976664" cy="631711"/>
          </a:xfrm>
          <a:prstGeom prst="rect">
            <a:avLst/>
          </a:prstGeom>
          <a:noFill/>
        </p:spPr>
        <p:txBody>
          <a:bodyPr wrap="square" rtlCol="0">
            <a:spAutoFit/>
          </a:bodyPr>
          <a:lstStyle/>
          <a:p>
            <a:pPr eaLnBrk="1" hangingPunct="1">
              <a:lnSpc>
                <a:spcPct val="120000"/>
              </a:lnSpc>
              <a:buFontTx/>
              <a:buNone/>
            </a:pPr>
            <a:r>
              <a:rPr lang="en-US" altLang="zh-CN" sz="3200" dirty="0">
                <a:solidFill>
                  <a:schemeClr val="bg1"/>
                </a:solidFill>
              </a:rPr>
              <a:t>2. </a:t>
            </a:r>
            <a:r>
              <a:rPr kumimoji="0" lang="zh-CN" altLang="en-US" sz="3200" b="1" dirty="0">
                <a:solidFill>
                  <a:schemeClr val="bg1"/>
                </a:solidFill>
              </a:rPr>
              <a:t>最佳平方逼近的计算</a:t>
            </a:r>
          </a:p>
        </p:txBody>
      </p:sp>
      <p:sp>
        <p:nvSpPr>
          <p:cNvPr id="33" name="TextBox 32"/>
          <p:cNvSpPr txBox="1"/>
          <p:nvPr/>
        </p:nvSpPr>
        <p:spPr>
          <a:xfrm>
            <a:off x="683568" y="3627779"/>
            <a:ext cx="5112568" cy="626710"/>
          </a:xfrm>
          <a:prstGeom prst="rect">
            <a:avLst/>
          </a:prstGeom>
          <a:noFill/>
        </p:spPr>
        <p:txBody>
          <a:bodyPr wrap="square" rtlCol="0">
            <a:spAutoFit/>
          </a:bodyPr>
          <a:lstStyle/>
          <a:p>
            <a:pPr eaLnBrk="1" hangingPunct="1">
              <a:lnSpc>
                <a:spcPct val="120000"/>
              </a:lnSpc>
              <a:buFontTx/>
              <a:buNone/>
            </a:pPr>
            <a:r>
              <a:rPr lang="en-US" altLang="zh-CN" sz="3200" b="1" dirty="0">
                <a:solidFill>
                  <a:schemeClr val="bg1"/>
                </a:solidFill>
              </a:rPr>
              <a:t>3.</a:t>
            </a:r>
            <a:r>
              <a:rPr lang="zh-CN" altLang="en-US" sz="3200" b="1" dirty="0">
                <a:solidFill>
                  <a:schemeClr val="bg1"/>
                </a:solidFill>
                <a:latin typeface="宋体" panose="02010600030101010101" pitchFamily="2" charset="-122"/>
                <a:ea typeface="宋体" panose="02010600030101010101" pitchFamily="2" charset="-122"/>
              </a:rPr>
              <a:t>曲线拟合的最小二乘法 </a:t>
            </a:r>
            <a:endParaRPr kumimoji="0" lang="zh-CN" altLang="en-US" sz="3200" b="1" dirty="0">
              <a:solidFill>
                <a:schemeClr val="bg1"/>
              </a:solidFill>
              <a:latin typeface="宋体" panose="02010600030101010101" pitchFamily="2" charset="-122"/>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5492080"/>
            <a:ext cx="1905000" cy="457200"/>
          </a:xfrm>
        </p:spPr>
        <p:txBody>
          <a:bodyPr/>
          <a:lstStyle/>
          <a:p>
            <a:pPr>
              <a:defRPr/>
            </a:pPr>
            <a:fld id="{42B487FA-CF51-4060-AA09-564B5FA69B8A}" type="slidenum">
              <a:rPr lang="en-US" altLang="zh-CN" smtClean="0"/>
              <a:pPr>
                <a:defRPr/>
              </a:pPr>
              <a:t>33</a:t>
            </a:fld>
            <a:endParaRPr lang="en-US" altLang="zh-CN"/>
          </a:p>
        </p:txBody>
      </p:sp>
      <p:sp>
        <p:nvSpPr>
          <p:cNvPr id="3" name="灯片编号占位符 1"/>
          <p:cNvSpPr txBox="1">
            <a:spLocks/>
          </p:cNvSpPr>
          <p:nvPr/>
        </p:nvSpPr>
        <p:spPr bwMode="auto">
          <a:xfrm>
            <a:off x="6553200" y="549208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1pPr>
            <a:lvl2pPr marL="742950" indent="-28575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2pPr>
            <a:lvl3pPr marL="11430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3pPr>
            <a:lvl4pPr marL="16002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4pPr>
            <a:lvl5pPr marL="20574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9pPr>
          </a:lstStyle>
          <a:p>
            <a:pPr eaLnBrk="1" hangingPunct="1"/>
            <a:fld id="{31F016A2-BDB7-4F1C-A2F8-053988017E37}" type="slidenum">
              <a:rPr lang="en-US" altLang="zh-CN" sz="1400" smtClean="0"/>
              <a:pPr eaLnBrk="1" hangingPunct="1"/>
              <a:t>33</a:t>
            </a:fld>
            <a:endParaRPr lang="en-US" altLang="zh-CN" sz="1400"/>
          </a:p>
        </p:txBody>
      </p:sp>
      <p:sp>
        <p:nvSpPr>
          <p:cNvPr id="4" name="矩形 3"/>
          <p:cNvSpPr>
            <a:spLocks noChangeArrowheads="1"/>
          </p:cNvSpPr>
          <p:nvPr/>
        </p:nvSpPr>
        <p:spPr bwMode="auto">
          <a:xfrm>
            <a:off x="179388" y="332656"/>
            <a:ext cx="2281394"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pPr>
            <a:r>
              <a:rPr kumimoji="0" lang="en-US" altLang="zh-CN" sz="3200" dirty="0">
                <a:solidFill>
                  <a:srgbClr val="FFFF00"/>
                </a:solidFill>
                <a:latin typeface="Arial" charset="0"/>
              </a:rPr>
              <a:t>1. </a:t>
            </a:r>
            <a:r>
              <a:rPr kumimoji="0" lang="zh-CN" altLang="en-US" sz="3200" dirty="0">
                <a:solidFill>
                  <a:srgbClr val="FFFF00"/>
                </a:solidFill>
                <a:latin typeface="Arial" charset="0"/>
              </a:rPr>
              <a:t>基本概念</a:t>
            </a:r>
            <a:endParaRPr kumimoji="0" lang="en-US" altLang="zh-CN" sz="3200" dirty="0">
              <a:solidFill>
                <a:srgbClr val="FFFF00"/>
              </a:solidFill>
              <a:latin typeface="Arial" charset="0"/>
            </a:endParaRPr>
          </a:p>
        </p:txBody>
      </p:sp>
      <p:sp>
        <p:nvSpPr>
          <p:cNvPr id="5" name="Rectangle 3"/>
          <p:cNvSpPr txBox="1">
            <a:spLocks noChangeArrowheads="1"/>
          </p:cNvSpPr>
          <p:nvPr/>
        </p:nvSpPr>
        <p:spPr>
          <a:xfrm>
            <a:off x="163513" y="1137568"/>
            <a:ext cx="8947150" cy="1871662"/>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lgn="just" eaLnBrk="1" hangingPunct="1">
              <a:lnSpc>
                <a:spcPct val="150000"/>
              </a:lnSpc>
              <a:buFontTx/>
              <a:buNone/>
              <a:defRPr/>
            </a:pPr>
            <a:r>
              <a:rPr lang="en-US" altLang="zh-CN" b="1" kern="0">
                <a:solidFill>
                  <a:schemeClr val="bg1"/>
                </a:solidFill>
              </a:rPr>
              <a:t>       </a:t>
            </a:r>
            <a:r>
              <a:rPr lang="zh-CN" altLang="en-US" b="1" kern="0">
                <a:solidFill>
                  <a:schemeClr val="bg1"/>
                </a:solidFill>
              </a:rPr>
              <a:t>所谓函数逼近是求一个简单的函数                  </a:t>
            </a:r>
            <a:r>
              <a:rPr lang="en-US" altLang="zh-CN" b="1" kern="0">
                <a:solidFill>
                  <a:schemeClr val="bg1"/>
                </a:solidFill>
              </a:rPr>
              <a:t>,</a:t>
            </a:r>
          </a:p>
          <a:p>
            <a:pPr algn="just" eaLnBrk="1" hangingPunct="1">
              <a:lnSpc>
                <a:spcPct val="150000"/>
              </a:lnSpc>
              <a:buFontTx/>
              <a:buNone/>
              <a:defRPr/>
            </a:pPr>
            <a:r>
              <a:rPr lang="zh-CN" altLang="en-US" b="1" kern="0">
                <a:solidFill>
                  <a:schemeClr val="bg1"/>
                </a:solidFill>
              </a:rPr>
              <a:t>不要求              通过已知的这</a:t>
            </a:r>
            <a:r>
              <a:rPr lang="en-US" altLang="zh-CN" b="1" kern="0">
                <a:solidFill>
                  <a:schemeClr val="bg1"/>
                </a:solidFill>
              </a:rPr>
              <a:t>n</a:t>
            </a:r>
            <a:r>
              <a:rPr lang="zh-CN" altLang="en-US" b="1" kern="0">
                <a:solidFill>
                  <a:schemeClr val="bg1"/>
                </a:solidFill>
              </a:rPr>
              <a:t>＋</a:t>
            </a:r>
            <a:r>
              <a:rPr lang="en-US" altLang="zh-CN" b="1" kern="0">
                <a:solidFill>
                  <a:schemeClr val="bg1"/>
                </a:solidFill>
              </a:rPr>
              <a:t>1</a:t>
            </a:r>
            <a:r>
              <a:rPr lang="zh-CN" altLang="en-US" b="1" kern="0">
                <a:solidFill>
                  <a:schemeClr val="bg1"/>
                </a:solidFill>
              </a:rPr>
              <a:t>个点</a:t>
            </a:r>
            <a:r>
              <a:rPr lang="en-US" altLang="zh-CN" b="1" kern="0">
                <a:solidFill>
                  <a:schemeClr val="bg1"/>
                </a:solidFill>
              </a:rPr>
              <a:t>,</a:t>
            </a:r>
            <a:r>
              <a:rPr lang="zh-CN" altLang="en-US" b="1" kern="0">
                <a:solidFill>
                  <a:schemeClr val="bg1"/>
                </a:solidFill>
              </a:rPr>
              <a:t>而是要求在整体上“尽量好”的逼近原函数。</a:t>
            </a:r>
            <a:endParaRPr lang="zh-CN" altLang="en-US" kern="0" dirty="0">
              <a:solidFill>
                <a:schemeClr val="bg1"/>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611833929"/>
              </p:ext>
            </p:extLst>
          </p:nvPr>
        </p:nvGraphicFramePr>
        <p:xfrm>
          <a:off x="7158038" y="1232818"/>
          <a:ext cx="1676400" cy="728662"/>
        </p:xfrm>
        <a:graphic>
          <a:graphicData uri="http://schemas.openxmlformats.org/presentationml/2006/ole">
            <mc:AlternateContent xmlns:mc="http://schemas.openxmlformats.org/markup-compatibility/2006">
              <mc:Choice xmlns:v="urn:schemas-microsoft-com:vml" Requires="v">
                <p:oleObj name="Equation" r:id="rId2" imgW="291847" imgH="126890" progId="Equation.DSMT4">
                  <p:embed/>
                </p:oleObj>
              </mc:Choice>
              <mc:Fallback>
                <p:oleObj name="Equation" r:id="rId2" imgW="291847" imgH="12689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8038" y="1232818"/>
                        <a:ext cx="1676400"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899971345"/>
              </p:ext>
            </p:extLst>
          </p:nvPr>
        </p:nvGraphicFramePr>
        <p:xfrm>
          <a:off x="1449388" y="2088480"/>
          <a:ext cx="1676400" cy="728663"/>
        </p:xfrm>
        <a:graphic>
          <a:graphicData uri="http://schemas.openxmlformats.org/presentationml/2006/ole">
            <mc:AlternateContent xmlns:mc="http://schemas.openxmlformats.org/markup-compatibility/2006">
              <mc:Choice xmlns:v="urn:schemas-microsoft-com:vml" Requires="v">
                <p:oleObj name="Equation" r:id="rId4" imgW="291847" imgH="126890" progId="Equation.DSMT4">
                  <p:embed/>
                </p:oleObj>
              </mc:Choice>
              <mc:Fallback>
                <p:oleObj name="Equation" r:id="rId4" imgW="291847" imgH="1268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9388" y="2088480"/>
                        <a:ext cx="16764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组合 12"/>
          <p:cNvGrpSpPr>
            <a:grpSpLocks/>
          </p:cNvGrpSpPr>
          <p:nvPr/>
        </p:nvGrpSpPr>
        <p:grpSpPr bwMode="auto">
          <a:xfrm>
            <a:off x="1279525" y="3728368"/>
            <a:ext cx="6751638" cy="2116137"/>
            <a:chOff x="1014413" y="3513138"/>
            <a:chExt cx="6751637" cy="2116137"/>
          </a:xfrm>
        </p:grpSpPr>
        <p:sp>
          <p:nvSpPr>
            <p:cNvPr id="9" name="Line 35"/>
            <p:cNvSpPr>
              <a:spLocks noChangeShapeType="1"/>
            </p:cNvSpPr>
            <p:nvPr/>
          </p:nvSpPr>
          <p:spPr bwMode="auto">
            <a:xfrm>
              <a:off x="1042988" y="5300663"/>
              <a:ext cx="6697662" cy="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Freeform 36"/>
            <p:cNvSpPr>
              <a:spLocks/>
            </p:cNvSpPr>
            <p:nvPr/>
          </p:nvSpPr>
          <p:spPr bwMode="auto">
            <a:xfrm>
              <a:off x="1331913" y="3933825"/>
              <a:ext cx="6264275" cy="571500"/>
            </a:xfrm>
            <a:custGeom>
              <a:avLst/>
              <a:gdLst>
                <a:gd name="T0" fmla="*/ 0 w 3504"/>
                <a:gd name="T1" fmla="*/ 2147483647 h 360"/>
                <a:gd name="T2" fmla="*/ 2147483647 w 3504"/>
                <a:gd name="T3" fmla="*/ 2147483647 h 360"/>
                <a:gd name="T4" fmla="*/ 2147483647 w 3504"/>
                <a:gd name="T5" fmla="*/ 2147483647 h 360"/>
                <a:gd name="T6" fmla="*/ 2147483647 w 3504"/>
                <a:gd name="T7" fmla="*/ 2147483647 h 360"/>
                <a:gd name="T8" fmla="*/ 2147483647 w 3504"/>
                <a:gd name="T9" fmla="*/ 2147483647 h 360"/>
                <a:gd name="T10" fmla="*/ 2147483647 w 3504"/>
                <a:gd name="T11" fmla="*/ 2147483647 h 360"/>
                <a:gd name="T12" fmla="*/ 2147483647 w 3504"/>
                <a:gd name="T13" fmla="*/ 2147483647 h 360"/>
                <a:gd name="T14" fmla="*/ 2147483647 w 3504"/>
                <a:gd name="T15" fmla="*/ 2147483647 h 360"/>
                <a:gd name="T16" fmla="*/ 0 60000 65536"/>
                <a:gd name="T17" fmla="*/ 0 60000 65536"/>
                <a:gd name="T18" fmla="*/ 0 60000 65536"/>
                <a:gd name="T19" fmla="*/ 0 60000 65536"/>
                <a:gd name="T20" fmla="*/ 0 60000 65536"/>
                <a:gd name="T21" fmla="*/ 0 60000 65536"/>
                <a:gd name="T22" fmla="*/ 0 60000 65536"/>
                <a:gd name="T23" fmla="*/ 0 60000 65536"/>
                <a:gd name="T24" fmla="*/ 0 w 3504"/>
                <a:gd name="T25" fmla="*/ 0 h 360"/>
                <a:gd name="T26" fmla="*/ 3504 w 3504"/>
                <a:gd name="T27" fmla="*/ 360 h 3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04" h="360">
                  <a:moveTo>
                    <a:pt x="0" y="344"/>
                  </a:moveTo>
                  <a:cubicBezTo>
                    <a:pt x="48" y="308"/>
                    <a:pt x="96" y="272"/>
                    <a:pt x="192" y="248"/>
                  </a:cubicBezTo>
                  <a:cubicBezTo>
                    <a:pt x="288" y="224"/>
                    <a:pt x="408" y="184"/>
                    <a:pt x="576" y="200"/>
                  </a:cubicBezTo>
                  <a:cubicBezTo>
                    <a:pt x="744" y="216"/>
                    <a:pt x="1000" y="328"/>
                    <a:pt x="1200" y="344"/>
                  </a:cubicBezTo>
                  <a:cubicBezTo>
                    <a:pt x="1400" y="360"/>
                    <a:pt x="1568" y="344"/>
                    <a:pt x="1776" y="296"/>
                  </a:cubicBezTo>
                  <a:cubicBezTo>
                    <a:pt x="1984" y="248"/>
                    <a:pt x="2232" y="104"/>
                    <a:pt x="2448" y="56"/>
                  </a:cubicBezTo>
                  <a:cubicBezTo>
                    <a:pt x="2664" y="8"/>
                    <a:pt x="2896" y="0"/>
                    <a:pt x="3072" y="8"/>
                  </a:cubicBezTo>
                  <a:cubicBezTo>
                    <a:pt x="3248" y="16"/>
                    <a:pt x="3376" y="60"/>
                    <a:pt x="3504" y="10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 name="Line 38"/>
            <p:cNvSpPr>
              <a:spLocks noChangeShapeType="1"/>
            </p:cNvSpPr>
            <p:nvPr/>
          </p:nvSpPr>
          <p:spPr bwMode="auto">
            <a:xfrm flipV="1">
              <a:off x="2643188" y="4286250"/>
              <a:ext cx="0" cy="982663"/>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39"/>
            <p:cNvSpPr>
              <a:spLocks noChangeShapeType="1"/>
            </p:cNvSpPr>
            <p:nvPr/>
          </p:nvSpPr>
          <p:spPr bwMode="auto">
            <a:xfrm flipV="1">
              <a:off x="1835150" y="4292600"/>
              <a:ext cx="0" cy="1008063"/>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40"/>
            <p:cNvSpPr>
              <a:spLocks noChangeShapeType="1"/>
            </p:cNvSpPr>
            <p:nvPr/>
          </p:nvSpPr>
          <p:spPr bwMode="auto">
            <a:xfrm flipV="1">
              <a:off x="3995738" y="4508500"/>
              <a:ext cx="0" cy="785813"/>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41"/>
            <p:cNvSpPr>
              <a:spLocks noChangeShapeType="1"/>
            </p:cNvSpPr>
            <p:nvPr/>
          </p:nvSpPr>
          <p:spPr bwMode="auto">
            <a:xfrm flipV="1">
              <a:off x="6372225" y="3933825"/>
              <a:ext cx="0" cy="13716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42"/>
            <p:cNvSpPr>
              <a:spLocks noChangeShapeType="1"/>
            </p:cNvSpPr>
            <p:nvPr/>
          </p:nvSpPr>
          <p:spPr bwMode="auto">
            <a:xfrm>
              <a:off x="7581900" y="4076700"/>
              <a:ext cx="0" cy="12192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Freeform 48"/>
            <p:cNvSpPr>
              <a:spLocks/>
            </p:cNvSpPr>
            <p:nvPr/>
          </p:nvSpPr>
          <p:spPr bwMode="auto">
            <a:xfrm>
              <a:off x="1014413" y="3905250"/>
              <a:ext cx="6697662" cy="719138"/>
            </a:xfrm>
            <a:custGeom>
              <a:avLst/>
              <a:gdLst>
                <a:gd name="T0" fmla="*/ 0 w 3504"/>
                <a:gd name="T1" fmla="*/ 2147483647 h 416"/>
                <a:gd name="T2" fmla="*/ 2147483647 w 3504"/>
                <a:gd name="T3" fmla="*/ 2147483647 h 416"/>
                <a:gd name="T4" fmla="*/ 2147483647 w 3504"/>
                <a:gd name="T5" fmla="*/ 2147483647 h 416"/>
                <a:gd name="T6" fmla="*/ 2147483647 w 3504"/>
                <a:gd name="T7" fmla="*/ 2147483647 h 416"/>
                <a:gd name="T8" fmla="*/ 2147483647 w 3504"/>
                <a:gd name="T9" fmla="*/ 2147483647 h 416"/>
                <a:gd name="T10" fmla="*/ 2147483647 w 3504"/>
                <a:gd name="T11" fmla="*/ 2147483647 h 416"/>
                <a:gd name="T12" fmla="*/ 2147483647 w 3504"/>
                <a:gd name="T13" fmla="*/ 2147483647 h 416"/>
                <a:gd name="T14" fmla="*/ 2147483647 w 3504"/>
                <a:gd name="T15" fmla="*/ 2147483647 h 416"/>
                <a:gd name="T16" fmla="*/ 2147483647 w 3504"/>
                <a:gd name="T17" fmla="*/ 2147483647 h 416"/>
                <a:gd name="T18" fmla="*/ 2147483647 w 3504"/>
                <a:gd name="T19" fmla="*/ 2147483647 h 416"/>
                <a:gd name="T20" fmla="*/ 2147483647 w 3504"/>
                <a:gd name="T21" fmla="*/ 2147483647 h 4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4"/>
                <a:gd name="T34" fmla="*/ 0 h 416"/>
                <a:gd name="T35" fmla="*/ 3504 w 3504"/>
                <a:gd name="T36" fmla="*/ 416 h 4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4" h="416">
                  <a:moveTo>
                    <a:pt x="0" y="368"/>
                  </a:moveTo>
                  <a:cubicBezTo>
                    <a:pt x="56" y="308"/>
                    <a:pt x="112" y="248"/>
                    <a:pt x="192" y="224"/>
                  </a:cubicBezTo>
                  <a:cubicBezTo>
                    <a:pt x="272" y="200"/>
                    <a:pt x="384" y="200"/>
                    <a:pt x="480" y="224"/>
                  </a:cubicBezTo>
                  <a:cubicBezTo>
                    <a:pt x="576" y="248"/>
                    <a:pt x="672" y="336"/>
                    <a:pt x="768" y="368"/>
                  </a:cubicBezTo>
                  <a:cubicBezTo>
                    <a:pt x="864" y="400"/>
                    <a:pt x="944" y="416"/>
                    <a:pt x="1056" y="416"/>
                  </a:cubicBezTo>
                  <a:cubicBezTo>
                    <a:pt x="1168" y="416"/>
                    <a:pt x="1304" y="400"/>
                    <a:pt x="1440" y="368"/>
                  </a:cubicBezTo>
                  <a:cubicBezTo>
                    <a:pt x="1576" y="336"/>
                    <a:pt x="1712" y="280"/>
                    <a:pt x="1872" y="224"/>
                  </a:cubicBezTo>
                  <a:cubicBezTo>
                    <a:pt x="2032" y="168"/>
                    <a:pt x="2224" y="64"/>
                    <a:pt x="2400" y="32"/>
                  </a:cubicBezTo>
                  <a:cubicBezTo>
                    <a:pt x="2576" y="0"/>
                    <a:pt x="2792" y="16"/>
                    <a:pt x="2928" y="32"/>
                  </a:cubicBezTo>
                  <a:cubicBezTo>
                    <a:pt x="3064" y="48"/>
                    <a:pt x="3120" y="112"/>
                    <a:pt x="3216" y="128"/>
                  </a:cubicBezTo>
                  <a:cubicBezTo>
                    <a:pt x="3312" y="144"/>
                    <a:pt x="3408" y="136"/>
                    <a:pt x="3504" y="128"/>
                  </a:cubicBezTo>
                </a:path>
              </a:pathLst>
            </a:custGeom>
            <a:noFill/>
            <a:ln w="254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 name="Text Box 72"/>
            <p:cNvSpPr txBox="1">
              <a:spLocks noChangeArrowheads="1"/>
            </p:cNvSpPr>
            <p:nvPr/>
          </p:nvSpPr>
          <p:spPr bwMode="auto">
            <a:xfrm>
              <a:off x="1663700" y="5257800"/>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0</a:t>
              </a:r>
            </a:p>
          </p:txBody>
        </p:sp>
        <p:sp>
          <p:nvSpPr>
            <p:cNvPr id="18" name="Text Box 76"/>
            <p:cNvSpPr txBox="1">
              <a:spLocks noChangeArrowheads="1"/>
            </p:cNvSpPr>
            <p:nvPr/>
          </p:nvSpPr>
          <p:spPr bwMode="auto">
            <a:xfrm>
              <a:off x="3817938" y="5257800"/>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3</a:t>
              </a:r>
            </a:p>
          </p:txBody>
        </p:sp>
        <p:sp>
          <p:nvSpPr>
            <p:cNvPr id="19" name="Text Box 78"/>
            <p:cNvSpPr txBox="1">
              <a:spLocks noChangeArrowheads="1"/>
            </p:cNvSpPr>
            <p:nvPr/>
          </p:nvSpPr>
          <p:spPr bwMode="auto">
            <a:xfrm>
              <a:off x="6197600" y="5262563"/>
              <a:ext cx="35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5</a:t>
              </a:r>
            </a:p>
          </p:txBody>
        </p:sp>
        <p:sp>
          <p:nvSpPr>
            <p:cNvPr id="20" name="Text Box 79"/>
            <p:cNvSpPr txBox="1">
              <a:spLocks noChangeArrowheads="1"/>
            </p:cNvSpPr>
            <p:nvPr/>
          </p:nvSpPr>
          <p:spPr bwMode="auto">
            <a:xfrm>
              <a:off x="7410450" y="5262563"/>
              <a:ext cx="35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7</a:t>
              </a:r>
            </a:p>
          </p:txBody>
        </p:sp>
        <p:sp>
          <p:nvSpPr>
            <p:cNvPr id="21" name="Line 39"/>
            <p:cNvSpPr>
              <a:spLocks noChangeShapeType="1"/>
            </p:cNvSpPr>
            <p:nvPr/>
          </p:nvSpPr>
          <p:spPr bwMode="auto">
            <a:xfrm flipV="1">
              <a:off x="4714875" y="4214813"/>
              <a:ext cx="0" cy="1008062"/>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9"/>
            <p:cNvSpPr>
              <a:spLocks noChangeShapeType="1"/>
            </p:cNvSpPr>
            <p:nvPr/>
          </p:nvSpPr>
          <p:spPr bwMode="auto">
            <a:xfrm flipV="1">
              <a:off x="7215188" y="4000500"/>
              <a:ext cx="0" cy="1293813"/>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9"/>
            <p:cNvSpPr>
              <a:spLocks noChangeShapeType="1"/>
            </p:cNvSpPr>
            <p:nvPr/>
          </p:nvSpPr>
          <p:spPr bwMode="auto">
            <a:xfrm flipV="1">
              <a:off x="3429000" y="4500563"/>
              <a:ext cx="0" cy="785812"/>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72"/>
            <p:cNvSpPr txBox="1">
              <a:spLocks noChangeArrowheads="1"/>
            </p:cNvSpPr>
            <p:nvPr/>
          </p:nvSpPr>
          <p:spPr bwMode="auto">
            <a:xfrm>
              <a:off x="2470150" y="5257800"/>
              <a:ext cx="357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1</a:t>
              </a:r>
            </a:p>
          </p:txBody>
        </p:sp>
        <p:sp>
          <p:nvSpPr>
            <p:cNvPr id="25" name="Text Box 72"/>
            <p:cNvSpPr txBox="1">
              <a:spLocks noChangeArrowheads="1"/>
            </p:cNvSpPr>
            <p:nvPr/>
          </p:nvSpPr>
          <p:spPr bwMode="auto">
            <a:xfrm>
              <a:off x="4541838" y="5256213"/>
              <a:ext cx="35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4</a:t>
              </a:r>
            </a:p>
          </p:txBody>
        </p:sp>
        <p:sp>
          <p:nvSpPr>
            <p:cNvPr id="26" name="Text Box 72"/>
            <p:cNvSpPr txBox="1">
              <a:spLocks noChangeArrowheads="1"/>
            </p:cNvSpPr>
            <p:nvPr/>
          </p:nvSpPr>
          <p:spPr bwMode="auto">
            <a:xfrm>
              <a:off x="7042150" y="5256213"/>
              <a:ext cx="35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6</a:t>
              </a:r>
            </a:p>
          </p:txBody>
        </p:sp>
        <p:sp>
          <p:nvSpPr>
            <p:cNvPr id="27" name="Text Box 72"/>
            <p:cNvSpPr txBox="1">
              <a:spLocks noChangeArrowheads="1"/>
            </p:cNvSpPr>
            <p:nvPr/>
          </p:nvSpPr>
          <p:spPr bwMode="auto">
            <a:xfrm>
              <a:off x="3255963" y="5257800"/>
              <a:ext cx="357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0"/>
                </a:spcBef>
                <a:buFontTx/>
                <a:buNone/>
              </a:pPr>
              <a:r>
                <a:rPr lang="en-US" altLang="zh-CN" sz="1800" b="1" i="1">
                  <a:solidFill>
                    <a:schemeClr val="bg1"/>
                  </a:solidFill>
                  <a:cs typeface="Times New Roman" pitchFamily="18" charset="0"/>
                </a:rPr>
                <a:t>x</a:t>
              </a:r>
              <a:r>
                <a:rPr lang="en-US" altLang="zh-CN" sz="900" b="1" i="1">
                  <a:solidFill>
                    <a:schemeClr val="bg1"/>
                  </a:solidFill>
                  <a:cs typeface="Times New Roman" pitchFamily="18" charset="0"/>
                </a:rPr>
                <a:t>2</a:t>
              </a:r>
            </a:p>
          </p:txBody>
        </p:sp>
        <p:sp>
          <p:nvSpPr>
            <p:cNvPr id="28" name="云形标注 30"/>
            <p:cNvSpPr>
              <a:spLocks noChangeArrowheads="1"/>
            </p:cNvSpPr>
            <p:nvPr/>
          </p:nvSpPr>
          <p:spPr bwMode="auto">
            <a:xfrm>
              <a:off x="1071563" y="3513138"/>
              <a:ext cx="1000125" cy="642937"/>
            </a:xfrm>
            <a:prstGeom prst="cloudCallout">
              <a:avLst>
                <a:gd name="adj1" fmla="val -20833"/>
                <a:gd name="adj2" fmla="val 62500"/>
              </a:avLst>
            </a:prstGeom>
            <a:solidFill>
              <a:srgbClr val="FFFFFF"/>
            </a:solidFill>
            <a:ln w="28575" algn="ctr">
              <a:solidFill>
                <a:schemeClr val="bg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000" b="1" i="1">
                  <a:latin typeface="Arial" charset="0"/>
                </a:rPr>
                <a:t>f(x)</a:t>
              </a:r>
            </a:p>
          </p:txBody>
        </p:sp>
        <p:sp>
          <p:nvSpPr>
            <p:cNvPr id="29" name="云形标注 31"/>
            <p:cNvSpPr>
              <a:spLocks noChangeArrowheads="1"/>
            </p:cNvSpPr>
            <p:nvPr/>
          </p:nvSpPr>
          <p:spPr bwMode="auto">
            <a:xfrm>
              <a:off x="2857500" y="3643313"/>
              <a:ext cx="1000125" cy="642937"/>
            </a:xfrm>
            <a:prstGeom prst="cloudCallout">
              <a:avLst>
                <a:gd name="adj1" fmla="val -20833"/>
                <a:gd name="adj2" fmla="val 62500"/>
              </a:avLst>
            </a:prstGeom>
            <a:solidFill>
              <a:srgbClr val="FFFFFF"/>
            </a:solidFill>
            <a:ln w="28575" algn="ctr">
              <a:solidFill>
                <a:schemeClr val="bg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000" b="1" i="1">
                  <a:latin typeface="Arial" charset="0"/>
                </a:rPr>
                <a:t>p(x)</a:t>
              </a:r>
            </a:p>
          </p:txBody>
        </p:sp>
      </p:grpSp>
    </p:spTree>
    <p:extLst>
      <p:ext uri="{BB962C8B-B14F-4D97-AF65-F5344CB8AC3E}">
        <p14:creationId xmlns:p14="http://schemas.microsoft.com/office/powerpoint/2010/main" val="4115677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34</a:t>
            </a:fld>
            <a:endParaRPr lang="en-US" altLang="zh-CN"/>
          </a:p>
        </p:txBody>
      </p:sp>
      <p:sp>
        <p:nvSpPr>
          <p:cNvPr id="3" name="灯片编号占位符 5"/>
          <p:cNvSpPr txBox="1">
            <a:spLocks/>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buChar char="•"/>
              <a:defRPr kumimoji="1" sz="3200" kern="1200">
                <a:solidFill>
                  <a:schemeClr val="tx1"/>
                </a:solidFill>
                <a:latin typeface="Times New Roman" pitchFamily="18" charset="0"/>
                <a:ea typeface="宋体"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itchFamily="18" charset="0"/>
                <a:ea typeface="宋体"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itchFamily="18" charset="0"/>
                <a:ea typeface="宋体"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itchFamily="18" charset="0"/>
                <a:ea typeface="宋体"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9pPr>
          </a:lstStyle>
          <a:p>
            <a:pPr eaLnBrk="1" hangingPunct="1">
              <a:spcBef>
                <a:spcPct val="0"/>
              </a:spcBef>
              <a:buFontTx/>
              <a:buNone/>
            </a:pPr>
            <a:fld id="{C3E84646-4446-44DB-A797-4C0E0E554FBD}" type="slidenum">
              <a:rPr lang="en-US" altLang="zh-CN" sz="1400" smtClean="0"/>
              <a:pPr eaLnBrk="1" hangingPunct="1">
                <a:spcBef>
                  <a:spcPct val="0"/>
                </a:spcBef>
                <a:buFontTx/>
                <a:buNone/>
              </a:pPr>
              <a:t>34</a:t>
            </a:fld>
            <a:endParaRPr lang="en-US" altLang="zh-CN" sz="1400"/>
          </a:p>
        </p:txBody>
      </p:sp>
      <p:sp>
        <p:nvSpPr>
          <p:cNvPr id="4" name="Rectangle 3"/>
          <p:cNvSpPr txBox="1">
            <a:spLocks noChangeArrowheads="1"/>
          </p:cNvSpPr>
          <p:nvPr/>
        </p:nvSpPr>
        <p:spPr>
          <a:xfrm>
            <a:off x="228600" y="152400"/>
            <a:ext cx="8763000" cy="4716760"/>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90000"/>
              </a:lnSpc>
              <a:buFontTx/>
              <a:buNone/>
            </a:pPr>
            <a:r>
              <a:rPr lang="en-US" altLang="zh-CN" b="1" kern="0" dirty="0">
                <a:solidFill>
                  <a:schemeClr val="bg1"/>
                </a:solidFill>
                <a:latin typeface="宋体" charset="-122"/>
              </a:rPr>
              <a:t>1.1 </a:t>
            </a:r>
            <a:r>
              <a:rPr lang="zh-CN" altLang="en-US" b="1" u="sng" kern="0" dirty="0">
                <a:solidFill>
                  <a:schemeClr val="bg1"/>
                </a:solidFill>
                <a:latin typeface="宋体" charset="-122"/>
              </a:rPr>
              <a:t>一致逼近</a:t>
            </a:r>
            <a:r>
              <a:rPr lang="zh-CN" altLang="en-US" b="1" kern="0" dirty="0">
                <a:solidFill>
                  <a:schemeClr val="bg1"/>
                </a:solidFill>
                <a:latin typeface="宋体" charset="-122"/>
              </a:rPr>
              <a:t>或均匀逼近</a:t>
            </a:r>
            <a:endParaRPr lang="zh-CN" altLang="en-US" kern="0" dirty="0">
              <a:solidFill>
                <a:schemeClr val="bg1"/>
              </a:solidFill>
            </a:endParaRPr>
          </a:p>
          <a:p>
            <a:pPr eaLnBrk="1" hangingPunct="1">
              <a:lnSpc>
                <a:spcPct val="90000"/>
              </a:lnSpc>
              <a:buFontTx/>
              <a:buNone/>
            </a:pPr>
            <a:endParaRPr lang="zh-CN" altLang="en-US" kern="0" dirty="0">
              <a:solidFill>
                <a:schemeClr val="bg1"/>
              </a:solidFill>
            </a:endParaRPr>
          </a:p>
          <a:p>
            <a:pPr eaLnBrk="1" hangingPunct="1">
              <a:lnSpc>
                <a:spcPct val="90000"/>
              </a:lnSpc>
              <a:buFontTx/>
              <a:buNone/>
            </a:pPr>
            <a:r>
              <a:rPr lang="zh-CN" altLang="en-US" b="1" kern="0" dirty="0">
                <a:solidFill>
                  <a:schemeClr val="bg1"/>
                </a:solidFill>
                <a:latin typeface="宋体" charset="-122"/>
              </a:rPr>
              <a:t> </a:t>
            </a:r>
            <a:endParaRPr lang="zh-CN" altLang="en-US" kern="0" dirty="0">
              <a:solidFill>
                <a:schemeClr val="bg1"/>
              </a:solidFill>
            </a:endParaRPr>
          </a:p>
          <a:p>
            <a:pPr eaLnBrk="1" hangingPunct="1">
              <a:lnSpc>
                <a:spcPct val="90000"/>
              </a:lnSpc>
              <a:buFontTx/>
              <a:buNone/>
            </a:pPr>
            <a:endParaRPr lang="zh-CN" altLang="en-US" kern="0" dirty="0">
              <a:solidFill>
                <a:schemeClr val="bg1"/>
              </a:solidFill>
            </a:endParaRPr>
          </a:p>
          <a:p>
            <a:pPr eaLnBrk="1" hangingPunct="1">
              <a:lnSpc>
                <a:spcPct val="90000"/>
              </a:lnSpc>
              <a:buFontTx/>
              <a:buNone/>
            </a:pPr>
            <a:r>
              <a:rPr lang="en-US" altLang="zh-CN" b="1" kern="0" dirty="0">
                <a:solidFill>
                  <a:schemeClr val="bg1"/>
                </a:solidFill>
                <a:latin typeface="宋体" charset="-122"/>
              </a:rPr>
              <a:t>1.2 </a:t>
            </a:r>
            <a:r>
              <a:rPr lang="zh-CN" altLang="en-US" b="1" kern="0" dirty="0">
                <a:solidFill>
                  <a:schemeClr val="bg1"/>
                </a:solidFill>
                <a:latin typeface="宋体" charset="-122"/>
              </a:rPr>
              <a:t>均方逼近或</a:t>
            </a:r>
            <a:r>
              <a:rPr lang="zh-CN" altLang="en-US" b="1" u="sng" kern="0" dirty="0">
                <a:solidFill>
                  <a:schemeClr val="bg1"/>
                </a:solidFill>
                <a:latin typeface="宋体" charset="-122"/>
              </a:rPr>
              <a:t>平方逼近</a:t>
            </a:r>
            <a:r>
              <a:rPr lang="zh-CN" altLang="en-US" b="1" kern="0" dirty="0">
                <a:solidFill>
                  <a:schemeClr val="bg1"/>
                </a:solidFill>
                <a:latin typeface="宋体" charset="-122"/>
              </a:rPr>
              <a:t>。</a:t>
            </a:r>
            <a:endParaRPr lang="zh-CN" altLang="en-US" kern="0" dirty="0">
              <a:solidFill>
                <a:schemeClr val="bg1"/>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523128658"/>
              </p:ext>
            </p:extLst>
          </p:nvPr>
        </p:nvGraphicFramePr>
        <p:xfrm>
          <a:off x="1828800" y="908720"/>
          <a:ext cx="5562600" cy="744538"/>
        </p:xfrm>
        <a:graphic>
          <a:graphicData uri="http://schemas.openxmlformats.org/presentationml/2006/ole">
            <mc:AlternateContent xmlns:mc="http://schemas.openxmlformats.org/markup-compatibility/2006">
              <mc:Choice xmlns:v="urn:schemas-microsoft-com:vml" Requires="v">
                <p:oleObj name="Equation" r:id="rId2" imgW="2184400" imgH="292100" progId="Equation.DSMT4">
                  <p:embed/>
                </p:oleObj>
              </mc:Choice>
              <mc:Fallback>
                <p:oleObj name="Equation" r:id="rId2" imgW="2184400" imgH="2921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908720"/>
                        <a:ext cx="55626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714830585"/>
              </p:ext>
            </p:extLst>
          </p:nvPr>
        </p:nvGraphicFramePr>
        <p:xfrm>
          <a:off x="1686711" y="3140968"/>
          <a:ext cx="5791200" cy="915988"/>
        </p:xfrm>
        <a:graphic>
          <a:graphicData uri="http://schemas.openxmlformats.org/presentationml/2006/ole">
            <mc:AlternateContent xmlns:mc="http://schemas.openxmlformats.org/markup-compatibility/2006">
              <mc:Choice xmlns:v="urn:schemas-microsoft-com:vml" Requires="v">
                <p:oleObj name="Equation" r:id="rId4" imgW="2489200" imgH="393700" progId="Equation.DSMT4">
                  <p:embed/>
                </p:oleObj>
              </mc:Choice>
              <mc:Fallback>
                <p:oleObj name="Equation" r:id="rId4" imgW="2489200" imgH="393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711" y="3140968"/>
                        <a:ext cx="579120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55744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DE474282-8B83-4C06-A1B8-A392196CACA2}" type="slidenum">
              <a:rPr lang="en-US" altLang="zh-CN" sz="1400"/>
              <a:pPr eaLnBrk="1" hangingPunct="1"/>
              <a:t>35</a:t>
            </a:fld>
            <a:endParaRPr lang="en-US" altLang="zh-CN" sz="1400"/>
          </a:p>
        </p:txBody>
      </p:sp>
      <p:sp>
        <p:nvSpPr>
          <p:cNvPr id="23555" name="Rectangle 2"/>
          <p:cNvSpPr>
            <a:spLocks noChangeArrowheads="1"/>
          </p:cNvSpPr>
          <p:nvPr/>
        </p:nvSpPr>
        <p:spPr bwMode="auto">
          <a:xfrm>
            <a:off x="0" y="936625"/>
            <a:ext cx="8459788"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FontTx/>
              <a:buNone/>
            </a:pPr>
            <a:r>
              <a:rPr kumimoji="0" lang="en-US" altLang="zh-CN" sz="2800" b="1" dirty="0">
                <a:solidFill>
                  <a:srgbClr val="FFFF00"/>
                </a:solidFill>
              </a:rPr>
              <a:t>2. 1</a:t>
            </a:r>
            <a:r>
              <a:rPr kumimoji="0" lang="zh-CN" altLang="en-US" sz="2800" b="1" dirty="0">
                <a:solidFill>
                  <a:srgbClr val="FFFF00"/>
                </a:solidFill>
              </a:rPr>
              <a:t>、最佳平方逼近的定义</a:t>
            </a:r>
          </a:p>
        </p:txBody>
      </p:sp>
      <p:sp>
        <p:nvSpPr>
          <p:cNvPr id="23556" name="Text Box 3"/>
          <p:cNvSpPr txBox="1">
            <a:spLocks noChangeArrowheads="1"/>
          </p:cNvSpPr>
          <p:nvPr/>
        </p:nvSpPr>
        <p:spPr bwMode="auto">
          <a:xfrm>
            <a:off x="188913" y="188913"/>
            <a:ext cx="6327775"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3600" b="1" dirty="0">
                <a:solidFill>
                  <a:srgbClr val="FFFF00"/>
                </a:solidFill>
                <a:latin typeface="Arial" charset="0"/>
              </a:rPr>
              <a:t>2.  </a:t>
            </a:r>
            <a:r>
              <a:rPr kumimoji="0" lang="zh-CN" altLang="en-US" sz="3600" b="1" dirty="0">
                <a:solidFill>
                  <a:srgbClr val="FFFF00"/>
                </a:solidFill>
                <a:latin typeface="Arial" charset="0"/>
              </a:rPr>
              <a:t>函数最佳平方逼近</a:t>
            </a:r>
          </a:p>
        </p:txBody>
      </p:sp>
      <p:graphicFrame>
        <p:nvGraphicFramePr>
          <p:cNvPr id="23557" name="Object 4"/>
          <p:cNvGraphicFramePr>
            <a:graphicFrameLocks noChangeAspect="1"/>
          </p:cNvGraphicFramePr>
          <p:nvPr/>
        </p:nvGraphicFramePr>
        <p:xfrm>
          <a:off x="147638" y="1555750"/>
          <a:ext cx="8724900" cy="3238500"/>
        </p:xfrm>
        <a:graphic>
          <a:graphicData uri="http://schemas.openxmlformats.org/presentationml/2006/ole">
            <mc:AlternateContent xmlns:mc="http://schemas.openxmlformats.org/markup-compatibility/2006">
              <mc:Choice xmlns:v="urn:schemas-microsoft-com:vml" Requires="v">
                <p:oleObj name="Equation" r:id="rId2" imgW="3867173" imgH="1419311" progId="Equation.DSMT4">
                  <p:embed/>
                </p:oleObj>
              </mc:Choice>
              <mc:Fallback>
                <p:oleObj name="Equation" r:id="rId2" imgW="3867173" imgH="1419311"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8" y="1555750"/>
                        <a:ext cx="87249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 name="TextBox 2"/>
              <p:cNvSpPr txBox="1"/>
              <p:nvPr/>
            </p:nvSpPr>
            <p:spPr>
              <a:xfrm>
                <a:off x="971600" y="5157192"/>
                <a:ext cx="68564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bg1"/>
                          </a:solidFill>
                          <a:latin typeface="Cambria Math"/>
                        </a:rPr>
                        <m:t>𝑆</m:t>
                      </m:r>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a:rPr>
                            <m:t>𝑥</m:t>
                          </m:r>
                        </m:e>
                      </m:d>
                      <m:r>
                        <a:rPr lang="en-US" altLang="zh-CN" sz="2800" i="1" smtClean="0">
                          <a:solidFill>
                            <a:schemeClr val="bg1"/>
                          </a:solidFill>
                          <a:latin typeface="Cambria Math"/>
                        </a:rPr>
                        <m:t>=</m:t>
                      </m:r>
                      <m:sSub>
                        <m:sSubPr>
                          <m:ctrlPr>
                            <a:rPr lang="en-US" altLang="zh-CN" sz="280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𝑎</m:t>
                          </m:r>
                        </m:e>
                        <m:sub>
                          <m:r>
                            <a:rPr lang="en-US" altLang="zh-CN" sz="2800" b="0" i="1" smtClean="0">
                              <a:solidFill>
                                <a:schemeClr val="bg1"/>
                              </a:solidFill>
                              <a:latin typeface="Cambria Math"/>
                            </a:rPr>
                            <m:t>0</m:t>
                          </m:r>
                        </m:sub>
                      </m:sSub>
                      <m:sSub>
                        <m:sSubPr>
                          <m:ctrlPr>
                            <a:rPr lang="en-US" altLang="zh-CN" sz="2800" i="1" smtClean="0">
                              <a:solidFill>
                                <a:schemeClr val="bg1"/>
                              </a:solidFill>
                              <a:latin typeface="Cambria Math" panose="02040503050406030204" pitchFamily="18" charset="0"/>
                            </a:rPr>
                          </m:ctrlPr>
                        </m:sSubPr>
                        <m:e>
                          <m:r>
                            <a:rPr lang="zh-CN" altLang="en-US" sz="2800" i="1" smtClean="0">
                              <a:solidFill>
                                <a:schemeClr val="bg1"/>
                              </a:solidFill>
                              <a:latin typeface="Cambria Math"/>
                            </a:rPr>
                            <m:t>𝜑</m:t>
                          </m:r>
                        </m:e>
                        <m:sub>
                          <m:r>
                            <a:rPr lang="en-US" altLang="zh-CN" sz="2800" b="0" i="1" smtClean="0">
                              <a:solidFill>
                                <a:schemeClr val="bg1"/>
                              </a:solidFill>
                              <a:latin typeface="Cambria Math"/>
                            </a:rPr>
                            <m:t>0</m:t>
                          </m:r>
                        </m:sub>
                      </m:sSub>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a:rPr>
                            <m:t>𝑥</m:t>
                          </m:r>
                        </m:e>
                      </m:d>
                      <m:r>
                        <a:rPr lang="en-US" altLang="zh-CN" sz="2800" b="0" i="1" smtClean="0">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i="1">
                              <a:solidFill>
                                <a:schemeClr val="bg1"/>
                              </a:solidFill>
                              <a:latin typeface="Cambria Math"/>
                            </a:rPr>
                            <m:t>𝑎</m:t>
                          </m:r>
                        </m:e>
                        <m:sub>
                          <m:r>
                            <a:rPr lang="en-US" altLang="zh-CN" sz="2800" b="0" i="1" smtClean="0">
                              <a:solidFill>
                                <a:schemeClr val="bg1"/>
                              </a:solidFill>
                              <a:latin typeface="Cambria Math"/>
                            </a:rPr>
                            <m:t>1</m:t>
                          </m:r>
                        </m:sub>
                      </m:sSub>
                      <m:sSub>
                        <m:sSubPr>
                          <m:ctrlPr>
                            <a:rPr lang="en-US" altLang="zh-CN" sz="2800" i="1">
                              <a:solidFill>
                                <a:schemeClr val="bg1"/>
                              </a:solidFill>
                              <a:latin typeface="Cambria Math" panose="02040503050406030204" pitchFamily="18" charset="0"/>
                            </a:rPr>
                          </m:ctrlPr>
                        </m:sSubPr>
                        <m:e>
                          <m:r>
                            <a:rPr lang="zh-CN" altLang="en-US" sz="2800" i="1">
                              <a:solidFill>
                                <a:schemeClr val="bg1"/>
                              </a:solidFill>
                              <a:latin typeface="Cambria Math"/>
                            </a:rPr>
                            <m:t>𝜑</m:t>
                          </m:r>
                        </m:e>
                        <m:sub>
                          <m:r>
                            <a:rPr lang="en-US" altLang="zh-CN" sz="2800" b="0" i="1" smtClean="0">
                              <a:solidFill>
                                <a:schemeClr val="bg1"/>
                              </a:solidFill>
                              <a:latin typeface="Cambria Math"/>
                            </a:rPr>
                            <m:t>1</m:t>
                          </m:r>
                        </m:sub>
                      </m:sSub>
                      <m:d>
                        <m:dPr>
                          <m:ctrlPr>
                            <a:rPr lang="en-US" altLang="zh-CN" sz="2800" i="1">
                              <a:solidFill>
                                <a:schemeClr val="bg1"/>
                              </a:solidFill>
                              <a:latin typeface="Cambria Math" panose="02040503050406030204" pitchFamily="18" charset="0"/>
                            </a:rPr>
                          </m:ctrlPr>
                        </m:dPr>
                        <m:e>
                          <m:r>
                            <a:rPr lang="en-US" altLang="zh-CN" sz="2800" i="1">
                              <a:solidFill>
                                <a:schemeClr val="bg1"/>
                              </a:solidFill>
                              <a:latin typeface="Cambria Math"/>
                            </a:rPr>
                            <m:t>𝑥</m:t>
                          </m:r>
                        </m:e>
                      </m:d>
                      <m:r>
                        <a:rPr lang="en-US" altLang="zh-CN" sz="2800" b="0" i="1" smtClean="0">
                          <a:solidFill>
                            <a:schemeClr val="bg1"/>
                          </a:solidFill>
                          <a:latin typeface="Cambria Math"/>
                        </a:rPr>
                        <m:t>+…+</m:t>
                      </m:r>
                      <m:sSub>
                        <m:sSubPr>
                          <m:ctrlPr>
                            <a:rPr lang="en-US" altLang="zh-CN" sz="2800" i="1">
                              <a:solidFill>
                                <a:schemeClr val="bg1"/>
                              </a:solidFill>
                              <a:latin typeface="Cambria Math" panose="02040503050406030204" pitchFamily="18" charset="0"/>
                            </a:rPr>
                          </m:ctrlPr>
                        </m:sSubPr>
                        <m:e>
                          <m:r>
                            <a:rPr lang="en-US" altLang="zh-CN" sz="2800" i="1">
                              <a:solidFill>
                                <a:schemeClr val="bg1"/>
                              </a:solidFill>
                              <a:latin typeface="Cambria Math"/>
                            </a:rPr>
                            <m:t>𝑎</m:t>
                          </m:r>
                        </m:e>
                        <m:sub>
                          <m:r>
                            <a:rPr lang="en-US" altLang="zh-CN" sz="2800" b="0" i="1" smtClean="0">
                              <a:solidFill>
                                <a:schemeClr val="bg1"/>
                              </a:solidFill>
                              <a:latin typeface="Cambria Math"/>
                            </a:rPr>
                            <m:t>𝑛</m:t>
                          </m:r>
                        </m:sub>
                      </m:sSub>
                      <m:sSub>
                        <m:sSubPr>
                          <m:ctrlPr>
                            <a:rPr lang="en-US" altLang="zh-CN" sz="2800" i="1">
                              <a:solidFill>
                                <a:schemeClr val="bg1"/>
                              </a:solidFill>
                              <a:latin typeface="Cambria Math" panose="02040503050406030204" pitchFamily="18" charset="0"/>
                            </a:rPr>
                          </m:ctrlPr>
                        </m:sSubPr>
                        <m:e>
                          <m:r>
                            <a:rPr lang="zh-CN" altLang="en-US" sz="2800" i="1">
                              <a:solidFill>
                                <a:schemeClr val="bg1"/>
                              </a:solidFill>
                              <a:latin typeface="Cambria Math"/>
                            </a:rPr>
                            <m:t>𝜑</m:t>
                          </m:r>
                        </m:e>
                        <m:sub>
                          <m:r>
                            <a:rPr lang="en-US" altLang="zh-CN" sz="2800" b="0" i="1" smtClean="0">
                              <a:solidFill>
                                <a:schemeClr val="bg1"/>
                              </a:solidFill>
                              <a:latin typeface="Cambria Math"/>
                            </a:rPr>
                            <m:t>𝑛</m:t>
                          </m:r>
                        </m:sub>
                      </m:sSub>
                      <m:d>
                        <m:dPr>
                          <m:ctrlPr>
                            <a:rPr lang="en-US" altLang="zh-CN" sz="2800" i="1">
                              <a:solidFill>
                                <a:schemeClr val="bg1"/>
                              </a:solidFill>
                              <a:latin typeface="Cambria Math" panose="02040503050406030204" pitchFamily="18" charset="0"/>
                            </a:rPr>
                          </m:ctrlPr>
                        </m:dPr>
                        <m:e>
                          <m:r>
                            <a:rPr lang="en-US" altLang="zh-CN" sz="2800" i="1">
                              <a:solidFill>
                                <a:schemeClr val="bg1"/>
                              </a:solidFill>
                              <a:latin typeface="Cambria Math"/>
                            </a:rPr>
                            <m:t>𝑥</m:t>
                          </m:r>
                        </m:e>
                      </m:d>
                    </m:oMath>
                  </m:oMathPara>
                </a14:m>
                <a:endParaRPr lang="zh-CN" altLang="en-US" sz="28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71600" y="5157192"/>
                <a:ext cx="6856429" cy="52322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xfrm>
            <a:off x="6553200" y="6356176"/>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B6F2B9D-8816-46E4-B136-29B09D8D4660}" type="slidenum">
              <a:rPr lang="en-US" altLang="zh-CN" sz="1400"/>
              <a:pPr eaLnBrk="1" hangingPunct="1"/>
              <a:t>36</a:t>
            </a:fld>
            <a:endParaRPr lang="en-US" altLang="zh-CN" sz="1400"/>
          </a:p>
        </p:txBody>
      </p:sp>
      <p:sp>
        <p:nvSpPr>
          <p:cNvPr id="24579" name="Rectangle 3"/>
          <p:cNvSpPr>
            <a:spLocks noGrp="1" noChangeArrowheads="1"/>
          </p:cNvSpPr>
          <p:nvPr>
            <p:ph type="body" idx="1"/>
          </p:nvPr>
        </p:nvSpPr>
        <p:spPr>
          <a:xfrm>
            <a:off x="152400" y="476672"/>
            <a:ext cx="8956104" cy="2664147"/>
          </a:xfrm>
        </p:spPr>
        <p:txBody>
          <a:bodyPr/>
          <a:lstStyle/>
          <a:p>
            <a:pPr>
              <a:buFontTx/>
              <a:buNone/>
            </a:pPr>
            <a:endParaRPr lang="en-US" altLang="zh-CN" dirty="0"/>
          </a:p>
          <a:p>
            <a:pPr>
              <a:buFontTx/>
              <a:buNone/>
            </a:pPr>
            <a:endParaRPr lang="en-US" altLang="zh-CN" dirty="0"/>
          </a:p>
          <a:p>
            <a:pPr>
              <a:buFontTx/>
              <a:buNone/>
            </a:pPr>
            <a:endParaRPr lang="en-US" altLang="zh-CN" dirty="0"/>
          </a:p>
          <a:p>
            <a:pPr>
              <a:buFontTx/>
              <a:buNone/>
            </a:pPr>
            <a:endParaRPr lang="en-US" altLang="zh-CN" dirty="0">
              <a:solidFill>
                <a:schemeClr val="bg1"/>
              </a:solidFill>
            </a:endParaRPr>
          </a:p>
          <a:p>
            <a:pPr algn="just">
              <a:buFontTx/>
              <a:buNone/>
            </a:pPr>
            <a:endParaRPr lang="en-US" altLang="zh-CN" b="1" dirty="0">
              <a:solidFill>
                <a:schemeClr val="bg1"/>
              </a:solidFill>
            </a:endParaRPr>
          </a:p>
          <a:p>
            <a:pPr algn="just">
              <a:buFontTx/>
              <a:buNone/>
            </a:pPr>
            <a:r>
              <a:rPr lang="en-US" altLang="zh-CN" b="1" dirty="0">
                <a:solidFill>
                  <a:schemeClr val="bg1"/>
                </a:solidFill>
              </a:rPr>
              <a:t>    </a:t>
            </a:r>
            <a:r>
              <a:rPr lang="zh-CN" altLang="en-US" b="1" dirty="0">
                <a:solidFill>
                  <a:schemeClr val="bg1"/>
                </a:solidFill>
              </a:rPr>
              <a:t>这是关于                       的线性方程组，称为法</a:t>
            </a:r>
          </a:p>
          <a:p>
            <a:pPr algn="just">
              <a:buFontTx/>
              <a:buNone/>
            </a:pPr>
            <a:r>
              <a:rPr lang="zh-CN" altLang="en-US" b="1" dirty="0">
                <a:solidFill>
                  <a:schemeClr val="bg1"/>
                </a:solidFill>
              </a:rPr>
              <a:t>方程，由于                        线性无关，故系数行列</a:t>
            </a:r>
          </a:p>
          <a:p>
            <a:pPr algn="just">
              <a:buFontTx/>
              <a:buNone/>
            </a:pPr>
            <a:r>
              <a:rPr lang="zh-CN" altLang="en-US" b="1" dirty="0">
                <a:solidFill>
                  <a:schemeClr val="bg1"/>
                </a:solidFill>
              </a:rPr>
              <a:t>式                                        ，于是此方程组有唯一</a:t>
            </a:r>
          </a:p>
          <a:p>
            <a:pPr algn="just">
              <a:buFontTx/>
              <a:buNone/>
            </a:pPr>
            <a:r>
              <a:rPr lang="zh-CN" altLang="en-US" b="1" dirty="0">
                <a:solidFill>
                  <a:schemeClr val="bg1"/>
                </a:solidFill>
              </a:rPr>
              <a:t>解                                        ，从而得到</a:t>
            </a:r>
            <a:endParaRPr lang="zh-CN" altLang="en-US" dirty="0">
              <a:solidFill>
                <a:schemeClr val="bg1"/>
              </a:solidFill>
            </a:endParaRPr>
          </a:p>
          <a:p>
            <a:pPr>
              <a:buFontTx/>
              <a:buNone/>
            </a:pPr>
            <a:endParaRPr lang="zh-CN" altLang="en-US" dirty="0">
              <a:solidFill>
                <a:schemeClr val="bg1"/>
              </a:solidFill>
            </a:endParaRPr>
          </a:p>
          <a:p>
            <a:pPr>
              <a:buFontTx/>
              <a:buNone/>
            </a:pPr>
            <a:endParaRPr lang="en-US" altLang="zh-CN" dirty="0"/>
          </a:p>
        </p:txBody>
      </p:sp>
      <p:graphicFrame>
        <p:nvGraphicFramePr>
          <p:cNvPr id="24580" name="Object 4"/>
          <p:cNvGraphicFramePr>
            <a:graphicFrameLocks noChangeAspect="1"/>
          </p:cNvGraphicFramePr>
          <p:nvPr>
            <p:extLst>
              <p:ext uri="{D42A27DB-BD31-4B8C-83A1-F6EECF244321}">
                <p14:modId xmlns:p14="http://schemas.microsoft.com/office/powerpoint/2010/main" val="3436644267"/>
              </p:ext>
            </p:extLst>
          </p:nvPr>
        </p:nvGraphicFramePr>
        <p:xfrm>
          <a:off x="899592" y="1196752"/>
          <a:ext cx="7086600" cy="2139950"/>
        </p:xfrm>
        <a:graphic>
          <a:graphicData uri="http://schemas.openxmlformats.org/presentationml/2006/ole">
            <mc:AlternateContent xmlns:mc="http://schemas.openxmlformats.org/markup-compatibility/2006">
              <mc:Choice xmlns:v="urn:schemas-microsoft-com:vml" Requires="v">
                <p:oleObj name="Equation" r:id="rId2" imgW="3111500" imgH="939800" progId="Equation.DSMT4">
                  <p:embed/>
                </p:oleObj>
              </mc:Choice>
              <mc:Fallback>
                <p:oleObj name="Equation" r:id="rId2" imgW="3111500" imgH="9398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196752"/>
                        <a:ext cx="7086600" cy="213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1" name="Object 5"/>
          <p:cNvGraphicFramePr>
            <a:graphicFrameLocks noChangeAspect="1"/>
          </p:cNvGraphicFramePr>
          <p:nvPr>
            <p:extLst>
              <p:ext uri="{D42A27DB-BD31-4B8C-83A1-F6EECF244321}">
                <p14:modId xmlns:p14="http://schemas.microsoft.com/office/powerpoint/2010/main" val="697560555"/>
              </p:ext>
            </p:extLst>
          </p:nvPr>
        </p:nvGraphicFramePr>
        <p:xfrm>
          <a:off x="2286000" y="3408189"/>
          <a:ext cx="2057400" cy="638175"/>
        </p:xfrm>
        <a:graphic>
          <a:graphicData uri="http://schemas.openxmlformats.org/presentationml/2006/ole">
            <mc:AlternateContent xmlns:mc="http://schemas.openxmlformats.org/markup-compatibility/2006">
              <mc:Choice xmlns:v="urn:schemas-microsoft-com:vml" Requires="v">
                <p:oleObj name="Equation" r:id="rId4" imgW="736600" imgH="228600" progId="Equation.DSMT4">
                  <p:embed/>
                </p:oleObj>
              </mc:Choice>
              <mc:Fallback>
                <p:oleObj name="Equation" r:id="rId4" imgW="73660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3408189"/>
                        <a:ext cx="2057400" cy="638175"/>
                      </a:xfrm>
                      <a:prstGeom prst="rect">
                        <a:avLst/>
                      </a:prstGeom>
                      <a:noFill/>
                      <a:ln>
                        <a:noFill/>
                      </a:ln>
                      <a:effectLst/>
                    </p:spPr>
                  </p:pic>
                </p:oleObj>
              </mc:Fallback>
            </mc:AlternateContent>
          </a:graphicData>
        </a:graphic>
      </p:graphicFrame>
      <p:graphicFrame>
        <p:nvGraphicFramePr>
          <p:cNvPr id="24582" name="Object 6"/>
          <p:cNvGraphicFramePr>
            <a:graphicFrameLocks noChangeAspect="1"/>
          </p:cNvGraphicFramePr>
          <p:nvPr>
            <p:extLst>
              <p:ext uri="{D42A27DB-BD31-4B8C-83A1-F6EECF244321}">
                <p14:modId xmlns:p14="http://schemas.microsoft.com/office/powerpoint/2010/main" val="4033146982"/>
              </p:ext>
            </p:extLst>
          </p:nvPr>
        </p:nvGraphicFramePr>
        <p:xfrm>
          <a:off x="2438400" y="4040832"/>
          <a:ext cx="2057400" cy="606425"/>
        </p:xfrm>
        <a:graphic>
          <a:graphicData uri="http://schemas.openxmlformats.org/presentationml/2006/ole">
            <mc:AlternateContent xmlns:mc="http://schemas.openxmlformats.org/markup-compatibility/2006">
              <mc:Choice xmlns:v="urn:schemas-microsoft-com:vml" Requires="v">
                <p:oleObj name="Equation" r:id="rId6" imgW="774364" imgH="228501" progId="Equation.DSMT4">
                  <p:embed/>
                </p:oleObj>
              </mc:Choice>
              <mc:Fallback>
                <p:oleObj name="Equation" r:id="rId6" imgW="774364" imgH="228501"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4040832"/>
                        <a:ext cx="2057400" cy="606425"/>
                      </a:xfrm>
                      <a:prstGeom prst="rect">
                        <a:avLst/>
                      </a:prstGeom>
                      <a:noFill/>
                      <a:ln>
                        <a:noFill/>
                      </a:ln>
                      <a:effectLst/>
                    </p:spPr>
                  </p:pic>
                </p:oleObj>
              </mc:Fallback>
            </mc:AlternateContent>
          </a:graphicData>
        </a:graphic>
      </p:graphicFrame>
      <p:graphicFrame>
        <p:nvGraphicFramePr>
          <p:cNvPr id="24583" name="Object 7"/>
          <p:cNvGraphicFramePr>
            <a:graphicFrameLocks noChangeAspect="1"/>
          </p:cNvGraphicFramePr>
          <p:nvPr>
            <p:extLst>
              <p:ext uri="{D42A27DB-BD31-4B8C-83A1-F6EECF244321}">
                <p14:modId xmlns:p14="http://schemas.microsoft.com/office/powerpoint/2010/main" val="1248690762"/>
              </p:ext>
            </p:extLst>
          </p:nvPr>
        </p:nvGraphicFramePr>
        <p:xfrm>
          <a:off x="1295400" y="4627389"/>
          <a:ext cx="2819400" cy="523875"/>
        </p:xfrm>
        <a:graphic>
          <a:graphicData uri="http://schemas.openxmlformats.org/presentationml/2006/ole">
            <mc:AlternateContent xmlns:mc="http://schemas.openxmlformats.org/markup-compatibility/2006">
              <mc:Choice xmlns:v="urn:schemas-microsoft-com:vml" Requires="v">
                <p:oleObj name="Equation" r:id="rId8" imgW="1231366" imgH="228501" progId="Equation.DSMT4">
                  <p:embed/>
                </p:oleObj>
              </mc:Choice>
              <mc:Fallback>
                <p:oleObj name="Equation" r:id="rId8" imgW="1231366" imgH="228501"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5400" y="4627389"/>
                        <a:ext cx="2819400" cy="523875"/>
                      </a:xfrm>
                      <a:prstGeom prst="rect">
                        <a:avLst/>
                      </a:prstGeom>
                      <a:noFill/>
                      <a:ln>
                        <a:noFill/>
                      </a:ln>
                      <a:effectLst/>
                    </p:spPr>
                  </p:pic>
                </p:oleObj>
              </mc:Fallback>
            </mc:AlternateContent>
          </a:graphicData>
        </a:graphic>
      </p:graphicFrame>
      <p:graphicFrame>
        <p:nvGraphicFramePr>
          <p:cNvPr id="24584" name="Object 8"/>
          <p:cNvGraphicFramePr>
            <a:graphicFrameLocks noChangeAspect="1"/>
          </p:cNvGraphicFramePr>
          <p:nvPr>
            <p:extLst>
              <p:ext uri="{D42A27DB-BD31-4B8C-83A1-F6EECF244321}">
                <p14:modId xmlns:p14="http://schemas.microsoft.com/office/powerpoint/2010/main" val="1320610815"/>
              </p:ext>
            </p:extLst>
          </p:nvPr>
        </p:nvGraphicFramePr>
        <p:xfrm>
          <a:off x="914400" y="5160789"/>
          <a:ext cx="3581400" cy="576262"/>
        </p:xfrm>
        <a:graphic>
          <a:graphicData uri="http://schemas.openxmlformats.org/presentationml/2006/ole">
            <mc:AlternateContent xmlns:mc="http://schemas.openxmlformats.org/markup-compatibility/2006">
              <mc:Choice xmlns:v="urn:schemas-microsoft-com:vml" Requires="v">
                <p:oleObj name="Equation" r:id="rId10" imgW="1497950" imgH="241195" progId="Equation.DSMT4">
                  <p:embed/>
                </p:oleObj>
              </mc:Choice>
              <mc:Fallback>
                <p:oleObj name="Equation" r:id="rId10" imgW="1497950" imgH="241195"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5160789"/>
                        <a:ext cx="3581400" cy="576262"/>
                      </a:xfrm>
                      <a:prstGeom prst="rect">
                        <a:avLst/>
                      </a:prstGeom>
                      <a:noFill/>
                      <a:ln>
                        <a:noFill/>
                      </a:ln>
                      <a:effectLst/>
                    </p:spPr>
                  </p:pic>
                </p:oleObj>
              </mc:Fallback>
            </mc:AlternateContent>
          </a:graphicData>
        </a:graphic>
      </p:graphicFrame>
      <p:graphicFrame>
        <p:nvGraphicFramePr>
          <p:cNvPr id="24585" name="Object 9"/>
          <p:cNvGraphicFramePr>
            <a:graphicFrameLocks noChangeAspect="1"/>
          </p:cNvGraphicFramePr>
          <p:nvPr>
            <p:extLst>
              <p:ext uri="{D42A27DB-BD31-4B8C-83A1-F6EECF244321}">
                <p14:modId xmlns:p14="http://schemas.microsoft.com/office/powerpoint/2010/main" val="869262377"/>
              </p:ext>
            </p:extLst>
          </p:nvPr>
        </p:nvGraphicFramePr>
        <p:xfrm>
          <a:off x="1981200" y="5998989"/>
          <a:ext cx="5257800" cy="671512"/>
        </p:xfrm>
        <a:graphic>
          <a:graphicData uri="http://schemas.openxmlformats.org/presentationml/2006/ole">
            <mc:AlternateContent xmlns:mc="http://schemas.openxmlformats.org/markup-compatibility/2006">
              <mc:Choice xmlns:v="urn:schemas-microsoft-com:vml" Requires="v">
                <p:oleObj name="Equation" r:id="rId12" imgW="1892300" imgH="241300" progId="Equation.DSMT4">
                  <p:embed/>
                </p:oleObj>
              </mc:Choice>
              <mc:Fallback>
                <p:oleObj name="Equation" r:id="rId12" imgW="1892300" imgH="2413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1200" y="5998989"/>
                        <a:ext cx="5257800"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6" name="Rectangle 2"/>
          <p:cNvSpPr>
            <a:spLocks noChangeArrowheads="1"/>
          </p:cNvSpPr>
          <p:nvPr/>
        </p:nvSpPr>
        <p:spPr bwMode="auto">
          <a:xfrm>
            <a:off x="0" y="115888"/>
            <a:ext cx="8459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FontTx/>
              <a:buNone/>
            </a:pPr>
            <a:r>
              <a:rPr kumimoji="0" lang="en-US" altLang="zh-CN" sz="2800" b="1" dirty="0">
                <a:solidFill>
                  <a:srgbClr val="FFFF00"/>
                </a:solidFill>
              </a:rPr>
              <a:t>2.2   </a:t>
            </a:r>
            <a:r>
              <a:rPr kumimoji="0" lang="zh-CN" altLang="en-US" sz="2800" b="1" dirty="0">
                <a:solidFill>
                  <a:srgbClr val="FFFF00"/>
                </a:solidFill>
              </a:rPr>
              <a:t>最佳平方逼近的计算</a:t>
            </a:r>
          </a:p>
        </p:txBody>
      </p:sp>
      <mc:AlternateContent xmlns:mc="http://schemas.openxmlformats.org/markup-compatibility/2006" xmlns:a14="http://schemas.microsoft.com/office/drawing/2010/main">
        <mc:Choice Requires="a14">
          <p:sp>
            <p:nvSpPr>
              <p:cNvPr id="4" name="TextBox 3"/>
              <p:cNvSpPr txBox="1"/>
              <p:nvPr/>
            </p:nvSpPr>
            <p:spPr>
              <a:xfrm>
                <a:off x="4283968" y="0"/>
                <a:ext cx="4598823" cy="9300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zh-CN" altLang="en-US" b="0" i="1" smtClean="0">
                              <a:solidFill>
                                <a:schemeClr val="bg1"/>
                              </a:solidFill>
                              <a:latin typeface="Cambria Math"/>
                            </a:rPr>
                            <m:t>𝜑</m:t>
                          </m:r>
                        </m:e>
                        <m:sub>
                          <m:r>
                            <a:rPr lang="en-US" altLang="zh-CN" b="0" i="1" smtClean="0">
                              <a:solidFill>
                                <a:schemeClr val="bg1"/>
                              </a:solidFill>
                              <a:latin typeface="Cambria Math"/>
                            </a:rPr>
                            <m:t>𝑖</m:t>
                          </m:r>
                        </m:sub>
                      </m:sSub>
                      <m:r>
                        <a:rPr lang="en-US" altLang="zh-CN" b="0" i="1" smtClean="0">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b="0" i="1" smtClean="0">
                              <a:solidFill>
                                <a:schemeClr val="bg1"/>
                              </a:solidFill>
                              <a:latin typeface="Cambria Math"/>
                            </a:rPr>
                            <m:t>𝑗</m:t>
                          </m:r>
                        </m:sub>
                      </m:sSub>
                      <m:r>
                        <a:rPr lang="en-US" altLang="zh-CN" b="0" i="1" smtClean="0">
                          <a:solidFill>
                            <a:schemeClr val="bg1"/>
                          </a:solidFill>
                          <a:latin typeface="Cambria Math"/>
                        </a:rPr>
                        <m:t>)</m:t>
                      </m:r>
                      <m:r>
                        <a:rPr lang="en-US" altLang="zh-CN" i="1" smtClean="0">
                          <a:solidFill>
                            <a:schemeClr val="bg1"/>
                          </a:solidFill>
                          <a:latin typeface="Cambria Math"/>
                        </a:rPr>
                        <m:t>=</m:t>
                      </m:r>
                      <m:nary>
                        <m:naryPr>
                          <m:ctrlPr>
                            <a:rPr lang="en-US" altLang="zh-CN" i="1" smtClean="0">
                              <a:solidFill>
                                <a:schemeClr val="bg1"/>
                              </a:solidFill>
                              <a:latin typeface="Cambria Math" panose="02040503050406030204" pitchFamily="18" charset="0"/>
                            </a:rPr>
                          </m:ctrlPr>
                        </m:naryPr>
                        <m:sub>
                          <m:r>
                            <m:rPr>
                              <m:brk m:alnAt="23"/>
                            </m:rPr>
                            <a:rPr lang="en-US" altLang="zh-CN" b="0" i="1" smtClean="0">
                              <a:solidFill>
                                <a:schemeClr val="bg1"/>
                              </a:solidFill>
                              <a:latin typeface="Cambria Math"/>
                            </a:rPr>
                            <m:t>𝑎</m:t>
                          </m:r>
                        </m:sub>
                        <m:sup>
                          <m:r>
                            <a:rPr lang="en-US" altLang="zh-CN" b="0" i="1" smtClean="0">
                              <a:solidFill>
                                <a:schemeClr val="bg1"/>
                              </a:solidFill>
                              <a:latin typeface="Cambria Math"/>
                            </a:rPr>
                            <m:t>𝑏</m:t>
                          </m:r>
                        </m:sup>
                        <m:e>
                          <m:r>
                            <a:rPr lang="zh-CN" altLang="en-US" i="1" smtClean="0">
                              <a:solidFill>
                                <a:schemeClr val="bg1"/>
                              </a:solidFill>
                              <a:latin typeface="Cambria Math"/>
                            </a:rPr>
                            <m:t>𝜌</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i="1">
                                  <a:solidFill>
                                    <a:schemeClr val="bg1"/>
                                  </a:solidFill>
                                  <a:latin typeface="Cambria Math"/>
                                </a:rPr>
                                <m:t>𝑖</m:t>
                              </m:r>
                            </m:sub>
                          </m:sSub>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b="0" i="1" smtClean="0">
                                  <a:solidFill>
                                    <a:schemeClr val="bg1"/>
                                  </a:solidFill>
                                  <a:latin typeface="Cambria Math"/>
                                </a:rPr>
                                <m:t>𝑗</m:t>
                              </m:r>
                            </m:sub>
                          </m:sSub>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b="0" i="1" smtClean="0">
                              <a:solidFill>
                                <a:schemeClr val="bg1"/>
                              </a:solidFill>
                              <a:latin typeface="Cambria Math"/>
                            </a:rPr>
                            <m:t>𝑑𝑥</m:t>
                          </m:r>
                        </m:e>
                      </m:nary>
                    </m:oMath>
                  </m:oMathPara>
                </a14:m>
                <a:endParaRPr lang="zh-CN" altLang="en-US" dirty="0">
                  <a:solidFill>
                    <a:schemeClr val="bg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283968" y="0"/>
                <a:ext cx="4598823" cy="930063"/>
              </a:xfrm>
              <a:prstGeom prst="rect">
                <a:avLst/>
              </a:prstGeom>
              <a:blipFill rotWithShape="1">
                <a:blip r:embed="rId15"/>
                <a:stretch>
                  <a:fillRect/>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3"/>
          <p:cNvGraphicFramePr>
            <a:graphicFrameLocks noGrp="1" noChangeAspect="1"/>
          </p:cNvGraphicFramePr>
          <p:nvPr>
            <p:ph sz="half" idx="4294967295"/>
          </p:nvPr>
        </p:nvGraphicFramePr>
        <p:xfrm>
          <a:off x="611188" y="1557338"/>
          <a:ext cx="7705725" cy="4608512"/>
        </p:xfrm>
        <a:graphic>
          <a:graphicData uri="http://schemas.openxmlformats.org/presentationml/2006/ole">
            <mc:AlternateContent xmlns:mc="http://schemas.openxmlformats.org/markup-compatibility/2006">
              <mc:Choice xmlns:v="urn:schemas-microsoft-com:vml" Requires="v">
                <p:oleObj name="Equation" r:id="rId2" imgW="3400445" imgH="2409697" progId="Equation.DSMT4">
                  <p:embed/>
                </p:oleObj>
              </mc:Choice>
              <mc:Fallback>
                <p:oleObj name="Equation" r:id="rId2" imgW="3400445" imgH="2409697" progId="Equation.DSMT4">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557338"/>
                        <a:ext cx="770572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3" name="Object 2"/>
          <p:cNvGraphicFramePr>
            <a:graphicFrameLocks noChangeAspect="1"/>
          </p:cNvGraphicFramePr>
          <p:nvPr/>
        </p:nvGraphicFramePr>
        <p:xfrm>
          <a:off x="684213" y="188913"/>
          <a:ext cx="7200900" cy="1295400"/>
        </p:xfrm>
        <a:graphic>
          <a:graphicData uri="http://schemas.openxmlformats.org/presentationml/2006/ole">
            <mc:AlternateContent xmlns:mc="http://schemas.openxmlformats.org/markup-compatibility/2006">
              <mc:Choice xmlns:v="urn:schemas-microsoft-com:vml" Requires="v">
                <p:oleObj name="Equation" r:id="rId4" imgW="3676595" imgH="609510" progId="Equation.DSMT4">
                  <p:embed/>
                </p:oleObj>
              </mc:Choice>
              <mc:Fallback>
                <p:oleObj name="Equation" r:id="rId4" imgW="3676595" imgH="60951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88913"/>
                        <a:ext cx="72009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3"/>
          <p:cNvGraphicFramePr>
            <a:graphicFrameLocks noGrp="1" noChangeAspect="1"/>
          </p:cNvGraphicFramePr>
          <p:nvPr>
            <p:ph sz="half" idx="4294967295"/>
          </p:nvPr>
        </p:nvGraphicFramePr>
        <p:xfrm>
          <a:off x="714375" y="785813"/>
          <a:ext cx="6786563" cy="3286125"/>
        </p:xfrm>
        <a:graphic>
          <a:graphicData uri="http://schemas.openxmlformats.org/presentationml/2006/ole">
            <mc:AlternateContent xmlns:mc="http://schemas.openxmlformats.org/markup-compatibility/2006">
              <mc:Choice xmlns:v="urn:schemas-microsoft-com:vml" Requires="v">
                <p:oleObj name="Equation" r:id="rId2" imgW="2933717" imgH="1466819" progId="Equation.DSMT4">
                  <p:embed/>
                </p:oleObj>
              </mc:Choice>
              <mc:Fallback>
                <p:oleObj name="Equation" r:id="rId2" imgW="2933717" imgH="1466819" progId="Equation.DSMT4">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785813"/>
                        <a:ext cx="6786563"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5508104" y="5085184"/>
            <a:ext cx="2736304" cy="646331"/>
          </a:xfrm>
          <a:prstGeom prst="rect">
            <a:avLst/>
          </a:prstGeom>
          <a:noFill/>
        </p:spPr>
        <p:txBody>
          <a:bodyPr wrap="square" rtlCol="0">
            <a:spAutoFit/>
          </a:bodyPr>
          <a:lstStyle/>
          <a:p>
            <a:r>
              <a:rPr lang="zh-CN" altLang="en-US" sz="3600" dirty="0">
                <a:solidFill>
                  <a:schemeClr val="bg1"/>
                </a:solidFill>
              </a:rPr>
              <a:t>见习题</a:t>
            </a:r>
            <a:r>
              <a:rPr lang="en-US" altLang="zh-CN" sz="3600" dirty="0">
                <a:solidFill>
                  <a:schemeClr val="bg1"/>
                </a:solidFill>
              </a:rPr>
              <a:t>14(1)</a:t>
            </a:r>
            <a:endParaRPr lang="zh-CN" altLang="en-US" sz="3600"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p:cNvSpPr>
            <a:spLocks noGrp="1"/>
          </p:cNvSpPr>
          <p:nvPr>
            <p:ph type="sldNum" sz="quarter" idx="12"/>
          </p:nvPr>
        </p:nvSpPr>
        <p:spPr>
          <a:xfrm>
            <a:off x="6553200" y="6396038"/>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65F314B3-9488-468A-B106-9625753648BF}" type="slidenum">
              <a:rPr lang="en-US" altLang="zh-CN" sz="1400"/>
              <a:pPr eaLnBrk="1" hangingPunct="1"/>
              <a:t>39</a:t>
            </a:fld>
            <a:endParaRPr lang="en-US" altLang="zh-CN" sz="1400"/>
          </a:p>
        </p:txBody>
      </p:sp>
      <p:sp>
        <p:nvSpPr>
          <p:cNvPr id="27651" name="Text Box 3"/>
          <p:cNvSpPr txBox="1">
            <a:spLocks noChangeArrowheads="1"/>
          </p:cNvSpPr>
          <p:nvPr/>
        </p:nvSpPr>
        <p:spPr bwMode="auto">
          <a:xfrm>
            <a:off x="188913" y="188913"/>
            <a:ext cx="6327775"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3600" b="1" dirty="0">
                <a:solidFill>
                  <a:srgbClr val="FFFF00"/>
                </a:solidFill>
                <a:latin typeface="Arial" charset="0"/>
              </a:rPr>
              <a:t>3 </a:t>
            </a:r>
            <a:r>
              <a:rPr lang="zh-CN" altLang="en-US" sz="3600" b="1" dirty="0">
                <a:solidFill>
                  <a:srgbClr val="FFFF00"/>
                </a:solidFill>
                <a:latin typeface="楷体_GB2312" pitchFamily="49" charset="-122"/>
                <a:ea typeface="楷体_GB2312" pitchFamily="49" charset="-122"/>
              </a:rPr>
              <a:t>曲线拟合的最小二乘法 </a:t>
            </a:r>
            <a:endParaRPr kumimoji="0" lang="zh-CN" altLang="en-US" sz="3600" b="1" dirty="0">
              <a:solidFill>
                <a:srgbClr val="FFFF00"/>
              </a:solidFill>
              <a:latin typeface="Arial" charset="0"/>
            </a:endParaRPr>
          </a:p>
        </p:txBody>
      </p:sp>
      <p:sp>
        <p:nvSpPr>
          <p:cNvPr id="4" name="Text Box 2"/>
          <p:cNvSpPr txBox="1">
            <a:spLocks noChangeArrowheads="1"/>
          </p:cNvSpPr>
          <p:nvPr/>
        </p:nvSpPr>
        <p:spPr bwMode="auto">
          <a:xfrm>
            <a:off x="179388" y="908050"/>
            <a:ext cx="3962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b="1" dirty="0">
                <a:solidFill>
                  <a:srgbClr val="FFFF00"/>
                </a:solidFill>
              </a:rPr>
              <a:t>3. 1  </a:t>
            </a:r>
            <a:r>
              <a:rPr lang="zh-CN" altLang="en-US" b="1" dirty="0">
                <a:solidFill>
                  <a:srgbClr val="FFFF00"/>
                </a:solidFill>
              </a:rPr>
              <a:t>一般定义</a:t>
            </a:r>
          </a:p>
        </p:txBody>
      </p:sp>
      <p:sp>
        <p:nvSpPr>
          <p:cNvPr id="5" name="Text Box 3"/>
          <p:cNvSpPr txBox="1">
            <a:spLocks noChangeArrowheads="1"/>
          </p:cNvSpPr>
          <p:nvPr/>
        </p:nvSpPr>
        <p:spPr bwMode="auto">
          <a:xfrm>
            <a:off x="1828800" y="1409700"/>
            <a:ext cx="6629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50000"/>
              </a:spcBef>
              <a:buFontTx/>
              <a:buNone/>
            </a:pPr>
            <a:r>
              <a:rPr lang="zh-CN" altLang="en-US" b="1">
                <a:solidFill>
                  <a:srgbClr val="FFFF00"/>
                </a:solidFill>
              </a:rPr>
              <a:t>一组数据（</a:t>
            </a:r>
            <a:r>
              <a:rPr lang="en-US" altLang="zh-CN" b="1">
                <a:solidFill>
                  <a:srgbClr val="FFFF00"/>
                </a:solidFill>
              </a:rPr>
              <a:t>x</a:t>
            </a:r>
            <a:r>
              <a:rPr lang="en-US" altLang="zh-CN" b="1" baseline="-25000">
                <a:solidFill>
                  <a:srgbClr val="FFFF00"/>
                </a:solidFill>
              </a:rPr>
              <a:t>i</a:t>
            </a:r>
            <a:r>
              <a:rPr lang="zh-CN" altLang="en-US" b="1">
                <a:solidFill>
                  <a:srgbClr val="FFFF00"/>
                </a:solidFill>
              </a:rPr>
              <a:t>，</a:t>
            </a:r>
            <a:r>
              <a:rPr lang="en-US" altLang="zh-CN" b="1">
                <a:solidFill>
                  <a:srgbClr val="FFFF00"/>
                </a:solidFill>
              </a:rPr>
              <a:t>y</a:t>
            </a:r>
            <a:r>
              <a:rPr lang="en-US" altLang="zh-CN" b="1" baseline="-25000">
                <a:solidFill>
                  <a:srgbClr val="FFFF00"/>
                </a:solidFill>
              </a:rPr>
              <a:t>i</a:t>
            </a:r>
            <a:r>
              <a:rPr lang="zh-CN" altLang="en-US" b="1">
                <a:solidFill>
                  <a:srgbClr val="FFFF00"/>
                </a:solidFill>
              </a:rPr>
              <a:t>）</a:t>
            </a:r>
            <a:r>
              <a:rPr lang="en-US" altLang="zh-CN" b="1">
                <a:solidFill>
                  <a:srgbClr val="FFFF00"/>
                </a:solidFill>
              </a:rPr>
              <a:t>(i=0,1,…,m)</a:t>
            </a:r>
            <a:r>
              <a:rPr lang="zh-CN" altLang="en-US" b="1">
                <a:solidFill>
                  <a:srgbClr val="FFFF00"/>
                </a:solidFill>
              </a:rPr>
              <a:t>，</a:t>
            </a:r>
          </a:p>
        </p:txBody>
      </p:sp>
      <p:sp>
        <p:nvSpPr>
          <p:cNvPr id="6" name="Text Box 4"/>
          <p:cNvSpPr txBox="1">
            <a:spLocks noChangeArrowheads="1"/>
          </p:cNvSpPr>
          <p:nvPr/>
        </p:nvSpPr>
        <p:spPr bwMode="auto">
          <a:xfrm>
            <a:off x="533400" y="1409700"/>
            <a:ext cx="1219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rgbClr val="FFFF00"/>
                </a:solidFill>
              </a:rPr>
              <a:t>已知：</a:t>
            </a:r>
          </a:p>
        </p:txBody>
      </p:sp>
      <p:sp>
        <p:nvSpPr>
          <p:cNvPr id="7" name="Text Box 5"/>
          <p:cNvSpPr txBox="1">
            <a:spLocks noChangeArrowheads="1"/>
          </p:cNvSpPr>
          <p:nvPr/>
        </p:nvSpPr>
        <p:spPr bwMode="auto">
          <a:xfrm>
            <a:off x="533400" y="1976438"/>
            <a:ext cx="1219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rgbClr val="FFFF00"/>
                </a:solidFill>
              </a:rPr>
              <a:t>求：</a:t>
            </a:r>
          </a:p>
        </p:txBody>
      </p:sp>
      <p:grpSp>
        <p:nvGrpSpPr>
          <p:cNvPr id="8" name="Group 6"/>
          <p:cNvGrpSpPr>
            <a:grpSpLocks/>
          </p:cNvGrpSpPr>
          <p:nvPr/>
        </p:nvGrpSpPr>
        <p:grpSpPr bwMode="auto">
          <a:xfrm>
            <a:off x="1492250" y="1951038"/>
            <a:ext cx="7086600" cy="1992312"/>
            <a:chOff x="940" y="1136"/>
            <a:chExt cx="4464" cy="1255"/>
          </a:xfrm>
        </p:grpSpPr>
        <p:sp>
          <p:nvSpPr>
            <p:cNvPr id="27660" name="Text Box 7"/>
            <p:cNvSpPr txBox="1">
              <a:spLocks noChangeArrowheads="1"/>
            </p:cNvSpPr>
            <p:nvPr/>
          </p:nvSpPr>
          <p:spPr bwMode="auto">
            <a:xfrm>
              <a:off x="940" y="1136"/>
              <a:ext cx="4464" cy="1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30000"/>
                </a:lnSpc>
                <a:spcBef>
                  <a:spcPct val="50000"/>
                </a:spcBef>
                <a:buFontTx/>
                <a:buNone/>
              </a:pPr>
              <a:r>
                <a:rPr lang="zh-CN" altLang="en-US" b="1">
                  <a:solidFill>
                    <a:srgbClr val="FFFF00"/>
                  </a:solidFill>
                </a:rPr>
                <a:t>在函数类                                      中找一个函数                   ，使误差平方和最小，即</a:t>
              </a:r>
            </a:p>
          </p:txBody>
        </p:sp>
        <p:graphicFrame>
          <p:nvGraphicFramePr>
            <p:cNvPr id="27661" name="Object 8"/>
            <p:cNvGraphicFramePr>
              <a:graphicFrameLocks noChangeAspect="1"/>
            </p:cNvGraphicFramePr>
            <p:nvPr/>
          </p:nvGraphicFramePr>
          <p:xfrm>
            <a:off x="2112" y="1232"/>
            <a:ext cx="2358" cy="288"/>
          </p:xfrm>
          <a:graphic>
            <a:graphicData uri="http://schemas.openxmlformats.org/presentationml/2006/ole">
              <mc:AlternateContent xmlns:mc="http://schemas.openxmlformats.org/markup-compatibility/2006">
                <mc:Choice xmlns:v="urn:schemas-microsoft-com:vml" Requires="v">
                  <p:oleObj name="Equation" r:id="rId2" imgW="3524348" imgH="438102" progId="Equation.3">
                    <p:embed/>
                  </p:oleObj>
                </mc:Choice>
                <mc:Fallback>
                  <p:oleObj name="Equation" r:id="rId2" imgW="3524348" imgH="438102"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 y="1232"/>
                          <a:ext cx="235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62" name="Object 9"/>
            <p:cNvGraphicFramePr>
              <a:graphicFrameLocks noChangeAspect="1"/>
            </p:cNvGraphicFramePr>
            <p:nvPr/>
          </p:nvGraphicFramePr>
          <p:xfrm>
            <a:off x="1872" y="1584"/>
            <a:ext cx="1057" cy="320"/>
          </p:xfrm>
          <a:graphic>
            <a:graphicData uri="http://schemas.openxmlformats.org/presentationml/2006/ole">
              <mc:AlternateContent xmlns:mc="http://schemas.openxmlformats.org/markup-compatibility/2006">
                <mc:Choice xmlns:v="urn:schemas-microsoft-com:vml" Requires="v">
                  <p:oleObj name="Equation" r:id="rId4" imgW="1571596" imgH="485880" progId="Equation.3">
                    <p:embed/>
                  </p:oleObj>
                </mc:Choice>
                <mc:Fallback>
                  <p:oleObj name="Equation" r:id="rId4" imgW="1571596" imgH="48588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1584"/>
                          <a:ext cx="105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 name="Object 10"/>
          <p:cNvGraphicFramePr>
            <a:graphicFrameLocks noChangeAspect="1"/>
          </p:cNvGraphicFramePr>
          <p:nvPr/>
        </p:nvGraphicFramePr>
        <p:xfrm>
          <a:off x="2514600" y="3424238"/>
          <a:ext cx="4876800" cy="2184400"/>
        </p:xfrm>
        <a:graphic>
          <a:graphicData uri="http://schemas.openxmlformats.org/presentationml/2006/ole">
            <mc:AlternateContent xmlns:mc="http://schemas.openxmlformats.org/markup-compatibility/2006">
              <mc:Choice xmlns:v="urn:schemas-microsoft-com:vml" Requires="v">
                <p:oleObj name="Equation" r:id="rId6" imgW="4857856" imgH="2162168" progId="Equation.3">
                  <p:embed/>
                </p:oleObj>
              </mc:Choice>
              <mc:Fallback>
                <p:oleObj name="Equation" r:id="rId6" imgW="4857856" imgH="2162168"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3424238"/>
                        <a:ext cx="4876800" cy="21844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11"/>
          <p:cNvSpPr txBox="1">
            <a:spLocks noChangeArrowheads="1"/>
          </p:cNvSpPr>
          <p:nvPr/>
        </p:nvSpPr>
        <p:spPr bwMode="auto">
          <a:xfrm>
            <a:off x="762000" y="5481638"/>
            <a:ext cx="1143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rgbClr val="FFFF00"/>
                </a:solidFill>
              </a:rPr>
              <a:t>这里</a:t>
            </a:r>
          </a:p>
        </p:txBody>
      </p:sp>
      <p:graphicFrame>
        <p:nvGraphicFramePr>
          <p:cNvPr id="14" name="Object 12"/>
          <p:cNvGraphicFramePr>
            <a:graphicFrameLocks noChangeAspect="1"/>
          </p:cNvGraphicFramePr>
          <p:nvPr/>
        </p:nvGraphicFramePr>
        <p:xfrm>
          <a:off x="685800" y="6243638"/>
          <a:ext cx="7988300" cy="457200"/>
        </p:xfrm>
        <a:graphic>
          <a:graphicData uri="http://schemas.openxmlformats.org/presentationml/2006/ole">
            <mc:AlternateContent xmlns:mc="http://schemas.openxmlformats.org/markup-compatibility/2006">
              <mc:Choice xmlns:v="urn:schemas-microsoft-com:vml" Requires="v">
                <p:oleObj name="Equation" r:id="rId8" imgW="7972434" imgH="438102" progId="Equation.3">
                  <p:embed/>
                </p:oleObj>
              </mc:Choice>
              <mc:Fallback>
                <p:oleObj name="Equation" r:id="rId8" imgW="7972434" imgH="438102"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6243638"/>
                        <a:ext cx="7988300" cy="4572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p:cNvSpPr>
            <a:spLocks noGrp="1"/>
          </p:cNvSpPr>
          <p:nvPr>
            <p:ph type="sldNum" sz="quarter" idx="12"/>
          </p:nvPr>
        </p:nvSpPr>
        <p:spPr>
          <a:xfrm>
            <a:off x="6553200" y="5815013"/>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838CCF2D-67DF-4E2D-BBB2-3543EE0F1DA2}" type="slidenum">
              <a:rPr lang="en-US" altLang="zh-CN" sz="1400"/>
              <a:pPr eaLnBrk="1" hangingPunct="1"/>
              <a:t>40</a:t>
            </a:fld>
            <a:endParaRPr lang="en-US" altLang="zh-CN" sz="1400"/>
          </a:p>
        </p:txBody>
      </p:sp>
      <p:graphicFrame>
        <p:nvGraphicFramePr>
          <p:cNvPr id="5" name="Object 5"/>
          <p:cNvGraphicFramePr>
            <a:graphicFrameLocks noChangeAspect="1"/>
          </p:cNvGraphicFramePr>
          <p:nvPr/>
        </p:nvGraphicFramePr>
        <p:xfrm>
          <a:off x="685800" y="1700213"/>
          <a:ext cx="7937500" cy="2209800"/>
        </p:xfrm>
        <a:graphic>
          <a:graphicData uri="http://schemas.openxmlformats.org/presentationml/2006/ole">
            <mc:AlternateContent xmlns:mc="http://schemas.openxmlformats.org/markup-compatibility/2006">
              <mc:Choice xmlns:v="urn:schemas-microsoft-com:vml" Requires="v">
                <p:oleObj name="Equation" r:id="rId2" imgW="7915206" imgH="2190781" progId="Equation.3">
                  <p:embed/>
                </p:oleObj>
              </mc:Choice>
              <mc:Fallback>
                <p:oleObj name="Equation" r:id="rId2" imgW="7915206" imgH="2190781"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00213"/>
                        <a:ext cx="7937500" cy="2209800"/>
                      </a:xfrm>
                      <a:prstGeom prst="rect">
                        <a:avLst/>
                      </a:prstGeom>
                      <a:solidFill>
                        <a:schemeClr val="bg2"/>
                      </a:solidFill>
                      <a:ln w="1905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1219200" y="4824413"/>
          <a:ext cx="6807200" cy="1371600"/>
        </p:xfrm>
        <a:graphic>
          <a:graphicData uri="http://schemas.openxmlformats.org/presentationml/2006/ole">
            <mc:AlternateContent xmlns:mc="http://schemas.openxmlformats.org/markup-compatibility/2006">
              <mc:Choice xmlns:v="urn:schemas-microsoft-com:vml" Requires="v">
                <p:oleObj name="Equation" r:id="rId4" imgW="6791442" imgH="1352637" progId="Equation.3">
                  <p:embed/>
                </p:oleObj>
              </mc:Choice>
              <mc:Fallback>
                <p:oleObj name="Equation" r:id="rId4" imgW="6791442" imgH="1352637"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824413"/>
                        <a:ext cx="6807200" cy="1371600"/>
                      </a:xfrm>
                      <a:prstGeom prst="rect">
                        <a:avLst/>
                      </a:prstGeom>
                      <a:solidFill>
                        <a:schemeClr val="bg2"/>
                      </a:solidFill>
                      <a:ln w="1905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AutoShape 9"/>
          <p:cNvSpPr>
            <a:spLocks noChangeArrowheads="1"/>
          </p:cNvSpPr>
          <p:nvPr/>
        </p:nvSpPr>
        <p:spPr bwMode="auto">
          <a:xfrm flipH="1" flipV="1">
            <a:off x="6629400" y="4337050"/>
            <a:ext cx="2362200" cy="792163"/>
          </a:xfrm>
          <a:prstGeom prst="wedgeEllipseCallout">
            <a:avLst>
              <a:gd name="adj1" fmla="val 73787"/>
              <a:gd name="adj2" fmla="val 226148"/>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en-US" altLang="zh-CN" sz="2800" b="1">
              <a:solidFill>
                <a:srgbClr val="FFFFFF"/>
              </a:solidFill>
            </a:endParaRPr>
          </a:p>
          <a:p>
            <a:pPr eaLnBrk="1" hangingPunct="1">
              <a:spcBef>
                <a:spcPct val="0"/>
              </a:spcBef>
              <a:buFontTx/>
              <a:buNone/>
            </a:pPr>
            <a:endParaRPr lang="en-US" altLang="zh-CN" sz="2800" b="1">
              <a:solidFill>
                <a:srgbClr val="FFFFFF"/>
              </a:solidFill>
            </a:endParaRPr>
          </a:p>
          <a:p>
            <a:pPr eaLnBrk="1" hangingPunct="1">
              <a:spcBef>
                <a:spcPct val="0"/>
              </a:spcBef>
              <a:buFontTx/>
              <a:buNone/>
            </a:pPr>
            <a:endParaRPr lang="en-US" altLang="zh-CN" b="1">
              <a:solidFill>
                <a:srgbClr val="FFFFFF"/>
              </a:solidFill>
            </a:endParaRPr>
          </a:p>
          <a:p>
            <a:pPr eaLnBrk="1" hangingPunct="1">
              <a:spcBef>
                <a:spcPct val="0"/>
              </a:spcBef>
              <a:buFontTx/>
              <a:buNone/>
            </a:pPr>
            <a:endParaRPr lang="en-US" altLang="zh-CN" b="1"/>
          </a:p>
        </p:txBody>
      </p:sp>
      <p:sp>
        <p:nvSpPr>
          <p:cNvPr id="10" name="Text Box 10"/>
          <p:cNvSpPr txBox="1">
            <a:spLocks noChangeArrowheads="1"/>
          </p:cNvSpPr>
          <p:nvPr/>
        </p:nvSpPr>
        <p:spPr bwMode="auto">
          <a:xfrm>
            <a:off x="6577013" y="4443413"/>
            <a:ext cx="2566987" cy="51911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spcBef>
                <a:spcPct val="50000"/>
              </a:spcBef>
              <a:buFontTx/>
              <a:buNone/>
            </a:pPr>
            <a:r>
              <a:rPr lang="zh-CN" altLang="en-US" sz="2800" b="1">
                <a:solidFill>
                  <a:srgbClr val="000000"/>
                </a:solidFill>
                <a:latin typeface="宋体" charset="-122"/>
              </a:rPr>
              <a:t>法方程</a:t>
            </a:r>
          </a:p>
        </p:txBody>
      </p:sp>
      <p:sp>
        <p:nvSpPr>
          <p:cNvPr id="11" name="Text Box 2"/>
          <p:cNvSpPr txBox="1">
            <a:spLocks noChangeArrowheads="1"/>
          </p:cNvSpPr>
          <p:nvPr/>
        </p:nvSpPr>
        <p:spPr bwMode="auto">
          <a:xfrm>
            <a:off x="179388" y="512763"/>
            <a:ext cx="3962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b="1">
                <a:solidFill>
                  <a:srgbClr val="FFFF00"/>
                </a:solidFill>
              </a:rPr>
              <a:t>2. </a:t>
            </a:r>
            <a:r>
              <a:rPr lang="zh-CN" altLang="en-US" b="1">
                <a:solidFill>
                  <a:srgbClr val="FFFF00"/>
                </a:solidFill>
              </a:rPr>
              <a:t>计算方法</a:t>
            </a:r>
          </a:p>
        </p:txBody>
      </p:sp>
      <mc:AlternateContent xmlns:mc="http://schemas.openxmlformats.org/markup-compatibility/2006" xmlns:a14="http://schemas.microsoft.com/office/drawing/2010/main">
        <mc:Choice Requires="a14">
          <p:sp>
            <p:nvSpPr>
              <p:cNvPr id="2" name="TextBox 1"/>
              <p:cNvSpPr txBox="1"/>
              <p:nvPr/>
            </p:nvSpPr>
            <p:spPr>
              <a:xfrm>
                <a:off x="3126390" y="413912"/>
                <a:ext cx="4734116" cy="110087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zh-CN" altLang="en-US" b="0" i="1" smtClean="0">
                              <a:solidFill>
                                <a:schemeClr val="bg1"/>
                              </a:solidFill>
                              <a:latin typeface="Cambria Math"/>
                            </a:rPr>
                            <m:t>𝜑</m:t>
                          </m:r>
                        </m:e>
                        <m:sub>
                          <m:r>
                            <a:rPr lang="en-US" altLang="zh-CN" b="0" i="1" smtClean="0">
                              <a:solidFill>
                                <a:schemeClr val="bg1"/>
                              </a:solidFill>
                              <a:latin typeface="Cambria Math"/>
                            </a:rPr>
                            <m:t>𝑖</m:t>
                          </m:r>
                        </m:sub>
                      </m:sSub>
                      <m:r>
                        <a:rPr lang="en-US" altLang="zh-CN" b="0" i="1" smtClean="0">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b="0" i="1" smtClean="0">
                              <a:solidFill>
                                <a:schemeClr val="bg1"/>
                              </a:solidFill>
                              <a:latin typeface="Cambria Math"/>
                            </a:rPr>
                            <m:t>𝑗</m:t>
                          </m:r>
                        </m:sub>
                      </m:sSub>
                      <m:r>
                        <a:rPr lang="en-US" altLang="zh-CN" b="0" i="1" smtClean="0">
                          <a:solidFill>
                            <a:schemeClr val="bg1"/>
                          </a:solidFill>
                          <a:latin typeface="Cambria Math"/>
                        </a:rPr>
                        <m:t>)</m:t>
                      </m:r>
                      <m:r>
                        <a:rPr lang="en-US" altLang="zh-CN" i="1" smtClean="0">
                          <a:solidFill>
                            <a:schemeClr val="bg1"/>
                          </a:solidFill>
                          <a:latin typeface="Cambria Math"/>
                        </a:rPr>
                        <m:t>=</m:t>
                      </m:r>
                      <m:nary>
                        <m:naryPr>
                          <m:chr m:val="∑"/>
                          <m:ctrlPr>
                            <a:rPr lang="en-US" altLang="zh-CN" i="1" smtClean="0">
                              <a:solidFill>
                                <a:schemeClr val="bg1"/>
                              </a:solidFill>
                              <a:latin typeface="Cambria Math" panose="02040503050406030204" pitchFamily="18" charset="0"/>
                            </a:rPr>
                          </m:ctrlPr>
                        </m:naryPr>
                        <m:sub>
                          <m:r>
                            <m:rPr>
                              <m:brk m:alnAt="23"/>
                            </m:rPr>
                            <a:rPr lang="en-US" altLang="zh-CN" b="0" i="1" smtClean="0">
                              <a:solidFill>
                                <a:schemeClr val="bg1"/>
                              </a:solidFill>
                              <a:latin typeface="Cambria Math"/>
                            </a:rPr>
                            <m:t>𝑘</m:t>
                          </m:r>
                          <m:r>
                            <a:rPr lang="en-US" altLang="zh-CN" b="0" i="1" smtClean="0">
                              <a:solidFill>
                                <a:schemeClr val="bg1"/>
                              </a:solidFill>
                              <a:latin typeface="Cambria Math"/>
                            </a:rPr>
                            <m:t>=0</m:t>
                          </m:r>
                        </m:sub>
                        <m:sup>
                          <m:r>
                            <a:rPr lang="en-US" altLang="zh-CN" b="0" i="1" smtClean="0">
                              <a:solidFill>
                                <a:schemeClr val="bg1"/>
                              </a:solidFill>
                              <a:latin typeface="Cambria Math"/>
                            </a:rPr>
                            <m:t>𝑚</m:t>
                          </m:r>
                        </m:sup>
                        <m:e>
                          <m:r>
                            <a:rPr lang="en-US" altLang="zh-CN" b="0" i="1" smtClean="0">
                              <a:solidFill>
                                <a:schemeClr val="bg1"/>
                              </a:solidFill>
                              <a:latin typeface="Cambria Math"/>
                            </a:rPr>
                            <m:t>𝑤</m:t>
                          </m:r>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𝑥</m:t>
                              </m:r>
                            </m:e>
                            <m:sub>
                              <m:r>
                                <a:rPr lang="en-US" altLang="zh-CN" b="0" i="1" smtClean="0">
                                  <a:solidFill>
                                    <a:schemeClr val="bg1"/>
                                  </a:solidFill>
                                  <a:latin typeface="Cambria Math"/>
                                </a:rPr>
                                <m:t>𝑘</m:t>
                              </m:r>
                            </m:sub>
                          </m:sSub>
                          <m:r>
                            <a:rPr lang="en-US" altLang="zh-CN" b="0" i="1" smtClean="0">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i="1">
                                  <a:solidFill>
                                    <a:schemeClr val="bg1"/>
                                  </a:solidFill>
                                  <a:latin typeface="Cambria Math"/>
                                </a:rPr>
                                <m:t>𝑖</m:t>
                              </m:r>
                            </m:sub>
                          </m:sSub>
                          <m:r>
                            <a:rPr lang="en-US" altLang="zh-CN" b="0" i="1" smtClean="0">
                              <a:solidFill>
                                <a:schemeClr val="bg1"/>
                              </a:solidFill>
                              <a:latin typeface="Cambria Math"/>
                            </a:rPr>
                            <m:t>(</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a:rPr>
                                <m:t>𝑥</m:t>
                              </m:r>
                            </m:e>
                            <m:sub>
                              <m:r>
                                <a:rPr lang="en-US" altLang="zh-CN" b="0" i="1" smtClean="0">
                                  <a:solidFill>
                                    <a:schemeClr val="bg1"/>
                                  </a:solidFill>
                                  <a:latin typeface="Cambria Math"/>
                                </a:rPr>
                                <m:t>𝑘</m:t>
                              </m:r>
                            </m:sub>
                          </m:sSub>
                          <m:r>
                            <a:rPr lang="en-US" altLang="zh-CN" b="0" i="1" smtClean="0">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zh-CN" altLang="en-US" i="1">
                                  <a:solidFill>
                                    <a:schemeClr val="bg1"/>
                                  </a:solidFill>
                                  <a:latin typeface="Cambria Math"/>
                                </a:rPr>
                                <m:t>𝜑</m:t>
                              </m:r>
                            </m:e>
                            <m:sub>
                              <m:r>
                                <a:rPr lang="en-US" altLang="zh-CN" b="0" i="1" smtClean="0">
                                  <a:solidFill>
                                    <a:schemeClr val="bg1"/>
                                  </a:solidFill>
                                  <a:latin typeface="Cambria Math"/>
                                </a:rPr>
                                <m:t>𝑗</m:t>
                              </m:r>
                            </m:sub>
                          </m:sSub>
                          <m:r>
                            <a:rPr lang="en-US" altLang="zh-CN" i="1">
                              <a:solidFill>
                                <a:schemeClr val="bg1"/>
                              </a:solidFill>
                              <a:latin typeface="Cambria Math"/>
                            </a:rPr>
                            <m:t>(</m:t>
                          </m:r>
                          <m:sSub>
                            <m:sSubPr>
                              <m:ctrlPr>
                                <a:rPr lang="en-US" altLang="zh-CN" i="1">
                                  <a:solidFill>
                                    <a:schemeClr val="bg1"/>
                                  </a:solidFill>
                                  <a:latin typeface="Cambria Math" panose="02040503050406030204" pitchFamily="18" charset="0"/>
                                </a:rPr>
                              </m:ctrlPr>
                            </m:sSubPr>
                            <m:e>
                              <m:r>
                                <a:rPr lang="en-US" altLang="zh-CN" i="1">
                                  <a:solidFill>
                                    <a:schemeClr val="bg1"/>
                                  </a:solidFill>
                                  <a:latin typeface="Cambria Math"/>
                                </a:rPr>
                                <m:t>𝑥</m:t>
                              </m:r>
                            </m:e>
                            <m:sub>
                              <m:r>
                                <a:rPr lang="en-US" altLang="zh-CN" i="1">
                                  <a:solidFill>
                                    <a:schemeClr val="bg1"/>
                                  </a:solidFill>
                                  <a:latin typeface="Cambria Math"/>
                                </a:rPr>
                                <m:t>𝑘</m:t>
                              </m:r>
                            </m:sub>
                          </m:sSub>
                          <m:r>
                            <a:rPr lang="en-US" altLang="zh-CN" i="1">
                              <a:solidFill>
                                <a:schemeClr val="bg1"/>
                              </a:solidFill>
                              <a:latin typeface="Cambria Math"/>
                            </a:rPr>
                            <m:t>)</m:t>
                          </m:r>
                        </m:e>
                      </m:nary>
                    </m:oMath>
                  </m:oMathPara>
                </a14:m>
                <a:endParaRPr lang="zh-CN" altLang="en-US" dirty="0">
                  <a:solidFill>
                    <a:schemeClr val="bg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126390" y="413912"/>
                <a:ext cx="4734116" cy="1100879"/>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par>
                          <p:cTn id="22" fill="hold" nodeType="afterGroup">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Effect transition="in" filter="dissolve">
                                      <p:cBhvr>
                                        <p:cTn id="25"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utoUpdateAnimBg="0"/>
      <p:bldP spid="11"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32F3A27-E771-4BC3-B54F-9ABD868D771E}" type="slidenum">
              <a:rPr lang="en-US" altLang="zh-CN" sz="1400"/>
              <a:pPr eaLnBrk="1" hangingPunct="1"/>
              <a:t>41</a:t>
            </a:fld>
            <a:endParaRPr lang="en-US" altLang="zh-CN" sz="1400"/>
          </a:p>
        </p:txBody>
      </p:sp>
      <p:sp>
        <p:nvSpPr>
          <p:cNvPr id="4" name="Text Box 17"/>
          <p:cNvSpPr txBox="1">
            <a:spLocks noChangeArrowheads="1"/>
          </p:cNvSpPr>
          <p:nvPr/>
        </p:nvSpPr>
        <p:spPr bwMode="auto">
          <a:xfrm>
            <a:off x="539750" y="260350"/>
            <a:ext cx="78486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kumimoji="0" lang="zh-CN" altLang="en-US" sz="2400" dirty="0">
                <a:solidFill>
                  <a:srgbClr val="FFFF00"/>
                </a:solidFill>
                <a:cs typeface="Times New Roman" pitchFamily="18" charset="0"/>
              </a:rPr>
              <a:t>例</a:t>
            </a:r>
            <a:r>
              <a:rPr kumimoji="0" lang="en-US" altLang="zh-CN" sz="2400" dirty="0">
                <a:solidFill>
                  <a:srgbClr val="FFFF00"/>
                </a:solidFill>
                <a:cs typeface="Times New Roman" pitchFamily="18" charset="0"/>
              </a:rPr>
              <a:t>2  </a:t>
            </a:r>
            <a:r>
              <a:rPr kumimoji="0" lang="zh-CN" altLang="en-US" sz="2400" dirty="0">
                <a:solidFill>
                  <a:srgbClr val="FFFF00"/>
                </a:solidFill>
                <a:cs typeface="Times New Roman" pitchFamily="18" charset="0"/>
              </a:rPr>
              <a:t>已知实测数据表如下</a:t>
            </a:r>
            <a:r>
              <a:rPr kumimoji="0" lang="en-US" altLang="zh-CN" sz="2400" dirty="0">
                <a:solidFill>
                  <a:srgbClr val="FFFF00"/>
                </a:solidFill>
                <a:cs typeface="Times New Roman" pitchFamily="18" charset="0"/>
              </a:rPr>
              <a:t>,</a:t>
            </a:r>
            <a:r>
              <a:rPr kumimoji="0" lang="zh-CN" altLang="en-US" sz="2400" dirty="0">
                <a:solidFill>
                  <a:srgbClr val="FFFF00"/>
                </a:solidFill>
                <a:cs typeface="Times New Roman" pitchFamily="18" charset="0"/>
              </a:rPr>
              <a:t>确定数学模型 </a:t>
            </a:r>
            <a:r>
              <a:rPr kumimoji="0" lang="en-US" altLang="zh-CN" sz="2400" i="1" dirty="0">
                <a:solidFill>
                  <a:srgbClr val="FFFF00"/>
                </a:solidFill>
                <a:cs typeface="Times New Roman" pitchFamily="18" charset="0"/>
              </a:rPr>
              <a:t>y=</a:t>
            </a:r>
            <a:r>
              <a:rPr kumimoji="0" lang="en-US" altLang="zh-CN" sz="2400" i="1" dirty="0" err="1">
                <a:solidFill>
                  <a:srgbClr val="FFFF00"/>
                </a:solidFill>
                <a:cs typeface="Times New Roman" pitchFamily="18" charset="0"/>
              </a:rPr>
              <a:t>ae</a:t>
            </a:r>
            <a:r>
              <a:rPr kumimoji="0" lang="en-US" altLang="zh-CN" sz="2400" i="1" baseline="30000" dirty="0" err="1">
                <a:solidFill>
                  <a:srgbClr val="FFFF00"/>
                </a:solidFill>
                <a:cs typeface="Times New Roman" pitchFamily="18" charset="0"/>
              </a:rPr>
              <a:t>bx</a:t>
            </a:r>
            <a:r>
              <a:rPr kumimoji="0" lang="en-US" altLang="zh-CN" sz="2400" i="1" dirty="0">
                <a:solidFill>
                  <a:srgbClr val="FFFF00"/>
                </a:solidFill>
                <a:cs typeface="Times New Roman" pitchFamily="18" charset="0"/>
              </a:rPr>
              <a:t>,</a:t>
            </a:r>
          </a:p>
          <a:p>
            <a:pPr eaLnBrk="1" hangingPunct="1">
              <a:lnSpc>
                <a:spcPct val="120000"/>
              </a:lnSpc>
            </a:pPr>
            <a:r>
              <a:rPr kumimoji="0" lang="zh-CN" altLang="en-US" sz="2400" dirty="0">
                <a:solidFill>
                  <a:srgbClr val="FFFF00"/>
                </a:solidFill>
                <a:cs typeface="Times New Roman" pitchFamily="18" charset="0"/>
              </a:rPr>
              <a:t>用最小二乘法确定</a:t>
            </a:r>
            <a:r>
              <a:rPr kumimoji="0" lang="en-US" altLang="zh-CN" sz="2400" i="1" dirty="0">
                <a:solidFill>
                  <a:srgbClr val="FFFF00"/>
                </a:solidFill>
                <a:cs typeface="Times New Roman" pitchFamily="18" charset="0"/>
              </a:rPr>
              <a:t>a</a:t>
            </a:r>
            <a:r>
              <a:rPr kumimoji="0" lang="zh-CN" altLang="en-US" sz="2400" dirty="0">
                <a:solidFill>
                  <a:srgbClr val="FFFF00"/>
                </a:solidFill>
                <a:cs typeface="Times New Roman" pitchFamily="18" charset="0"/>
              </a:rPr>
              <a:t>，</a:t>
            </a:r>
            <a:r>
              <a:rPr kumimoji="0" lang="en-US" altLang="zh-CN" sz="2400" i="1" dirty="0">
                <a:solidFill>
                  <a:srgbClr val="FFFF00"/>
                </a:solidFill>
                <a:cs typeface="Times New Roman" pitchFamily="18" charset="0"/>
              </a:rPr>
              <a:t>b</a:t>
            </a:r>
            <a:r>
              <a:rPr kumimoji="0" lang="zh-CN" altLang="en-US" sz="2400" dirty="0">
                <a:solidFill>
                  <a:srgbClr val="FFFF00"/>
                </a:solidFill>
                <a:cs typeface="Times New Roman" pitchFamily="18" charset="0"/>
              </a:rPr>
              <a:t>。</a:t>
            </a:r>
          </a:p>
        </p:txBody>
      </p:sp>
      <p:graphicFrame>
        <p:nvGraphicFramePr>
          <p:cNvPr id="5" name="Group 33"/>
          <p:cNvGraphicFramePr>
            <a:graphicFrameLocks/>
          </p:cNvGraphicFramePr>
          <p:nvPr>
            <p:extLst>
              <p:ext uri="{D42A27DB-BD31-4B8C-83A1-F6EECF244321}">
                <p14:modId xmlns:p14="http://schemas.microsoft.com/office/powerpoint/2010/main" val="1490093268"/>
              </p:ext>
            </p:extLst>
          </p:nvPr>
        </p:nvGraphicFramePr>
        <p:xfrm>
          <a:off x="1331640" y="1412776"/>
          <a:ext cx="6048375" cy="1353260"/>
        </p:xfrm>
        <a:graphic>
          <a:graphicData uri="http://schemas.openxmlformats.org/drawingml/2006/table">
            <a:tbl>
              <a:tblPr/>
              <a:tblGrid>
                <a:gridCol w="812800">
                  <a:extLst>
                    <a:ext uri="{9D8B030D-6E8A-4147-A177-3AD203B41FA5}">
                      <a16:colId xmlns:a16="http://schemas.microsoft.com/office/drawing/2014/main" val="20000"/>
                    </a:ext>
                  </a:extLst>
                </a:gridCol>
                <a:gridCol w="5235575">
                  <a:extLst>
                    <a:ext uri="{9D8B030D-6E8A-4147-A177-3AD203B41FA5}">
                      <a16:colId xmlns:a16="http://schemas.microsoft.com/office/drawing/2014/main" val="20001"/>
                    </a:ext>
                  </a:extLst>
                </a:gridCol>
              </a:tblGrid>
              <a:tr h="457200">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 </a:t>
                      </a:r>
                      <a:r>
                        <a:rPr kumimoji="0" lang="en-US" altLang="zh-CN" sz="2400" b="1" i="0" u="none" strike="noStrike" cap="none" normalizeH="0" baseline="0" dirty="0" err="1">
                          <a:ln>
                            <a:noFill/>
                          </a:ln>
                          <a:solidFill>
                            <a:schemeClr val="tx1"/>
                          </a:solidFill>
                          <a:effectLst/>
                          <a:latin typeface="Arial" pitchFamily="34" charset="0"/>
                          <a:ea typeface="宋体" pitchFamily="2" charset="-122"/>
                        </a:rPr>
                        <a:t>i</a:t>
                      </a:r>
                      <a:endParaRPr kumimoji="0" lang="en-US" altLang="zh-CN" sz="2400" b="1" i="0" u="none" strike="noStrike" cap="none" normalizeH="0" baseline="-25000" dirty="0">
                        <a:ln>
                          <a:noFill/>
                        </a:ln>
                        <a:solidFill>
                          <a:schemeClr val="tx1"/>
                        </a:solidFill>
                        <a:effectLst/>
                        <a:latin typeface="Arial" pitchFamily="34" charset="0"/>
                        <a:ea typeface="宋体" pitchFamily="2" charset="-122"/>
                      </a:endParaRP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0        1         2          3         4          </a:t>
                      </a:r>
                      <a:endParaRPr kumimoji="0" lang="en-US" altLang="zh-CN" sz="2800" b="0" i="0" u="none" strike="noStrike" cap="none" normalizeH="0" baseline="0">
                        <a:ln>
                          <a:noFill/>
                        </a:ln>
                        <a:solidFill>
                          <a:schemeClr val="tx1"/>
                        </a:solidFill>
                        <a:effectLst/>
                        <a:latin typeface="Arial" pitchFamily="34" charset="0"/>
                        <a:ea typeface="宋体" pitchFamily="2"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895350">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 </a:t>
                      </a:r>
                      <a:r>
                        <a:rPr kumimoji="0" lang="en-US" altLang="zh-CN" sz="24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400" b="1" i="0" u="none" strike="noStrike" cap="none" normalizeH="0" baseline="-25000">
                          <a:ln>
                            <a:noFill/>
                          </a:ln>
                          <a:solidFill>
                            <a:schemeClr val="tx1"/>
                          </a:solidFill>
                          <a:effectLst/>
                          <a:latin typeface="Arial" pitchFamily="34" charset="0"/>
                          <a:ea typeface="宋体" pitchFamily="2" charset="-122"/>
                        </a:rPr>
                        <a:t>i</a:t>
                      </a:r>
                      <a:r>
                        <a:rPr kumimoji="0" lang="en-US" altLang="zh-CN" sz="2400" b="1" i="0" u="none" strike="noStrike" cap="none" normalizeH="0" baseline="0">
                          <a:ln>
                            <a:noFill/>
                          </a:ln>
                          <a:solidFill>
                            <a:schemeClr val="tx1"/>
                          </a:solidFill>
                          <a:effectLst/>
                          <a:latin typeface="Arial" pitchFamily="34" charset="0"/>
                          <a:ea typeface="宋体" pitchFamily="2" charset="-12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 </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r>
                        <a:rPr kumimoji="0" lang="en-US" altLang="zh-CN" sz="2400" b="1" i="0" u="none" strike="noStrike" cap="none" normalizeH="0" baseline="-25000">
                          <a:ln>
                            <a:noFill/>
                          </a:ln>
                          <a:solidFill>
                            <a:schemeClr val="tx1"/>
                          </a:solidFill>
                          <a:effectLst/>
                          <a:latin typeface="Arial" pitchFamily="34" charset="0"/>
                          <a:ea typeface="宋体" pitchFamily="2" charset="-122"/>
                        </a:rPr>
                        <a:t>i</a:t>
                      </a:r>
                    </a:p>
                  </a:txBody>
                  <a:tcPr marT="45694" marB="4569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1.00   1.25    1.50     1.75    2.00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5.10   5.79    6.53     7.45    8.46</a:t>
                      </a: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694" marB="4569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9" name="Group 2"/>
          <p:cNvGraphicFramePr>
            <a:graphicFrameLocks/>
          </p:cNvGraphicFramePr>
          <p:nvPr>
            <p:extLst>
              <p:ext uri="{D42A27DB-BD31-4B8C-83A1-F6EECF244321}">
                <p14:modId xmlns:p14="http://schemas.microsoft.com/office/powerpoint/2010/main" val="154531952"/>
              </p:ext>
            </p:extLst>
          </p:nvPr>
        </p:nvGraphicFramePr>
        <p:xfrm>
          <a:off x="1296194" y="4581128"/>
          <a:ext cx="6335712" cy="1792292"/>
        </p:xfrm>
        <a:graphic>
          <a:graphicData uri="http://schemas.openxmlformats.org/drawingml/2006/table">
            <a:tbl>
              <a:tblPr/>
              <a:tblGrid>
                <a:gridCol w="852487">
                  <a:extLst>
                    <a:ext uri="{9D8B030D-6E8A-4147-A177-3AD203B41FA5}">
                      <a16:colId xmlns:a16="http://schemas.microsoft.com/office/drawing/2014/main" val="20000"/>
                    </a:ext>
                  </a:extLst>
                </a:gridCol>
                <a:gridCol w="5483225">
                  <a:extLst>
                    <a:ext uri="{9D8B030D-6E8A-4147-A177-3AD203B41FA5}">
                      <a16:colId xmlns:a16="http://schemas.microsoft.com/office/drawing/2014/main" val="20001"/>
                    </a:ext>
                  </a:extLst>
                </a:gridCol>
              </a:tblGrid>
              <a:tr h="457200">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 </a:t>
                      </a:r>
                      <a:r>
                        <a:rPr kumimoji="0" lang="en-US" altLang="zh-CN" sz="2400" b="1" i="0" u="none" strike="noStrike" cap="none" normalizeH="0" baseline="0" dirty="0" err="1">
                          <a:ln>
                            <a:noFill/>
                          </a:ln>
                          <a:solidFill>
                            <a:schemeClr val="tx1"/>
                          </a:solidFill>
                          <a:effectLst/>
                          <a:latin typeface="Arial" pitchFamily="34" charset="0"/>
                          <a:ea typeface="宋体" pitchFamily="2" charset="-122"/>
                        </a:rPr>
                        <a:t>i</a:t>
                      </a:r>
                      <a:endParaRPr kumimoji="0" lang="en-US" altLang="zh-CN" sz="2400" b="1" i="0" u="none" strike="noStrike" cap="none" normalizeH="0" baseline="-25000" dirty="0">
                        <a:ln>
                          <a:noFill/>
                        </a:ln>
                        <a:solidFill>
                          <a:schemeClr val="tx1"/>
                        </a:solidFill>
                        <a:effectLst/>
                        <a:latin typeface="Arial" pitchFamily="34" charset="0"/>
                        <a:ea typeface="宋体" pitchFamily="2" charset="-122"/>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0        1         2          3         4          </a:t>
                      </a: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33508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 </a:t>
                      </a:r>
                      <a:r>
                        <a:rPr kumimoji="0" lang="en-US" altLang="zh-CN" sz="24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400" b="1" i="0" u="none" strike="noStrike" cap="none" normalizeH="0" baseline="-25000">
                          <a:ln>
                            <a:noFill/>
                          </a:ln>
                          <a:solidFill>
                            <a:schemeClr val="tx1"/>
                          </a:solidFill>
                          <a:effectLst/>
                          <a:latin typeface="Arial" pitchFamily="34" charset="0"/>
                          <a:ea typeface="宋体" pitchFamily="2" charset="-122"/>
                        </a:rPr>
                        <a:t>i</a:t>
                      </a:r>
                      <a:r>
                        <a:rPr kumimoji="0" lang="en-US" altLang="zh-CN" sz="2400" b="1" i="0" u="none" strike="noStrike" cap="none" normalizeH="0" baseline="0">
                          <a:ln>
                            <a:noFill/>
                          </a:ln>
                          <a:solidFill>
                            <a:schemeClr val="tx1"/>
                          </a:solidFill>
                          <a:effectLst/>
                          <a:latin typeface="Arial" pitchFamily="34" charset="0"/>
                          <a:ea typeface="宋体" pitchFamily="2" charset="-12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rPr>
                        <a:t> </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r>
                        <a:rPr kumimoji="0" lang="en-US" altLang="zh-CN" sz="2400" b="1" i="0" u="none" strike="noStrike" cap="none" normalizeH="0" baseline="-25000">
                          <a:ln>
                            <a:noFill/>
                          </a:ln>
                          <a:solidFill>
                            <a:schemeClr val="tx1"/>
                          </a:solidFill>
                          <a:effectLst/>
                          <a:latin typeface="Arial" pitchFamily="34" charset="0"/>
                          <a:ea typeface="宋体" pitchFamily="2" charset="-122"/>
                        </a:rPr>
                        <a:t>i</a:t>
                      </a:r>
                      <a:endParaRPr kumimoji="0" lang="en-US" altLang="zh-CN" sz="1400" b="0" i="0" u="none" strike="noStrike" cap="none" normalizeH="0" baseline="0">
                        <a:ln>
                          <a:noFill/>
                        </a:ln>
                        <a:solidFill>
                          <a:schemeClr val="tx1"/>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en-US" altLang="zh-CN" sz="2400" b="1" i="0" u="sng" strike="noStrike" cap="none" normalizeH="0" baseline="0">
                          <a:ln>
                            <a:noFill/>
                          </a:ln>
                          <a:solidFill>
                            <a:schemeClr val="tx1"/>
                          </a:solidFill>
                          <a:effectLst/>
                          <a:latin typeface="Times New Roman" pitchFamily="18" charset="0"/>
                          <a:ea typeface="宋体" pitchFamily="2" charset="-122"/>
                          <a:cs typeface="Times New Roman" pitchFamily="18" charset="0"/>
                        </a:rPr>
                        <a:t>y</a:t>
                      </a:r>
                      <a:r>
                        <a:rPr kumimoji="0" lang="en-US" altLang="zh-CN" sz="2400" b="1" i="0" u="sng" strike="noStrike" cap="none" normalizeH="0" baseline="-25000">
                          <a:ln>
                            <a:noFill/>
                          </a:ln>
                          <a:solidFill>
                            <a:schemeClr val="tx1"/>
                          </a:solidFill>
                          <a:effectLst/>
                          <a:latin typeface="Arial" pitchFamily="34" charset="0"/>
                          <a:ea typeface="宋体" pitchFamily="2" charset="-122"/>
                        </a:rPr>
                        <a:t>i</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1.00   1.25    1.50     1.75    2.00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5.10   5.79    6.53     7.45    8.46</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rPr>
                        <a:t>1.629 1.756  1.876   2.008  2.135</a:t>
                      </a: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Object 16"/>
          <p:cNvGraphicFramePr>
            <a:graphicFrameLocks noChangeAspect="1"/>
          </p:cNvGraphicFramePr>
          <p:nvPr>
            <p:extLst>
              <p:ext uri="{D42A27DB-BD31-4B8C-83A1-F6EECF244321}">
                <p14:modId xmlns:p14="http://schemas.microsoft.com/office/powerpoint/2010/main" val="447688376"/>
              </p:ext>
            </p:extLst>
          </p:nvPr>
        </p:nvGraphicFramePr>
        <p:xfrm>
          <a:off x="683568" y="3057499"/>
          <a:ext cx="5729287" cy="1365250"/>
        </p:xfrm>
        <a:graphic>
          <a:graphicData uri="http://schemas.openxmlformats.org/presentationml/2006/ole">
            <mc:AlternateContent xmlns:mc="http://schemas.openxmlformats.org/markup-compatibility/2006">
              <mc:Choice xmlns:v="urn:schemas-microsoft-com:vml" Requires="v">
                <p:oleObj name="Equation" r:id="rId2" imgW="2952883" imgH="685901" progId="Equation.DSMT4">
                  <p:embed/>
                </p:oleObj>
              </mc:Choice>
              <mc:Fallback>
                <p:oleObj name="Equation" r:id="rId2" imgW="2952883" imgH="685901" progId="Equation.DSMT4">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3057499"/>
                        <a:ext cx="5729287"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42</a:t>
            </a:fld>
            <a:endParaRPr lang="en-US" altLang="zh-CN"/>
          </a:p>
        </p:txBody>
      </p:sp>
      <p:graphicFrame>
        <p:nvGraphicFramePr>
          <p:cNvPr id="3" name="对象 2"/>
          <p:cNvGraphicFramePr>
            <a:graphicFrameLocks noGrp="1" noChangeAspect="1"/>
          </p:cNvGraphicFramePr>
          <p:nvPr>
            <p:extLst>
              <p:ext uri="{D42A27DB-BD31-4B8C-83A1-F6EECF244321}">
                <p14:modId xmlns:p14="http://schemas.microsoft.com/office/powerpoint/2010/main" val="1026013487"/>
              </p:ext>
            </p:extLst>
          </p:nvPr>
        </p:nvGraphicFramePr>
        <p:xfrm>
          <a:off x="1403648" y="116632"/>
          <a:ext cx="5327650" cy="2520950"/>
        </p:xfrm>
        <a:graphic>
          <a:graphicData uri="http://schemas.openxmlformats.org/presentationml/2006/ole">
            <mc:AlternateContent xmlns:mc="http://schemas.openxmlformats.org/markup-compatibility/2006">
              <mc:Choice xmlns:v="urn:schemas-microsoft-com:vml" Requires="v">
                <p:oleObj name="Equation" r:id="rId2" imgW="2971779" imgH="1285964" progId="Equation.DSMT4">
                  <p:embed/>
                </p:oleObj>
              </mc:Choice>
              <mc:Fallback>
                <p:oleObj name="Equation" r:id="rId2" imgW="2971779" imgH="1285964" progId="Equation.DSMT4">
                  <p:embed/>
                  <p:pic>
                    <p:nvPicPr>
                      <p:cNvPr id="0" name="Object 19"/>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16632"/>
                        <a:ext cx="5327650"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Grp="1" noChangeAspect="1"/>
          </p:cNvGraphicFramePr>
          <p:nvPr>
            <p:extLst>
              <p:ext uri="{D42A27DB-BD31-4B8C-83A1-F6EECF244321}">
                <p14:modId xmlns:p14="http://schemas.microsoft.com/office/powerpoint/2010/main" val="4183165735"/>
              </p:ext>
            </p:extLst>
          </p:nvPr>
        </p:nvGraphicFramePr>
        <p:xfrm>
          <a:off x="1476077" y="2171948"/>
          <a:ext cx="6264275" cy="1689100"/>
        </p:xfrm>
        <a:graphic>
          <a:graphicData uri="http://schemas.openxmlformats.org/presentationml/2006/ole">
            <mc:AlternateContent xmlns:mc="http://schemas.openxmlformats.org/markup-compatibility/2006">
              <mc:Choice xmlns:v="urn:schemas-microsoft-com:vml" Requires="v">
                <p:oleObj name="Equation" r:id="rId4" imgW="3390997" imgH="828696" progId="Equation.DSMT4">
                  <p:embed/>
                </p:oleObj>
              </mc:Choice>
              <mc:Fallback>
                <p:oleObj name="Equation" r:id="rId4" imgW="3390997" imgH="828696" progId="Equation.DSMT4">
                  <p:embed/>
                  <p:pic>
                    <p:nvPicPr>
                      <p:cNvPr id="0" name="Object 1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077" y="2171948"/>
                        <a:ext cx="6264275" cy="168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Grp="1" noChangeAspect="1"/>
          </p:cNvGraphicFramePr>
          <p:nvPr>
            <p:extLst>
              <p:ext uri="{D42A27DB-BD31-4B8C-83A1-F6EECF244321}">
                <p14:modId xmlns:p14="http://schemas.microsoft.com/office/powerpoint/2010/main" val="238164293"/>
              </p:ext>
            </p:extLst>
          </p:nvPr>
        </p:nvGraphicFramePr>
        <p:xfrm>
          <a:off x="899592" y="4005064"/>
          <a:ext cx="5832475" cy="2735263"/>
        </p:xfrm>
        <a:graphic>
          <a:graphicData uri="http://schemas.openxmlformats.org/presentationml/2006/ole">
            <mc:AlternateContent xmlns:mc="http://schemas.openxmlformats.org/markup-compatibility/2006">
              <mc:Choice xmlns:v="urn:schemas-microsoft-com:vml" Requires="v">
                <p:oleObj name="公式" r:id="rId6" imgW="2886208" imgH="1400145" progId="Equation.3">
                  <p:embed/>
                </p:oleObj>
              </mc:Choice>
              <mc:Fallback>
                <p:oleObj name="公式" r:id="rId6" imgW="2886208" imgH="1400145" progId="Equation.3">
                  <p:embed/>
                  <p:pic>
                    <p:nvPicPr>
                      <p:cNvPr id="0" name="Object 19"/>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592" y="4005064"/>
                        <a:ext cx="5832475" cy="273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2"/>
          <p:cNvSpPr txBox="1">
            <a:spLocks noChangeArrowheads="1"/>
          </p:cNvSpPr>
          <p:nvPr/>
        </p:nvSpPr>
        <p:spPr bwMode="auto">
          <a:xfrm>
            <a:off x="4499992" y="6165304"/>
            <a:ext cx="4896544"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200" dirty="0">
                <a:solidFill>
                  <a:schemeClr val="bg1"/>
                </a:solidFill>
              </a:rPr>
              <a:t>应用的例子见习题</a:t>
            </a:r>
            <a:r>
              <a:rPr lang="en-US" altLang="zh-CN" sz="3200" dirty="0">
                <a:solidFill>
                  <a:schemeClr val="bg1"/>
                </a:solidFill>
              </a:rPr>
              <a:t>17</a:t>
            </a:r>
            <a:r>
              <a:rPr lang="zh-CN" altLang="en-US" sz="3200" dirty="0">
                <a:solidFill>
                  <a:schemeClr val="bg1"/>
                </a:solidFill>
              </a:rPr>
              <a:t>题</a:t>
            </a:r>
          </a:p>
        </p:txBody>
      </p:sp>
    </p:spTree>
    <p:extLst>
      <p:ext uri="{BB962C8B-B14F-4D97-AF65-F5344CB8AC3E}">
        <p14:creationId xmlns:p14="http://schemas.microsoft.com/office/powerpoint/2010/main" val="2817973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p:cNvSpPr>
            <a:spLocks noGrp="1"/>
          </p:cNvSpPr>
          <p:nvPr>
            <p:ph type="sldNum" sz="quarter" idx="12"/>
          </p:nvPr>
        </p:nvSpPr>
        <p:spPr>
          <a:xfrm>
            <a:off x="6948488" y="6361113"/>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A744530-9E5E-42C4-8499-F8478A23B4F0}" type="slidenum">
              <a:rPr lang="en-US" altLang="zh-CN" sz="1400"/>
              <a:pPr eaLnBrk="1" hangingPunct="1"/>
              <a:t>43</a:t>
            </a:fld>
            <a:endParaRPr lang="en-US" altLang="zh-CN" sz="1400"/>
          </a:p>
        </p:txBody>
      </p:sp>
      <p:sp>
        <p:nvSpPr>
          <p:cNvPr id="3" name="Text Box 2"/>
          <p:cNvSpPr txBox="1">
            <a:spLocks noChangeArrowheads="1"/>
          </p:cNvSpPr>
          <p:nvPr/>
        </p:nvSpPr>
        <p:spPr bwMode="auto">
          <a:xfrm>
            <a:off x="412750" y="188913"/>
            <a:ext cx="85804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5400" dirty="0">
                <a:solidFill>
                  <a:srgbClr val="FFFF00"/>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第四章 </a:t>
            </a:r>
            <a:r>
              <a:rPr lang="zh-CN" sz="5400" dirty="0">
                <a:solidFill>
                  <a:srgbClr val="FFFF00"/>
                </a:solidFill>
                <a:effectLst>
                  <a:outerShdw blurRad="38100" dist="38100" dir="2700000" algn="tl">
                    <a:srgbClr val="000000"/>
                  </a:outerShdw>
                </a:effectLst>
                <a:latin typeface="华文行楷" panose="02010800040101010101" pitchFamily="2" charset="-122"/>
                <a:ea typeface="华文行楷" panose="02010800040101010101" pitchFamily="2" charset="-122"/>
              </a:rPr>
              <a:t>数值积分和数值微分</a:t>
            </a:r>
            <a:endParaRPr lang="zh-CN" altLang="en-US" sz="5400" dirty="0">
              <a:solidFill>
                <a:srgbClr val="FFFF00"/>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30724" name="TextBox 3"/>
          <p:cNvSpPr txBox="1">
            <a:spLocks noChangeArrowheads="1"/>
          </p:cNvSpPr>
          <p:nvPr/>
        </p:nvSpPr>
        <p:spPr bwMode="auto">
          <a:xfrm>
            <a:off x="1475656" y="1286535"/>
            <a:ext cx="40368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b="1" dirty="0">
                <a:solidFill>
                  <a:schemeClr val="bg1"/>
                </a:solidFill>
              </a:rPr>
              <a:t>1.  </a:t>
            </a:r>
            <a:r>
              <a:rPr lang="zh-CN" altLang="en-US" sz="3200" b="1" dirty="0">
                <a:solidFill>
                  <a:schemeClr val="bg1"/>
                </a:solidFill>
              </a:rPr>
              <a:t>积分基本概念</a:t>
            </a:r>
          </a:p>
        </p:txBody>
      </p:sp>
      <p:sp>
        <p:nvSpPr>
          <p:cNvPr id="29" name="TextBox 3"/>
          <p:cNvSpPr txBox="1">
            <a:spLocks noChangeArrowheads="1"/>
          </p:cNvSpPr>
          <p:nvPr/>
        </p:nvSpPr>
        <p:spPr bwMode="auto">
          <a:xfrm>
            <a:off x="1502160" y="2132856"/>
            <a:ext cx="40368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chemeClr val="bg1"/>
                </a:solidFill>
              </a:rPr>
              <a:t>2. </a:t>
            </a:r>
            <a:r>
              <a:rPr lang="zh-CN" altLang="en-US" sz="3200" dirty="0">
                <a:solidFill>
                  <a:schemeClr val="bg1"/>
                </a:solidFill>
              </a:rPr>
              <a:t>积分的代数精度</a:t>
            </a:r>
          </a:p>
        </p:txBody>
      </p:sp>
      <p:sp>
        <p:nvSpPr>
          <p:cNvPr id="2" name="TextBox 1"/>
          <p:cNvSpPr txBox="1"/>
          <p:nvPr/>
        </p:nvSpPr>
        <p:spPr>
          <a:xfrm>
            <a:off x="1502160" y="2924944"/>
            <a:ext cx="6022168" cy="1077218"/>
          </a:xfrm>
          <a:prstGeom prst="rect">
            <a:avLst/>
          </a:prstGeom>
          <a:noFill/>
        </p:spPr>
        <p:txBody>
          <a:bodyPr wrap="square" rtlCol="0">
            <a:spAutoFit/>
          </a:bodyPr>
          <a:lstStyle/>
          <a:p>
            <a:r>
              <a:rPr lang="en-US" altLang="zh-CN" sz="3200" b="1" dirty="0">
                <a:solidFill>
                  <a:schemeClr val="bg1"/>
                </a:solidFill>
              </a:rPr>
              <a:t>3. </a:t>
            </a:r>
            <a:r>
              <a:rPr lang="zh-CN" altLang="en-US" sz="3200" b="1" dirty="0">
                <a:solidFill>
                  <a:schemeClr val="bg1"/>
                </a:solidFill>
              </a:rPr>
              <a:t>积分的梯形公式、辛甫生公式 及其余项</a:t>
            </a:r>
          </a:p>
        </p:txBody>
      </p:sp>
      <p:sp>
        <p:nvSpPr>
          <p:cNvPr id="31" name="TextBox 30"/>
          <p:cNvSpPr txBox="1"/>
          <p:nvPr/>
        </p:nvSpPr>
        <p:spPr>
          <a:xfrm>
            <a:off x="1502160" y="4293096"/>
            <a:ext cx="6022168" cy="1077218"/>
          </a:xfrm>
          <a:prstGeom prst="rect">
            <a:avLst/>
          </a:prstGeom>
          <a:noFill/>
        </p:spPr>
        <p:txBody>
          <a:bodyPr wrap="square" rtlCol="0">
            <a:spAutoFit/>
          </a:bodyPr>
          <a:lstStyle/>
          <a:p>
            <a:r>
              <a:rPr lang="en-US" altLang="zh-CN" sz="3200" b="1" dirty="0">
                <a:solidFill>
                  <a:schemeClr val="bg1"/>
                </a:solidFill>
              </a:rPr>
              <a:t>4. </a:t>
            </a:r>
            <a:r>
              <a:rPr lang="zh-CN" altLang="en-US" sz="3200" b="1" dirty="0">
                <a:solidFill>
                  <a:schemeClr val="bg1"/>
                </a:solidFill>
              </a:rPr>
              <a:t>复化的梯形公式、辛甫生公式 及其余项</a:t>
            </a:r>
          </a:p>
        </p:txBody>
      </p:sp>
      <p:sp>
        <p:nvSpPr>
          <p:cNvPr id="8" name="TextBox 7"/>
          <p:cNvSpPr txBox="1"/>
          <p:nvPr/>
        </p:nvSpPr>
        <p:spPr>
          <a:xfrm>
            <a:off x="1527080" y="5573879"/>
            <a:ext cx="6022168" cy="584775"/>
          </a:xfrm>
          <a:prstGeom prst="rect">
            <a:avLst/>
          </a:prstGeom>
          <a:noFill/>
        </p:spPr>
        <p:txBody>
          <a:bodyPr wrap="square" rtlCol="0">
            <a:spAutoFit/>
          </a:bodyPr>
          <a:lstStyle/>
          <a:p>
            <a:r>
              <a:rPr lang="en-US" altLang="zh-CN" sz="3200" b="1" dirty="0">
                <a:solidFill>
                  <a:schemeClr val="bg1"/>
                </a:solidFill>
              </a:rPr>
              <a:t>5. </a:t>
            </a:r>
            <a:r>
              <a:rPr lang="zh-CN" altLang="en-US" sz="3200" b="1" dirty="0">
                <a:solidFill>
                  <a:schemeClr val="bg1"/>
                </a:solidFill>
              </a:rPr>
              <a:t>高斯求积公式</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84813" y="35913"/>
            <a:ext cx="40510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solidFill>
                  <a:schemeClr val="bg1"/>
                </a:solidFill>
              </a:rPr>
              <a:t>1.  </a:t>
            </a:r>
            <a:r>
              <a:rPr lang="zh-CN" altLang="en-US" sz="3600" dirty="0">
                <a:solidFill>
                  <a:schemeClr val="bg1"/>
                </a:solidFill>
              </a:rPr>
              <a:t>积分基本概念</a:t>
            </a:r>
          </a:p>
        </p:txBody>
      </p:sp>
      <p:graphicFrame>
        <p:nvGraphicFramePr>
          <p:cNvPr id="5" name="Object 2"/>
          <p:cNvGraphicFramePr>
            <a:graphicFrameLocks noChangeAspect="1"/>
          </p:cNvGraphicFramePr>
          <p:nvPr>
            <p:extLst>
              <p:ext uri="{D42A27DB-BD31-4B8C-83A1-F6EECF244321}">
                <p14:modId xmlns:p14="http://schemas.microsoft.com/office/powerpoint/2010/main" val="3550601719"/>
              </p:ext>
            </p:extLst>
          </p:nvPr>
        </p:nvGraphicFramePr>
        <p:xfrm>
          <a:off x="4572000" y="2964036"/>
          <a:ext cx="3733800" cy="704850"/>
        </p:xfrm>
        <a:graphic>
          <a:graphicData uri="http://schemas.openxmlformats.org/presentationml/2006/ole">
            <mc:AlternateContent xmlns:mc="http://schemas.openxmlformats.org/markup-compatibility/2006">
              <mc:Choice xmlns:v="urn:schemas-microsoft-com:vml" Requires="v">
                <p:oleObj name="公式" r:id="rId2" imgW="1714394" imgH="295307" progId="Equation.3">
                  <p:embed/>
                </p:oleObj>
              </mc:Choice>
              <mc:Fallback>
                <p:oleObj name="公式" r:id="rId2" imgW="1714394" imgH="29530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964036"/>
                        <a:ext cx="37338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3"/>
          <p:cNvSpPr txBox="1">
            <a:spLocks noChangeArrowheads="1"/>
          </p:cNvSpPr>
          <p:nvPr/>
        </p:nvSpPr>
        <p:spPr bwMode="auto">
          <a:xfrm>
            <a:off x="84813" y="2925365"/>
            <a:ext cx="41513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zh-CN" altLang="en-US" sz="2800" b="1" dirty="0">
                <a:solidFill>
                  <a:schemeClr val="bg1"/>
                </a:solidFill>
                <a:latin typeface="Arial" charset="0"/>
              </a:rPr>
              <a:t>积分中值定理告诉我们：</a:t>
            </a:r>
          </a:p>
        </p:txBody>
      </p:sp>
      <p:sp>
        <p:nvSpPr>
          <p:cNvPr id="7" name="AutoShape 4"/>
          <p:cNvSpPr>
            <a:spLocks noChangeArrowheads="1"/>
          </p:cNvSpPr>
          <p:nvPr/>
        </p:nvSpPr>
        <p:spPr bwMode="auto">
          <a:xfrm>
            <a:off x="7092280" y="4043536"/>
            <a:ext cx="1800225" cy="609600"/>
          </a:xfrm>
          <a:prstGeom prst="wedgeRectCallout">
            <a:avLst>
              <a:gd name="adj1" fmla="val -66843"/>
              <a:gd name="adj2" fmla="val -128384"/>
            </a:avLst>
          </a:prstGeom>
          <a:solidFill>
            <a:srgbClr val="FFFFFF"/>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FontTx/>
              <a:buNone/>
            </a:pPr>
            <a:r>
              <a:rPr kumimoji="0" lang="zh-CN" altLang="en-US" sz="2800" b="1">
                <a:latin typeface="Arial" charset="0"/>
              </a:rPr>
              <a:t>平均高度</a:t>
            </a:r>
          </a:p>
        </p:txBody>
      </p:sp>
      <p:sp>
        <p:nvSpPr>
          <p:cNvPr id="8" name="Line 5"/>
          <p:cNvSpPr>
            <a:spLocks noChangeShapeType="1"/>
          </p:cNvSpPr>
          <p:nvPr/>
        </p:nvSpPr>
        <p:spPr bwMode="auto">
          <a:xfrm>
            <a:off x="6694487" y="3573016"/>
            <a:ext cx="6477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9" name="组合 1"/>
          <p:cNvGrpSpPr>
            <a:grpSpLocks/>
          </p:cNvGrpSpPr>
          <p:nvPr/>
        </p:nvGrpSpPr>
        <p:grpSpPr bwMode="auto">
          <a:xfrm>
            <a:off x="2870894" y="3374851"/>
            <a:ext cx="3883025" cy="3438525"/>
            <a:chOff x="2195513" y="2636838"/>
            <a:chExt cx="3884612" cy="3438526"/>
          </a:xfrm>
        </p:grpSpPr>
        <p:sp>
          <p:nvSpPr>
            <p:cNvPr id="10" name="Line 7"/>
            <p:cNvSpPr>
              <a:spLocks noChangeShapeType="1"/>
            </p:cNvSpPr>
            <p:nvPr/>
          </p:nvSpPr>
          <p:spPr bwMode="auto">
            <a:xfrm flipV="1">
              <a:off x="2717800" y="2735263"/>
              <a:ext cx="0" cy="28067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8"/>
            <p:cNvSpPr>
              <a:spLocks noChangeShapeType="1"/>
            </p:cNvSpPr>
            <p:nvPr/>
          </p:nvSpPr>
          <p:spPr bwMode="auto">
            <a:xfrm>
              <a:off x="2719388" y="5543551"/>
              <a:ext cx="3024187"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Freeform 9"/>
            <p:cNvSpPr>
              <a:spLocks/>
            </p:cNvSpPr>
            <p:nvPr/>
          </p:nvSpPr>
          <p:spPr bwMode="auto">
            <a:xfrm>
              <a:off x="3295649" y="3601641"/>
              <a:ext cx="1697038" cy="979487"/>
            </a:xfrm>
            <a:custGeom>
              <a:avLst/>
              <a:gdLst>
                <a:gd name="T0" fmla="*/ 0 w 1088"/>
                <a:gd name="T1" fmla="*/ 1321480418 h 726"/>
                <a:gd name="T2" fmla="*/ 883144502 w 1088"/>
                <a:gd name="T3" fmla="*/ 331279773 h 726"/>
                <a:gd name="T4" fmla="*/ 2147483647 w 1088"/>
                <a:gd name="T5" fmla="*/ 0 h 726"/>
                <a:gd name="T6" fmla="*/ 0 60000 65536"/>
                <a:gd name="T7" fmla="*/ 0 60000 65536"/>
                <a:gd name="T8" fmla="*/ 0 60000 65536"/>
              </a:gdLst>
              <a:ahLst/>
              <a:cxnLst>
                <a:cxn ang="T6">
                  <a:pos x="T0" y="T1"/>
                </a:cxn>
                <a:cxn ang="T7">
                  <a:pos x="T2" y="T3"/>
                </a:cxn>
                <a:cxn ang="T8">
                  <a:pos x="T4" y="T5"/>
                </a:cxn>
              </a:cxnLst>
              <a:rect l="0" t="0" r="r" b="b"/>
              <a:pathLst>
                <a:path w="1088" h="726">
                  <a:moveTo>
                    <a:pt x="0" y="726"/>
                  </a:moveTo>
                  <a:cubicBezTo>
                    <a:pt x="91" y="514"/>
                    <a:pt x="182" y="303"/>
                    <a:pt x="363" y="182"/>
                  </a:cubicBezTo>
                  <a:cubicBezTo>
                    <a:pt x="544" y="61"/>
                    <a:pt x="960" y="30"/>
                    <a:pt x="1088" y="0"/>
                  </a:cubicBezTo>
                </a:path>
              </a:pathLst>
            </a:custGeom>
            <a:noFill/>
            <a:ln w="2857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10"/>
            <p:cNvSpPr>
              <a:spLocks noChangeShapeType="1"/>
            </p:cNvSpPr>
            <p:nvPr/>
          </p:nvSpPr>
          <p:spPr bwMode="auto">
            <a:xfrm>
              <a:off x="3276600" y="3789040"/>
              <a:ext cx="19050" cy="1754511"/>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11"/>
            <p:cNvSpPr>
              <a:spLocks noChangeShapeType="1"/>
            </p:cNvSpPr>
            <p:nvPr/>
          </p:nvSpPr>
          <p:spPr bwMode="auto">
            <a:xfrm>
              <a:off x="4087813" y="3789040"/>
              <a:ext cx="0" cy="1754511"/>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Line 12"/>
            <p:cNvSpPr>
              <a:spLocks noChangeShapeType="1"/>
            </p:cNvSpPr>
            <p:nvPr/>
          </p:nvSpPr>
          <p:spPr bwMode="auto">
            <a:xfrm>
              <a:off x="5022850" y="3601641"/>
              <a:ext cx="0" cy="1941910"/>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13"/>
            <p:cNvSpPr>
              <a:spLocks noChangeShapeType="1"/>
            </p:cNvSpPr>
            <p:nvPr/>
          </p:nvSpPr>
          <p:spPr bwMode="auto">
            <a:xfrm>
              <a:off x="3252788" y="3789040"/>
              <a:ext cx="1800225" cy="0"/>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Text Box 14"/>
            <p:cNvSpPr txBox="1">
              <a:spLocks noChangeArrowheads="1"/>
            </p:cNvSpPr>
            <p:nvPr/>
          </p:nvSpPr>
          <p:spPr bwMode="auto">
            <a:xfrm>
              <a:off x="4087813" y="4433888"/>
              <a:ext cx="8985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f(ζ)</a:t>
              </a:r>
            </a:p>
          </p:txBody>
        </p:sp>
        <p:sp>
          <p:nvSpPr>
            <p:cNvPr id="18" name="Text Box 15"/>
            <p:cNvSpPr txBox="1">
              <a:spLocks noChangeArrowheads="1"/>
            </p:cNvSpPr>
            <p:nvPr/>
          </p:nvSpPr>
          <p:spPr bwMode="auto">
            <a:xfrm>
              <a:off x="2997200" y="5470526"/>
              <a:ext cx="30829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 </a:t>
              </a:r>
              <a:r>
                <a:rPr kumimoji="0" lang="en-US" altLang="zh-CN" sz="2800" b="1">
                  <a:solidFill>
                    <a:schemeClr val="bg1"/>
                  </a:solidFill>
                  <a:cs typeface="Times New Roman" pitchFamily="18" charset="0"/>
                </a:rPr>
                <a:t>a</a:t>
              </a:r>
              <a:r>
                <a:rPr kumimoji="0" lang="en-US" altLang="zh-CN" sz="2800" b="1">
                  <a:solidFill>
                    <a:schemeClr val="bg1"/>
                  </a:solidFill>
                  <a:latin typeface="Arial" charset="0"/>
                </a:rPr>
                <a:t>     </a:t>
              </a:r>
              <a:r>
                <a:rPr kumimoji="0" lang="en-US" altLang="zh-CN" sz="2800" b="1">
                  <a:solidFill>
                    <a:schemeClr val="bg1"/>
                  </a:solidFill>
                  <a:latin typeface="Arial" charset="0"/>
                  <a:cs typeface="Times New Roman" pitchFamily="18" charset="0"/>
                </a:rPr>
                <a:t>ζ</a:t>
              </a:r>
              <a:r>
                <a:rPr kumimoji="0" lang="en-US" altLang="zh-CN" sz="2800" b="1">
                  <a:solidFill>
                    <a:schemeClr val="bg1"/>
                  </a:solidFill>
                  <a:latin typeface="Arial" charset="0"/>
                </a:rPr>
                <a:t>       </a:t>
              </a:r>
              <a:r>
                <a:rPr kumimoji="0" lang="en-US" altLang="zh-CN" sz="2800" b="1">
                  <a:solidFill>
                    <a:schemeClr val="bg1"/>
                  </a:solidFill>
                  <a:cs typeface="Times New Roman" pitchFamily="18" charset="0"/>
                </a:rPr>
                <a:t>b</a:t>
              </a:r>
              <a:r>
                <a:rPr kumimoji="0" lang="en-US" altLang="zh-CN" sz="2800" b="1">
                  <a:solidFill>
                    <a:schemeClr val="bg1"/>
                  </a:solidFill>
                  <a:latin typeface="Arial" charset="0"/>
                </a:rPr>
                <a:t>         </a:t>
              </a:r>
            </a:p>
          </p:txBody>
        </p:sp>
        <p:sp>
          <p:nvSpPr>
            <p:cNvPr id="19" name="Text Box 16"/>
            <p:cNvSpPr txBox="1">
              <a:spLocks noChangeArrowheads="1"/>
            </p:cNvSpPr>
            <p:nvPr/>
          </p:nvSpPr>
          <p:spPr bwMode="auto">
            <a:xfrm>
              <a:off x="2195513" y="2636838"/>
              <a:ext cx="341312"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p>
          </p:txBody>
        </p:sp>
        <p:sp>
          <p:nvSpPr>
            <p:cNvPr id="20" name="Text Box 17"/>
            <p:cNvSpPr txBox="1">
              <a:spLocks noChangeArrowheads="1"/>
            </p:cNvSpPr>
            <p:nvPr/>
          </p:nvSpPr>
          <p:spPr bwMode="auto">
            <a:xfrm>
              <a:off x="5651500" y="5445126"/>
              <a:ext cx="36195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x</a:t>
              </a:r>
            </a:p>
          </p:txBody>
        </p:sp>
        <p:sp>
          <p:nvSpPr>
            <p:cNvPr id="21" name="Text Box 18"/>
            <p:cNvSpPr txBox="1">
              <a:spLocks noChangeArrowheads="1"/>
            </p:cNvSpPr>
            <p:nvPr/>
          </p:nvSpPr>
          <p:spPr bwMode="auto">
            <a:xfrm>
              <a:off x="3635375" y="2924176"/>
              <a:ext cx="10795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r>
                <a:rPr kumimoji="0" lang="en-US" altLang="zh-CN" sz="2800" b="1">
                  <a:solidFill>
                    <a:schemeClr val="bg1"/>
                  </a:solidFill>
                  <a:cs typeface="Times New Roman" pitchFamily="18" charset="0"/>
                </a:rPr>
                <a:t>=</a:t>
              </a:r>
              <a:r>
                <a:rPr kumimoji="0" lang="en-US" altLang="zh-CN" sz="2800" b="1" i="1">
                  <a:solidFill>
                    <a:schemeClr val="bg1"/>
                  </a:solidFill>
                  <a:cs typeface="Times New Roman" pitchFamily="18" charset="0"/>
                </a:rPr>
                <a:t>f(x)</a:t>
              </a:r>
            </a:p>
          </p:txBody>
        </p:sp>
        <p:sp>
          <p:nvSpPr>
            <p:cNvPr id="22" name="Line 19"/>
            <p:cNvSpPr>
              <a:spLocks noChangeShapeType="1"/>
            </p:cNvSpPr>
            <p:nvPr/>
          </p:nvSpPr>
          <p:spPr bwMode="auto">
            <a:xfrm flipH="1">
              <a:off x="3295650" y="3959226"/>
              <a:ext cx="576262" cy="503238"/>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Line 20"/>
            <p:cNvSpPr>
              <a:spLocks noChangeShapeType="1"/>
            </p:cNvSpPr>
            <p:nvPr/>
          </p:nvSpPr>
          <p:spPr bwMode="auto">
            <a:xfrm flipH="1">
              <a:off x="3276600" y="3933826"/>
              <a:ext cx="1006475" cy="863600"/>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Line 21"/>
            <p:cNvSpPr>
              <a:spLocks noChangeShapeType="1"/>
            </p:cNvSpPr>
            <p:nvPr/>
          </p:nvSpPr>
          <p:spPr bwMode="auto">
            <a:xfrm flipH="1">
              <a:off x="3367088" y="3959226"/>
              <a:ext cx="1368425" cy="1223963"/>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22"/>
            <p:cNvSpPr>
              <a:spLocks noChangeShapeType="1"/>
            </p:cNvSpPr>
            <p:nvPr/>
          </p:nvSpPr>
          <p:spPr bwMode="auto">
            <a:xfrm flipH="1">
              <a:off x="3438525" y="4103688"/>
              <a:ext cx="1584325" cy="1439863"/>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Line 23"/>
            <p:cNvSpPr>
              <a:spLocks noChangeShapeType="1"/>
            </p:cNvSpPr>
            <p:nvPr/>
          </p:nvSpPr>
          <p:spPr bwMode="auto">
            <a:xfrm flipH="1">
              <a:off x="3943350" y="4537076"/>
              <a:ext cx="1081087" cy="1006475"/>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Line 24"/>
            <p:cNvSpPr>
              <a:spLocks noChangeShapeType="1"/>
            </p:cNvSpPr>
            <p:nvPr/>
          </p:nvSpPr>
          <p:spPr bwMode="auto">
            <a:xfrm flipH="1">
              <a:off x="4375150" y="5038726"/>
              <a:ext cx="576262" cy="503238"/>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Text Box 25"/>
            <p:cNvSpPr txBox="1">
              <a:spLocks noChangeArrowheads="1"/>
            </p:cNvSpPr>
            <p:nvPr/>
          </p:nvSpPr>
          <p:spPr bwMode="auto">
            <a:xfrm>
              <a:off x="2195513" y="5441951"/>
              <a:ext cx="382587"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0</a:t>
              </a:r>
            </a:p>
          </p:txBody>
        </p:sp>
      </p:grpSp>
      <p:sp>
        <p:nvSpPr>
          <p:cNvPr id="29" name="AutoShape 4"/>
          <p:cNvSpPr>
            <a:spLocks noChangeArrowheads="1"/>
          </p:cNvSpPr>
          <p:nvPr/>
        </p:nvSpPr>
        <p:spPr bwMode="auto">
          <a:xfrm>
            <a:off x="7164139" y="2133674"/>
            <a:ext cx="1584325" cy="503238"/>
          </a:xfrm>
          <a:prstGeom prst="wedgeRectCallout">
            <a:avLst>
              <a:gd name="adj1" fmla="val -49898"/>
              <a:gd name="adj2" fmla="val -116245"/>
            </a:avLst>
          </a:prstGeom>
          <a:solidFill>
            <a:srgbClr val="FFFFFF"/>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FontTx/>
              <a:buNone/>
            </a:pPr>
            <a:r>
              <a:rPr kumimoji="0" lang="zh-CN" altLang="en-US" sz="2400" b="1">
                <a:latin typeface="Arial" charset="0"/>
              </a:rPr>
              <a:t>求积节点</a:t>
            </a:r>
          </a:p>
        </p:txBody>
      </p:sp>
      <p:sp>
        <p:nvSpPr>
          <p:cNvPr id="30" name="Line 5"/>
          <p:cNvSpPr>
            <a:spLocks noChangeShapeType="1"/>
          </p:cNvSpPr>
          <p:nvPr/>
        </p:nvSpPr>
        <p:spPr bwMode="auto">
          <a:xfrm>
            <a:off x="6876802" y="1701874"/>
            <a:ext cx="36036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Line 6"/>
          <p:cNvSpPr>
            <a:spLocks noChangeShapeType="1"/>
          </p:cNvSpPr>
          <p:nvPr/>
        </p:nvSpPr>
        <p:spPr bwMode="auto">
          <a:xfrm>
            <a:off x="6011614" y="1701874"/>
            <a:ext cx="36036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AutoShape 7"/>
          <p:cNvSpPr>
            <a:spLocks noChangeArrowheads="1"/>
          </p:cNvSpPr>
          <p:nvPr/>
        </p:nvSpPr>
        <p:spPr bwMode="auto">
          <a:xfrm>
            <a:off x="5436939" y="2119387"/>
            <a:ext cx="1584325" cy="503237"/>
          </a:xfrm>
          <a:prstGeom prst="wedgeRectCallout">
            <a:avLst>
              <a:gd name="adj1" fmla="val -4106"/>
              <a:gd name="adj2" fmla="val -130440"/>
            </a:avLst>
          </a:prstGeom>
          <a:solidFill>
            <a:srgbClr val="FFFFFF"/>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FontTx/>
              <a:buNone/>
            </a:pPr>
            <a:r>
              <a:rPr kumimoji="0" lang="zh-CN" altLang="en-US" sz="2400" b="1">
                <a:latin typeface="Arial" charset="0"/>
              </a:rPr>
              <a:t>求积系数</a:t>
            </a:r>
          </a:p>
        </p:txBody>
      </p:sp>
      <p:graphicFrame>
        <p:nvGraphicFramePr>
          <p:cNvPr id="33" name="Object 10"/>
          <p:cNvGraphicFramePr>
            <a:graphicFrameLocks noChangeAspect="1"/>
          </p:cNvGraphicFramePr>
          <p:nvPr>
            <p:extLst>
              <p:ext uri="{D42A27DB-BD31-4B8C-83A1-F6EECF244321}">
                <p14:modId xmlns:p14="http://schemas.microsoft.com/office/powerpoint/2010/main" val="3639056750"/>
              </p:ext>
            </p:extLst>
          </p:nvPr>
        </p:nvGraphicFramePr>
        <p:xfrm>
          <a:off x="3260477" y="881137"/>
          <a:ext cx="4319587" cy="1079500"/>
        </p:xfrm>
        <a:graphic>
          <a:graphicData uri="http://schemas.openxmlformats.org/presentationml/2006/ole">
            <mc:AlternateContent xmlns:mc="http://schemas.openxmlformats.org/markup-compatibility/2006">
              <mc:Choice xmlns:v="urn:schemas-microsoft-com:vml" Requires="v">
                <p:oleObj name="公式" r:id="rId4" imgW="1457411" imgH="390594" progId="Equation.3">
                  <p:embed/>
                </p:oleObj>
              </mc:Choice>
              <mc:Fallback>
                <p:oleObj name="公式" r:id="rId4" imgW="1457411" imgH="39059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0477" y="881137"/>
                        <a:ext cx="431958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251520" y="1117099"/>
            <a:ext cx="2646878" cy="584775"/>
          </a:xfrm>
          <a:prstGeom prst="rect">
            <a:avLst/>
          </a:prstGeom>
          <a:noFill/>
        </p:spPr>
        <p:txBody>
          <a:bodyPr wrap="none" rtlCol="0">
            <a:spAutoFit/>
          </a:bodyPr>
          <a:lstStyle/>
          <a:p>
            <a:r>
              <a:rPr lang="zh-CN" altLang="en-US" sz="3200" dirty="0">
                <a:solidFill>
                  <a:schemeClr val="bg1"/>
                </a:solidFill>
              </a:rPr>
              <a:t>机械求积定义</a:t>
            </a:r>
          </a:p>
        </p:txBody>
      </p:sp>
    </p:spTree>
    <p:extLst>
      <p:ext uri="{BB962C8B-B14F-4D97-AF65-F5344CB8AC3E}">
        <p14:creationId xmlns:p14="http://schemas.microsoft.com/office/powerpoint/2010/main" val="1553375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0"/>
          <p:cNvSpPr txBox="1">
            <a:spLocks noChangeArrowheads="1"/>
          </p:cNvSpPr>
          <p:nvPr/>
        </p:nvSpPr>
        <p:spPr bwMode="auto">
          <a:xfrm>
            <a:off x="5589588" y="4030663"/>
            <a:ext cx="3161443" cy="609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dirty="0">
                <a:solidFill>
                  <a:schemeClr val="bg1"/>
                </a:solidFill>
                <a:latin typeface="Arial" charset="0"/>
              </a:rPr>
              <a:t> </a:t>
            </a:r>
            <a:r>
              <a:rPr kumimoji="0" lang="en-US" altLang="zh-CN" sz="2800" b="1" dirty="0">
                <a:solidFill>
                  <a:schemeClr val="bg1"/>
                </a:solidFill>
                <a:cs typeface="Times New Roman" pitchFamily="18" charset="0"/>
              </a:rPr>
              <a:t>a</a:t>
            </a:r>
            <a:r>
              <a:rPr kumimoji="0" lang="en-US" altLang="zh-CN" sz="2800" b="1" dirty="0">
                <a:solidFill>
                  <a:schemeClr val="bg1"/>
                </a:solidFill>
                <a:latin typeface="Arial" charset="0"/>
              </a:rPr>
              <a:t>     </a:t>
            </a:r>
            <a:r>
              <a:rPr kumimoji="0" lang="en-US" altLang="zh-CN" sz="2400" dirty="0">
                <a:solidFill>
                  <a:schemeClr val="bg1"/>
                </a:solidFill>
                <a:cs typeface="Times New Roman" pitchFamily="18" charset="0"/>
              </a:rPr>
              <a:t>(</a:t>
            </a:r>
            <a:r>
              <a:rPr kumimoji="0" lang="en-US" altLang="zh-CN" sz="2400" dirty="0" err="1">
                <a:solidFill>
                  <a:schemeClr val="bg1"/>
                </a:solidFill>
                <a:cs typeface="Times New Roman" pitchFamily="18" charset="0"/>
              </a:rPr>
              <a:t>a+b</a:t>
            </a:r>
            <a:r>
              <a:rPr kumimoji="0" lang="en-US" altLang="zh-CN" sz="2400" dirty="0">
                <a:solidFill>
                  <a:schemeClr val="bg1"/>
                </a:solidFill>
                <a:cs typeface="Times New Roman" pitchFamily="18" charset="0"/>
              </a:rPr>
              <a:t>)/2</a:t>
            </a:r>
            <a:r>
              <a:rPr kumimoji="0" lang="en-US" altLang="zh-CN" sz="2800" b="1" dirty="0">
                <a:solidFill>
                  <a:schemeClr val="bg1"/>
                </a:solidFill>
                <a:latin typeface="Arial" charset="0"/>
              </a:rPr>
              <a:t>  </a:t>
            </a:r>
            <a:r>
              <a:rPr kumimoji="0" lang="en-US" altLang="zh-CN" sz="2800" b="1" dirty="0">
                <a:solidFill>
                  <a:schemeClr val="bg1"/>
                </a:solidFill>
                <a:cs typeface="Times New Roman" pitchFamily="18" charset="0"/>
              </a:rPr>
              <a:t>b</a:t>
            </a:r>
            <a:r>
              <a:rPr kumimoji="0" lang="en-US" altLang="zh-CN" sz="2800" b="1" dirty="0">
                <a:solidFill>
                  <a:schemeClr val="bg1"/>
                </a:solidFill>
                <a:latin typeface="Arial" charset="0"/>
              </a:rPr>
              <a:t>         </a:t>
            </a:r>
          </a:p>
        </p:txBody>
      </p:sp>
      <p:grpSp>
        <p:nvGrpSpPr>
          <p:cNvPr id="31747" name="组合 1"/>
          <p:cNvGrpSpPr>
            <a:grpSpLocks/>
          </p:cNvGrpSpPr>
          <p:nvPr/>
        </p:nvGrpSpPr>
        <p:grpSpPr bwMode="auto">
          <a:xfrm>
            <a:off x="4787900" y="1196975"/>
            <a:ext cx="3817938" cy="3413125"/>
            <a:chOff x="4787900" y="476250"/>
            <a:chExt cx="3817938" cy="3413126"/>
          </a:xfrm>
        </p:grpSpPr>
        <p:sp>
          <p:nvSpPr>
            <p:cNvPr id="31775" name="Line 3"/>
            <p:cNvSpPr>
              <a:spLocks noChangeShapeType="1"/>
            </p:cNvSpPr>
            <p:nvPr/>
          </p:nvSpPr>
          <p:spPr bwMode="auto">
            <a:xfrm flipV="1">
              <a:off x="5310188" y="574675"/>
              <a:ext cx="0" cy="28067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6" name="Line 4"/>
            <p:cNvSpPr>
              <a:spLocks noChangeShapeType="1"/>
            </p:cNvSpPr>
            <p:nvPr/>
          </p:nvSpPr>
          <p:spPr bwMode="auto">
            <a:xfrm>
              <a:off x="5311775" y="3382963"/>
              <a:ext cx="302418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7" name="Freeform 5"/>
            <p:cNvSpPr>
              <a:spLocks/>
            </p:cNvSpPr>
            <p:nvPr/>
          </p:nvSpPr>
          <p:spPr bwMode="auto">
            <a:xfrm>
              <a:off x="5888038" y="1412379"/>
              <a:ext cx="1727200" cy="1152525"/>
            </a:xfrm>
            <a:custGeom>
              <a:avLst/>
              <a:gdLst>
                <a:gd name="T0" fmla="*/ 0 w 1088"/>
                <a:gd name="T1" fmla="*/ 1829633438 h 726"/>
                <a:gd name="T2" fmla="*/ 914817513 w 1088"/>
                <a:gd name="T3" fmla="*/ 458668438 h 726"/>
                <a:gd name="T4" fmla="*/ 2147483647 w 1088"/>
                <a:gd name="T5" fmla="*/ 0 h 726"/>
                <a:gd name="T6" fmla="*/ 0 60000 65536"/>
                <a:gd name="T7" fmla="*/ 0 60000 65536"/>
                <a:gd name="T8" fmla="*/ 0 60000 65536"/>
              </a:gdLst>
              <a:ahLst/>
              <a:cxnLst>
                <a:cxn ang="T6">
                  <a:pos x="T0" y="T1"/>
                </a:cxn>
                <a:cxn ang="T7">
                  <a:pos x="T2" y="T3"/>
                </a:cxn>
                <a:cxn ang="T8">
                  <a:pos x="T4" y="T5"/>
                </a:cxn>
              </a:cxnLst>
              <a:rect l="0" t="0" r="r" b="b"/>
              <a:pathLst>
                <a:path w="1088" h="726">
                  <a:moveTo>
                    <a:pt x="0" y="726"/>
                  </a:moveTo>
                  <a:cubicBezTo>
                    <a:pt x="91" y="514"/>
                    <a:pt x="182" y="303"/>
                    <a:pt x="363" y="182"/>
                  </a:cubicBezTo>
                  <a:cubicBezTo>
                    <a:pt x="544" y="61"/>
                    <a:pt x="960" y="30"/>
                    <a:pt x="1088" y="0"/>
                  </a:cubicBezTo>
                </a:path>
              </a:pathLst>
            </a:custGeom>
            <a:noFill/>
            <a:ln w="2857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8" name="Line 6"/>
            <p:cNvSpPr>
              <a:spLocks noChangeShapeType="1"/>
            </p:cNvSpPr>
            <p:nvPr/>
          </p:nvSpPr>
          <p:spPr bwMode="auto">
            <a:xfrm>
              <a:off x="5888038" y="1628800"/>
              <a:ext cx="0" cy="1754163"/>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9" name="Line 7"/>
            <p:cNvSpPr>
              <a:spLocks noChangeShapeType="1"/>
            </p:cNvSpPr>
            <p:nvPr/>
          </p:nvSpPr>
          <p:spPr bwMode="auto">
            <a:xfrm>
              <a:off x="6732588" y="1557338"/>
              <a:ext cx="0" cy="1800225"/>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0" name="Line 8"/>
            <p:cNvSpPr>
              <a:spLocks noChangeShapeType="1"/>
            </p:cNvSpPr>
            <p:nvPr/>
          </p:nvSpPr>
          <p:spPr bwMode="auto">
            <a:xfrm>
              <a:off x="7615238" y="1412379"/>
              <a:ext cx="0" cy="1970584"/>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1" name="Line 9"/>
            <p:cNvSpPr>
              <a:spLocks noChangeShapeType="1"/>
            </p:cNvSpPr>
            <p:nvPr/>
          </p:nvSpPr>
          <p:spPr bwMode="auto">
            <a:xfrm>
              <a:off x="5845175" y="1628800"/>
              <a:ext cx="1800225" cy="0"/>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2" name="Text Box 11"/>
            <p:cNvSpPr txBox="1">
              <a:spLocks noChangeArrowheads="1"/>
            </p:cNvSpPr>
            <p:nvPr/>
          </p:nvSpPr>
          <p:spPr bwMode="auto">
            <a:xfrm>
              <a:off x="4787900" y="476250"/>
              <a:ext cx="341313"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p>
          </p:txBody>
        </p:sp>
        <p:sp>
          <p:nvSpPr>
            <p:cNvPr id="31783" name="Text Box 12"/>
            <p:cNvSpPr txBox="1">
              <a:spLocks noChangeArrowheads="1"/>
            </p:cNvSpPr>
            <p:nvPr/>
          </p:nvSpPr>
          <p:spPr bwMode="auto">
            <a:xfrm>
              <a:off x="8243888" y="3284538"/>
              <a:ext cx="36195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x</a:t>
              </a:r>
            </a:p>
          </p:txBody>
        </p:sp>
        <p:sp>
          <p:nvSpPr>
            <p:cNvPr id="31784" name="Text Box 13"/>
            <p:cNvSpPr txBox="1">
              <a:spLocks noChangeArrowheads="1"/>
            </p:cNvSpPr>
            <p:nvPr/>
          </p:nvSpPr>
          <p:spPr bwMode="auto">
            <a:xfrm>
              <a:off x="6227763" y="763588"/>
              <a:ext cx="10795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r>
                <a:rPr kumimoji="0" lang="en-US" altLang="zh-CN" sz="2800" b="1">
                  <a:solidFill>
                    <a:schemeClr val="bg1"/>
                  </a:solidFill>
                  <a:cs typeface="Times New Roman" pitchFamily="18" charset="0"/>
                </a:rPr>
                <a:t>=</a:t>
              </a:r>
              <a:r>
                <a:rPr kumimoji="0" lang="en-US" altLang="zh-CN" sz="2800" b="1" i="1">
                  <a:solidFill>
                    <a:schemeClr val="bg1"/>
                  </a:solidFill>
                  <a:cs typeface="Times New Roman" pitchFamily="18" charset="0"/>
                </a:rPr>
                <a:t>f(x)</a:t>
              </a:r>
            </a:p>
          </p:txBody>
        </p:sp>
        <p:sp>
          <p:nvSpPr>
            <p:cNvPr id="31785" name="Line 14"/>
            <p:cNvSpPr>
              <a:spLocks noChangeShapeType="1"/>
            </p:cNvSpPr>
            <p:nvPr/>
          </p:nvSpPr>
          <p:spPr bwMode="auto">
            <a:xfrm flipH="1">
              <a:off x="5888037" y="1628800"/>
              <a:ext cx="755649" cy="673076"/>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6" name="Line 15"/>
            <p:cNvSpPr>
              <a:spLocks noChangeShapeType="1"/>
            </p:cNvSpPr>
            <p:nvPr/>
          </p:nvSpPr>
          <p:spPr bwMode="auto">
            <a:xfrm flipH="1">
              <a:off x="5868987" y="1628800"/>
              <a:ext cx="1188244" cy="1008112"/>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7" name="Line 16"/>
            <p:cNvSpPr>
              <a:spLocks noChangeShapeType="1"/>
            </p:cNvSpPr>
            <p:nvPr/>
          </p:nvSpPr>
          <p:spPr bwMode="auto">
            <a:xfrm flipH="1">
              <a:off x="5959475" y="1772816"/>
              <a:ext cx="1368425" cy="1223963"/>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8" name="Line 17"/>
            <p:cNvSpPr>
              <a:spLocks noChangeShapeType="1"/>
            </p:cNvSpPr>
            <p:nvPr/>
          </p:nvSpPr>
          <p:spPr bwMode="auto">
            <a:xfrm flipH="1">
              <a:off x="6011863" y="1989138"/>
              <a:ext cx="1584325" cy="1439863"/>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89" name="Line 18"/>
            <p:cNvSpPr>
              <a:spLocks noChangeShapeType="1"/>
            </p:cNvSpPr>
            <p:nvPr/>
          </p:nvSpPr>
          <p:spPr bwMode="auto">
            <a:xfrm flipH="1">
              <a:off x="6516688" y="2349500"/>
              <a:ext cx="1081088" cy="1006475"/>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0" name="Line 19"/>
            <p:cNvSpPr>
              <a:spLocks noChangeShapeType="1"/>
            </p:cNvSpPr>
            <p:nvPr/>
          </p:nvSpPr>
          <p:spPr bwMode="auto">
            <a:xfrm flipH="1">
              <a:off x="6967538" y="2878138"/>
              <a:ext cx="576263" cy="503238"/>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1" name="Text Box 20"/>
            <p:cNvSpPr txBox="1">
              <a:spLocks noChangeArrowheads="1"/>
            </p:cNvSpPr>
            <p:nvPr/>
          </p:nvSpPr>
          <p:spPr bwMode="auto">
            <a:xfrm>
              <a:off x="4787900" y="3281363"/>
              <a:ext cx="382588"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0</a:t>
              </a:r>
            </a:p>
          </p:txBody>
        </p:sp>
      </p:grpSp>
      <p:grpSp>
        <p:nvGrpSpPr>
          <p:cNvPr id="31748" name="Group 21"/>
          <p:cNvGrpSpPr>
            <a:grpSpLocks/>
          </p:cNvGrpSpPr>
          <p:nvPr/>
        </p:nvGrpSpPr>
        <p:grpSpPr bwMode="auto">
          <a:xfrm>
            <a:off x="468313" y="1125538"/>
            <a:ext cx="3817937" cy="3438525"/>
            <a:chOff x="295" y="255"/>
            <a:chExt cx="2405" cy="2166"/>
          </a:xfrm>
        </p:grpSpPr>
        <p:sp>
          <p:nvSpPr>
            <p:cNvPr id="31758" name="Line 22"/>
            <p:cNvSpPr>
              <a:spLocks noChangeShapeType="1"/>
            </p:cNvSpPr>
            <p:nvPr/>
          </p:nvSpPr>
          <p:spPr bwMode="auto">
            <a:xfrm flipV="1">
              <a:off x="624" y="317"/>
              <a:ext cx="0" cy="1768"/>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59" name="Line 23"/>
            <p:cNvSpPr>
              <a:spLocks noChangeShapeType="1"/>
            </p:cNvSpPr>
            <p:nvPr/>
          </p:nvSpPr>
          <p:spPr bwMode="auto">
            <a:xfrm>
              <a:off x="625" y="2086"/>
              <a:ext cx="1905"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0" name="Freeform 24"/>
            <p:cNvSpPr>
              <a:spLocks/>
            </p:cNvSpPr>
            <p:nvPr/>
          </p:nvSpPr>
          <p:spPr bwMode="auto">
            <a:xfrm>
              <a:off x="988" y="770"/>
              <a:ext cx="1088" cy="726"/>
            </a:xfrm>
            <a:custGeom>
              <a:avLst/>
              <a:gdLst>
                <a:gd name="T0" fmla="*/ 0 w 1088"/>
                <a:gd name="T1" fmla="*/ 726 h 726"/>
                <a:gd name="T2" fmla="*/ 363 w 1088"/>
                <a:gd name="T3" fmla="*/ 182 h 726"/>
                <a:gd name="T4" fmla="*/ 1088 w 1088"/>
                <a:gd name="T5" fmla="*/ 0 h 726"/>
                <a:gd name="T6" fmla="*/ 0 60000 65536"/>
                <a:gd name="T7" fmla="*/ 0 60000 65536"/>
                <a:gd name="T8" fmla="*/ 0 60000 65536"/>
              </a:gdLst>
              <a:ahLst/>
              <a:cxnLst>
                <a:cxn ang="T6">
                  <a:pos x="T0" y="T1"/>
                </a:cxn>
                <a:cxn ang="T7">
                  <a:pos x="T2" y="T3"/>
                </a:cxn>
                <a:cxn ang="T8">
                  <a:pos x="T4" y="T5"/>
                </a:cxn>
              </a:cxnLst>
              <a:rect l="0" t="0" r="r" b="b"/>
              <a:pathLst>
                <a:path w="1088" h="726">
                  <a:moveTo>
                    <a:pt x="0" y="726"/>
                  </a:moveTo>
                  <a:cubicBezTo>
                    <a:pt x="91" y="514"/>
                    <a:pt x="182" y="303"/>
                    <a:pt x="363" y="182"/>
                  </a:cubicBezTo>
                  <a:cubicBezTo>
                    <a:pt x="544" y="61"/>
                    <a:pt x="960" y="30"/>
                    <a:pt x="1088" y="0"/>
                  </a:cubicBezTo>
                </a:path>
              </a:pathLst>
            </a:custGeom>
            <a:noFill/>
            <a:ln w="2857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1" name="Line 25"/>
            <p:cNvSpPr>
              <a:spLocks noChangeShapeType="1"/>
            </p:cNvSpPr>
            <p:nvPr/>
          </p:nvSpPr>
          <p:spPr bwMode="auto">
            <a:xfrm>
              <a:off x="975" y="1525"/>
              <a:ext cx="0" cy="544"/>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2" name="Line 26"/>
            <p:cNvSpPr>
              <a:spLocks noChangeShapeType="1"/>
            </p:cNvSpPr>
            <p:nvPr/>
          </p:nvSpPr>
          <p:spPr bwMode="auto">
            <a:xfrm>
              <a:off x="2076" y="770"/>
              <a:ext cx="0" cy="1316"/>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3" name="Text Box 27"/>
            <p:cNvSpPr txBox="1">
              <a:spLocks noChangeArrowheads="1"/>
            </p:cNvSpPr>
            <p:nvPr/>
          </p:nvSpPr>
          <p:spPr bwMode="auto">
            <a:xfrm>
              <a:off x="800" y="2040"/>
              <a:ext cx="1593"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 </a:t>
              </a:r>
              <a:r>
                <a:rPr kumimoji="0" lang="en-US" altLang="zh-CN" sz="2800" b="1">
                  <a:solidFill>
                    <a:schemeClr val="bg1"/>
                  </a:solidFill>
                  <a:cs typeface="Times New Roman" pitchFamily="18" charset="0"/>
                </a:rPr>
                <a:t>a</a:t>
              </a:r>
              <a:r>
                <a:rPr kumimoji="0" lang="en-US" altLang="zh-CN" sz="2800" b="1">
                  <a:solidFill>
                    <a:schemeClr val="bg1"/>
                  </a:solidFill>
                  <a:latin typeface="Arial" charset="0"/>
                </a:rPr>
                <a:t>                </a:t>
              </a:r>
              <a:r>
                <a:rPr kumimoji="0" lang="en-US" altLang="zh-CN" sz="2800" b="1">
                  <a:solidFill>
                    <a:schemeClr val="bg1"/>
                  </a:solidFill>
                  <a:cs typeface="Times New Roman" pitchFamily="18" charset="0"/>
                </a:rPr>
                <a:t>b</a:t>
              </a:r>
              <a:r>
                <a:rPr kumimoji="0" lang="en-US" altLang="zh-CN" sz="2800" b="1">
                  <a:solidFill>
                    <a:schemeClr val="bg1"/>
                  </a:solidFill>
                  <a:latin typeface="Arial" charset="0"/>
                </a:rPr>
                <a:t>   </a:t>
              </a:r>
            </a:p>
          </p:txBody>
        </p:sp>
        <p:sp>
          <p:nvSpPr>
            <p:cNvPr id="31764" name="Text Box 28"/>
            <p:cNvSpPr txBox="1">
              <a:spLocks noChangeArrowheads="1"/>
            </p:cNvSpPr>
            <p:nvPr/>
          </p:nvSpPr>
          <p:spPr bwMode="auto">
            <a:xfrm>
              <a:off x="295" y="255"/>
              <a:ext cx="215"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p>
          </p:txBody>
        </p:sp>
        <p:sp>
          <p:nvSpPr>
            <p:cNvPr id="31765" name="Text Box 29"/>
            <p:cNvSpPr txBox="1">
              <a:spLocks noChangeArrowheads="1"/>
            </p:cNvSpPr>
            <p:nvPr/>
          </p:nvSpPr>
          <p:spPr bwMode="auto">
            <a:xfrm>
              <a:off x="2472" y="2024"/>
              <a:ext cx="228"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x</a:t>
              </a:r>
            </a:p>
          </p:txBody>
        </p:sp>
        <p:sp>
          <p:nvSpPr>
            <p:cNvPr id="31766" name="Text Box 30"/>
            <p:cNvSpPr txBox="1">
              <a:spLocks noChangeArrowheads="1"/>
            </p:cNvSpPr>
            <p:nvPr/>
          </p:nvSpPr>
          <p:spPr bwMode="auto">
            <a:xfrm>
              <a:off x="1202" y="436"/>
              <a:ext cx="680"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i="1">
                  <a:solidFill>
                    <a:schemeClr val="bg1"/>
                  </a:solidFill>
                  <a:cs typeface="Times New Roman" pitchFamily="18" charset="0"/>
                </a:rPr>
                <a:t>y</a:t>
              </a:r>
              <a:r>
                <a:rPr kumimoji="0" lang="en-US" altLang="zh-CN" sz="2800" b="1">
                  <a:solidFill>
                    <a:schemeClr val="bg1"/>
                  </a:solidFill>
                  <a:cs typeface="Times New Roman" pitchFamily="18" charset="0"/>
                </a:rPr>
                <a:t>=</a:t>
              </a:r>
              <a:r>
                <a:rPr kumimoji="0" lang="en-US" altLang="zh-CN" sz="2800" b="1" i="1">
                  <a:solidFill>
                    <a:schemeClr val="bg1"/>
                  </a:solidFill>
                  <a:cs typeface="Times New Roman" pitchFamily="18" charset="0"/>
                </a:rPr>
                <a:t>f(x)</a:t>
              </a:r>
            </a:p>
          </p:txBody>
        </p:sp>
        <p:sp>
          <p:nvSpPr>
            <p:cNvPr id="31767" name="Line 31"/>
            <p:cNvSpPr>
              <a:spLocks noChangeShapeType="1"/>
            </p:cNvSpPr>
            <p:nvPr/>
          </p:nvSpPr>
          <p:spPr bwMode="auto">
            <a:xfrm flipH="1">
              <a:off x="1837" y="1661"/>
              <a:ext cx="227" cy="408"/>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8" name="Line 32"/>
            <p:cNvSpPr>
              <a:spLocks noChangeShapeType="1"/>
            </p:cNvSpPr>
            <p:nvPr/>
          </p:nvSpPr>
          <p:spPr bwMode="auto">
            <a:xfrm flipH="1">
              <a:off x="975" y="1343"/>
              <a:ext cx="272" cy="454"/>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9" name="Line 33"/>
            <p:cNvSpPr>
              <a:spLocks noChangeShapeType="1"/>
            </p:cNvSpPr>
            <p:nvPr/>
          </p:nvSpPr>
          <p:spPr bwMode="auto">
            <a:xfrm flipH="1">
              <a:off x="1020" y="1162"/>
              <a:ext cx="499" cy="907"/>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0" name="Line 34"/>
            <p:cNvSpPr>
              <a:spLocks noChangeShapeType="1"/>
            </p:cNvSpPr>
            <p:nvPr/>
          </p:nvSpPr>
          <p:spPr bwMode="auto">
            <a:xfrm flipH="1">
              <a:off x="1202" y="981"/>
              <a:ext cx="635" cy="1088"/>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1" name="Line 35"/>
            <p:cNvSpPr>
              <a:spLocks noChangeShapeType="1"/>
            </p:cNvSpPr>
            <p:nvPr/>
          </p:nvSpPr>
          <p:spPr bwMode="auto">
            <a:xfrm flipH="1">
              <a:off x="1429" y="936"/>
              <a:ext cx="635" cy="1133"/>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2" name="Line 36"/>
            <p:cNvSpPr>
              <a:spLocks noChangeShapeType="1"/>
            </p:cNvSpPr>
            <p:nvPr/>
          </p:nvSpPr>
          <p:spPr bwMode="auto">
            <a:xfrm flipH="1">
              <a:off x="1655" y="1344"/>
              <a:ext cx="409" cy="725"/>
            </a:xfrm>
            <a:prstGeom prst="line">
              <a:avLst/>
            </a:prstGeom>
            <a:noFill/>
            <a:ln w="63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3" name="Text Box 37"/>
            <p:cNvSpPr txBox="1">
              <a:spLocks noChangeArrowheads="1"/>
            </p:cNvSpPr>
            <p:nvPr/>
          </p:nvSpPr>
          <p:spPr bwMode="auto">
            <a:xfrm>
              <a:off x="295" y="2022"/>
              <a:ext cx="241"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en-US" altLang="zh-CN" sz="2800" b="1">
                  <a:solidFill>
                    <a:schemeClr val="bg1"/>
                  </a:solidFill>
                  <a:latin typeface="Arial" charset="0"/>
                </a:rPr>
                <a:t>0</a:t>
              </a:r>
            </a:p>
          </p:txBody>
        </p:sp>
        <p:sp>
          <p:nvSpPr>
            <p:cNvPr id="31774" name="Line 38"/>
            <p:cNvSpPr>
              <a:spLocks noChangeShapeType="1"/>
            </p:cNvSpPr>
            <p:nvPr/>
          </p:nvSpPr>
          <p:spPr bwMode="auto">
            <a:xfrm flipH="1">
              <a:off x="975" y="799"/>
              <a:ext cx="1089" cy="726"/>
            </a:xfrm>
            <a:prstGeom prst="line">
              <a:avLst/>
            </a:prstGeom>
            <a:noFill/>
            <a:ln w="28575">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749" name="Text Box 39"/>
          <p:cNvSpPr txBox="1">
            <a:spLocks noChangeArrowheads="1"/>
          </p:cNvSpPr>
          <p:nvPr/>
        </p:nvSpPr>
        <p:spPr bwMode="auto">
          <a:xfrm>
            <a:off x="468313" y="5878513"/>
            <a:ext cx="23749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zh-CN" altLang="en-US" sz="2400" b="1">
                <a:solidFill>
                  <a:schemeClr val="bg1"/>
                </a:solidFill>
                <a:latin typeface="Arial" charset="0"/>
              </a:rPr>
              <a:t>梯形公式</a:t>
            </a:r>
          </a:p>
        </p:txBody>
      </p:sp>
      <p:graphicFrame>
        <p:nvGraphicFramePr>
          <p:cNvPr id="31750" name="Object 40"/>
          <p:cNvGraphicFramePr>
            <a:graphicFrameLocks noGrp="1" noChangeAspect="1"/>
          </p:cNvGraphicFramePr>
          <p:nvPr>
            <p:ph sz="half" idx="1"/>
          </p:nvPr>
        </p:nvGraphicFramePr>
        <p:xfrm>
          <a:off x="395288" y="4725988"/>
          <a:ext cx="4248150" cy="792162"/>
        </p:xfrm>
        <a:graphic>
          <a:graphicData uri="http://schemas.openxmlformats.org/presentationml/2006/ole">
            <mc:AlternateContent xmlns:mc="http://schemas.openxmlformats.org/markup-compatibility/2006">
              <mc:Choice xmlns:v="urn:schemas-microsoft-com:vml" Requires="v">
                <p:oleObj name="公式" r:id="rId2" imgW="2733691" imgH="352533" progId="Equation.3">
                  <p:embed/>
                </p:oleObj>
              </mc:Choice>
              <mc:Fallback>
                <p:oleObj name="公式" r:id="rId2" imgW="2733691" imgH="352533" progId="Equation.3">
                  <p:embed/>
                  <p:pic>
                    <p:nvPicPr>
                      <p:cNvPr id="0" name="Object 40"/>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725988"/>
                        <a:ext cx="42481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1" name="Line 41"/>
          <p:cNvSpPr>
            <a:spLocks noChangeShapeType="1"/>
          </p:cNvSpPr>
          <p:nvPr/>
        </p:nvSpPr>
        <p:spPr bwMode="auto">
          <a:xfrm>
            <a:off x="2124075" y="5518150"/>
            <a:ext cx="1223963"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52" name="AutoShape 42"/>
          <p:cNvSpPr>
            <a:spLocks noChangeArrowheads="1"/>
          </p:cNvSpPr>
          <p:nvPr/>
        </p:nvSpPr>
        <p:spPr bwMode="auto">
          <a:xfrm>
            <a:off x="2484438" y="5949950"/>
            <a:ext cx="1871662" cy="576263"/>
          </a:xfrm>
          <a:prstGeom prst="wedgeRectCallout">
            <a:avLst>
              <a:gd name="adj1" fmla="val -37023"/>
              <a:gd name="adj2" fmla="val -110056"/>
            </a:avLst>
          </a:prstGeom>
          <a:solidFill>
            <a:srgbClr val="FFFFFF"/>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FontTx/>
              <a:buNone/>
            </a:pPr>
            <a:r>
              <a:rPr kumimoji="0" lang="zh-CN" altLang="en-US" sz="2800" b="1">
                <a:latin typeface="Arial" charset="0"/>
              </a:rPr>
              <a:t>平均高度</a:t>
            </a:r>
          </a:p>
        </p:txBody>
      </p:sp>
      <p:sp>
        <p:nvSpPr>
          <p:cNvPr id="31753" name="Text Box 43"/>
          <p:cNvSpPr txBox="1">
            <a:spLocks noChangeArrowheads="1"/>
          </p:cNvSpPr>
          <p:nvPr/>
        </p:nvSpPr>
        <p:spPr bwMode="auto">
          <a:xfrm>
            <a:off x="4716463" y="6011863"/>
            <a:ext cx="360045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zh-CN" altLang="en-US" sz="2400" b="1">
                <a:solidFill>
                  <a:schemeClr val="bg1"/>
                </a:solidFill>
                <a:latin typeface="Arial" charset="0"/>
              </a:rPr>
              <a:t>中矩形公式</a:t>
            </a:r>
          </a:p>
        </p:txBody>
      </p:sp>
      <p:sp>
        <p:nvSpPr>
          <p:cNvPr id="31754" name="Line 44"/>
          <p:cNvSpPr>
            <a:spLocks noChangeShapeType="1"/>
          </p:cNvSpPr>
          <p:nvPr/>
        </p:nvSpPr>
        <p:spPr bwMode="auto">
          <a:xfrm>
            <a:off x="7180263" y="5502275"/>
            <a:ext cx="935037"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55" name="AutoShape 45"/>
          <p:cNvSpPr>
            <a:spLocks noChangeArrowheads="1"/>
          </p:cNvSpPr>
          <p:nvPr/>
        </p:nvSpPr>
        <p:spPr bwMode="auto">
          <a:xfrm>
            <a:off x="6732588" y="6021388"/>
            <a:ext cx="1871662" cy="576262"/>
          </a:xfrm>
          <a:prstGeom prst="wedgeRectCallout">
            <a:avLst>
              <a:gd name="adj1" fmla="val -2926"/>
              <a:gd name="adj2" fmla="val -137880"/>
            </a:avLst>
          </a:prstGeom>
          <a:solidFill>
            <a:srgbClr val="FFFFFF"/>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20000"/>
              </a:lnSpc>
              <a:spcBef>
                <a:spcPct val="0"/>
              </a:spcBef>
              <a:buFontTx/>
              <a:buNone/>
            </a:pPr>
            <a:r>
              <a:rPr kumimoji="0" lang="zh-CN" altLang="en-US" sz="2800" b="1">
                <a:latin typeface="Arial" charset="0"/>
              </a:rPr>
              <a:t>平均高度</a:t>
            </a:r>
          </a:p>
        </p:txBody>
      </p:sp>
      <p:graphicFrame>
        <p:nvGraphicFramePr>
          <p:cNvPr id="31756" name="Object 46"/>
          <p:cNvGraphicFramePr>
            <a:graphicFrameLocks noGrp="1" noChangeAspect="1"/>
          </p:cNvGraphicFramePr>
          <p:nvPr>
            <p:ph sz="half" idx="2"/>
          </p:nvPr>
        </p:nvGraphicFramePr>
        <p:xfrm>
          <a:off x="4932363" y="4725988"/>
          <a:ext cx="3708400" cy="792162"/>
        </p:xfrm>
        <a:graphic>
          <a:graphicData uri="http://schemas.openxmlformats.org/presentationml/2006/ole">
            <mc:AlternateContent xmlns:mc="http://schemas.openxmlformats.org/markup-compatibility/2006">
              <mc:Choice xmlns:v="urn:schemas-microsoft-com:vml" Requires="v">
                <p:oleObj name="公式" r:id="rId4" imgW="2409762" imgH="352533" progId="Equation.3">
                  <p:embed/>
                </p:oleObj>
              </mc:Choice>
              <mc:Fallback>
                <p:oleObj name="公式" r:id="rId4" imgW="2409762" imgH="352533" progId="Equation.3">
                  <p:embed/>
                  <p:pic>
                    <p:nvPicPr>
                      <p:cNvPr id="0" name="Object 4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4725988"/>
                        <a:ext cx="37084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7" name="TextBox 1"/>
          <p:cNvSpPr txBox="1">
            <a:spLocks noChangeArrowheads="1"/>
          </p:cNvSpPr>
          <p:nvPr/>
        </p:nvSpPr>
        <p:spPr bwMode="auto">
          <a:xfrm>
            <a:off x="345281" y="188640"/>
            <a:ext cx="67119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200" dirty="0">
                <a:solidFill>
                  <a:srgbClr val="FFFF00"/>
                </a:solidFill>
              </a:rPr>
              <a:t>积分的梯形公式和中矩公式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6CE7BB0-C86D-4108-B17E-726E573DB927}" type="slidenum">
              <a:rPr lang="en-US" altLang="zh-CN" sz="1400"/>
              <a:pPr eaLnBrk="1" hangingPunct="1"/>
              <a:t>46</a:t>
            </a:fld>
            <a:endParaRPr lang="en-US" altLang="zh-CN" sz="1400"/>
          </a:p>
        </p:txBody>
      </p:sp>
      <p:sp>
        <p:nvSpPr>
          <p:cNvPr id="32771" name="TextBox 2"/>
          <p:cNvSpPr txBox="1">
            <a:spLocks noChangeArrowheads="1"/>
          </p:cNvSpPr>
          <p:nvPr/>
        </p:nvSpPr>
        <p:spPr bwMode="auto">
          <a:xfrm>
            <a:off x="250824" y="212724"/>
            <a:ext cx="39934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solidFill>
                  <a:srgbClr val="FFFF00"/>
                </a:solidFill>
              </a:rPr>
              <a:t>2.  </a:t>
            </a:r>
            <a:r>
              <a:rPr lang="zh-CN" altLang="en-US" sz="3600" dirty="0">
                <a:solidFill>
                  <a:srgbClr val="FFFF00"/>
                </a:solidFill>
              </a:rPr>
              <a:t>积分的代数精度</a:t>
            </a:r>
          </a:p>
        </p:txBody>
      </p:sp>
      <p:graphicFrame>
        <p:nvGraphicFramePr>
          <p:cNvPr id="32776" name="Object 10"/>
          <p:cNvGraphicFramePr>
            <a:graphicFrameLocks noChangeAspect="1"/>
          </p:cNvGraphicFramePr>
          <p:nvPr>
            <p:extLst>
              <p:ext uri="{D42A27DB-BD31-4B8C-83A1-F6EECF244321}">
                <p14:modId xmlns:p14="http://schemas.microsoft.com/office/powerpoint/2010/main" val="818095157"/>
              </p:ext>
            </p:extLst>
          </p:nvPr>
        </p:nvGraphicFramePr>
        <p:xfrm>
          <a:off x="2195736" y="1340768"/>
          <a:ext cx="4319587" cy="1079500"/>
        </p:xfrm>
        <a:graphic>
          <a:graphicData uri="http://schemas.openxmlformats.org/presentationml/2006/ole">
            <mc:AlternateContent xmlns:mc="http://schemas.openxmlformats.org/markup-compatibility/2006">
              <mc:Choice xmlns:v="urn:schemas-microsoft-com:vml" Requires="v">
                <p:oleObj name="公式" r:id="rId2" imgW="1457411" imgH="390594" progId="Equation.3">
                  <p:embed/>
                </p:oleObj>
              </mc:Choice>
              <mc:Fallback>
                <p:oleObj name="公式" r:id="rId2" imgW="1457411" imgH="390594"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1340768"/>
                        <a:ext cx="431958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7" name="TextBox 8"/>
          <p:cNvSpPr txBox="1">
            <a:spLocks noChangeArrowheads="1"/>
          </p:cNvSpPr>
          <p:nvPr/>
        </p:nvSpPr>
        <p:spPr bwMode="auto">
          <a:xfrm>
            <a:off x="378228" y="3068960"/>
            <a:ext cx="817403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dirty="0">
                <a:solidFill>
                  <a:schemeClr val="bg1"/>
                </a:solidFill>
              </a:rPr>
              <a:t>定义：若某个求积分公式对所有次数不超过</a:t>
            </a:r>
            <a:r>
              <a:rPr lang="en-US" altLang="zh-CN" dirty="0">
                <a:solidFill>
                  <a:schemeClr val="bg1"/>
                </a:solidFill>
              </a:rPr>
              <a:t>m</a:t>
            </a:r>
            <a:r>
              <a:rPr lang="zh-CN" altLang="en-US" dirty="0">
                <a:solidFill>
                  <a:schemeClr val="bg1"/>
                </a:solidFill>
              </a:rPr>
              <a:t>的多项式</a:t>
            </a:r>
            <a:r>
              <a:rPr lang="en-US" altLang="zh-CN" dirty="0">
                <a:solidFill>
                  <a:schemeClr val="bg1"/>
                </a:solidFill>
              </a:rPr>
              <a:t>(f(x)=1, x, x</a:t>
            </a:r>
            <a:r>
              <a:rPr lang="en-US" altLang="zh-CN" baseline="30000" dirty="0">
                <a:solidFill>
                  <a:schemeClr val="bg1"/>
                </a:solidFill>
              </a:rPr>
              <a:t>2</a:t>
            </a:r>
            <a:r>
              <a:rPr lang="en-US" altLang="zh-CN" dirty="0">
                <a:solidFill>
                  <a:schemeClr val="bg1"/>
                </a:solidFill>
              </a:rPr>
              <a:t>,…, </a:t>
            </a:r>
            <a:r>
              <a:rPr lang="en-US" altLang="zh-CN" dirty="0" err="1">
                <a:solidFill>
                  <a:schemeClr val="bg1"/>
                </a:solidFill>
              </a:rPr>
              <a:t>x</a:t>
            </a:r>
            <a:r>
              <a:rPr lang="en-US" altLang="zh-CN" baseline="30000" dirty="0" err="1">
                <a:solidFill>
                  <a:schemeClr val="bg1"/>
                </a:solidFill>
              </a:rPr>
              <a:t>m</a:t>
            </a:r>
            <a:r>
              <a:rPr lang="en-US" altLang="zh-CN" dirty="0">
                <a:solidFill>
                  <a:schemeClr val="bg1"/>
                </a:solidFill>
              </a:rPr>
              <a:t>)</a:t>
            </a:r>
            <a:r>
              <a:rPr lang="zh-CN" altLang="en-US" dirty="0">
                <a:solidFill>
                  <a:schemeClr val="bg1"/>
                </a:solidFill>
              </a:rPr>
              <a:t>都准确成立，而对于</a:t>
            </a:r>
            <a:r>
              <a:rPr lang="en-US" altLang="zh-CN" dirty="0">
                <a:solidFill>
                  <a:schemeClr val="bg1"/>
                </a:solidFill>
              </a:rPr>
              <a:t>m+1</a:t>
            </a:r>
            <a:r>
              <a:rPr lang="zh-CN" altLang="en-US" dirty="0">
                <a:solidFill>
                  <a:schemeClr val="bg1"/>
                </a:solidFill>
              </a:rPr>
              <a:t>次多项式等式不准确成立，则称该求积分公式具有</a:t>
            </a:r>
            <a:r>
              <a:rPr lang="en-US" altLang="zh-CN" dirty="0">
                <a:solidFill>
                  <a:srgbClr val="FFFF00"/>
                </a:solidFill>
              </a:rPr>
              <a:t>m</a:t>
            </a:r>
            <a:r>
              <a:rPr lang="zh-CN" altLang="en-US" dirty="0">
                <a:solidFill>
                  <a:srgbClr val="FFFF00"/>
                </a:solidFill>
              </a:rPr>
              <a:t>次代数精度</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2"/>
          <p:cNvGraphicFramePr>
            <a:graphicFrameLocks noGrp="1" noChangeAspect="1"/>
          </p:cNvGraphicFramePr>
          <p:nvPr>
            <p:ph sz="half" idx="2"/>
          </p:nvPr>
        </p:nvGraphicFramePr>
        <p:xfrm>
          <a:off x="666750" y="549275"/>
          <a:ext cx="7793038" cy="1223963"/>
        </p:xfrm>
        <a:graphic>
          <a:graphicData uri="http://schemas.openxmlformats.org/presentationml/2006/ole">
            <mc:AlternateContent xmlns:mc="http://schemas.openxmlformats.org/markup-compatibility/2006">
              <mc:Choice xmlns:v="urn:schemas-microsoft-com:vml" Requires="v">
                <p:oleObj name="Equation" r:id="rId2" imgW="4295839" imgH="762022" progId="Equation.DSMT4">
                  <p:embed/>
                </p:oleObj>
              </mc:Choice>
              <mc:Fallback>
                <p:oleObj name="Equation" r:id="rId2" imgW="4295839" imgH="762022" progId="Equation.DSMT4">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549275"/>
                        <a:ext cx="7793038"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5" name="Text Box 3"/>
          <p:cNvSpPr txBox="1">
            <a:spLocks noChangeArrowheads="1"/>
          </p:cNvSpPr>
          <p:nvPr/>
        </p:nvSpPr>
        <p:spPr bwMode="auto">
          <a:xfrm>
            <a:off x="611188" y="44450"/>
            <a:ext cx="719931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0"/>
              </a:spcBef>
              <a:buFontTx/>
              <a:buNone/>
            </a:pPr>
            <a:r>
              <a:rPr kumimoji="0" lang="zh-CN" altLang="en-US" sz="2400" b="1">
                <a:solidFill>
                  <a:srgbClr val="FFFF00"/>
                </a:solidFill>
                <a:latin typeface="Arial" charset="0"/>
              </a:rPr>
              <a:t>利用代数精度的概念构造求积公式</a:t>
            </a:r>
          </a:p>
        </p:txBody>
      </p:sp>
      <p:graphicFrame>
        <p:nvGraphicFramePr>
          <p:cNvPr id="33796" name="Object 4"/>
          <p:cNvGraphicFramePr>
            <a:graphicFrameLocks noGrp="1" noChangeAspect="1"/>
          </p:cNvGraphicFramePr>
          <p:nvPr>
            <p:ph sz="half" idx="1"/>
          </p:nvPr>
        </p:nvGraphicFramePr>
        <p:xfrm>
          <a:off x="684213" y="1773238"/>
          <a:ext cx="5688012" cy="4464050"/>
        </p:xfrm>
        <a:graphic>
          <a:graphicData uri="http://schemas.openxmlformats.org/presentationml/2006/ole">
            <mc:AlternateContent xmlns:mc="http://schemas.openxmlformats.org/markup-compatibility/2006">
              <mc:Choice xmlns:v="urn:schemas-microsoft-com:vml" Requires="v">
                <p:oleObj name="Equation" r:id="rId4" imgW="2400314" imgH="2400249" progId="Equation.DSMT4">
                  <p:embed/>
                </p:oleObj>
              </mc:Choice>
              <mc:Fallback>
                <p:oleObj name="Equation" r:id="rId4" imgW="2400314" imgH="2400249" progId="Equation.DSMT4">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773238"/>
                        <a:ext cx="5688012"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7" name="TextBox 1"/>
          <p:cNvSpPr txBox="1">
            <a:spLocks noChangeArrowheads="1"/>
          </p:cNvSpPr>
          <p:nvPr/>
        </p:nvSpPr>
        <p:spPr bwMode="auto">
          <a:xfrm>
            <a:off x="4982475" y="2348880"/>
            <a:ext cx="4108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600" dirty="0">
                <a:solidFill>
                  <a:srgbClr val="FFFF00"/>
                </a:solidFill>
              </a:rPr>
              <a:t>更多例子见习题</a:t>
            </a:r>
            <a:r>
              <a:rPr lang="en-US" altLang="zh-CN" sz="3600" dirty="0">
                <a:solidFill>
                  <a:srgbClr val="FFFF00"/>
                </a:solidFill>
              </a:rPr>
              <a:t>1</a:t>
            </a:r>
            <a:r>
              <a:rPr lang="zh-CN" altLang="en-US" sz="3600" dirty="0">
                <a:solidFill>
                  <a:srgbClr val="FFFF00"/>
                </a:solidFill>
              </a:rPr>
              <a:t>题</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48</a:t>
            </a:fld>
            <a:endParaRPr lang="en-US" altLang="zh-CN"/>
          </a:p>
        </p:txBody>
      </p:sp>
      <p:sp>
        <p:nvSpPr>
          <p:cNvPr id="3" name="TextBox 2"/>
          <p:cNvSpPr txBox="1"/>
          <p:nvPr/>
        </p:nvSpPr>
        <p:spPr>
          <a:xfrm>
            <a:off x="254396" y="188640"/>
            <a:ext cx="4248472" cy="584775"/>
          </a:xfrm>
          <a:prstGeom prst="rect">
            <a:avLst/>
          </a:prstGeom>
          <a:noFill/>
        </p:spPr>
        <p:txBody>
          <a:bodyPr wrap="square" rtlCol="0">
            <a:spAutoFit/>
          </a:bodyPr>
          <a:lstStyle/>
          <a:p>
            <a:r>
              <a:rPr lang="zh-CN" altLang="en-US" sz="3200" dirty="0">
                <a:solidFill>
                  <a:schemeClr val="bg1"/>
                </a:solidFill>
              </a:rPr>
              <a:t>插值型的求值公式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6" name="TextBox 5"/>
              <p:cNvSpPr txBox="1"/>
              <p:nvPr/>
            </p:nvSpPr>
            <p:spPr>
              <a:xfrm>
                <a:off x="827584" y="1159473"/>
                <a:ext cx="4032448" cy="1100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US" altLang="zh-CN" i="1" smtClean="0">
                              <a:solidFill>
                                <a:schemeClr val="bg1"/>
                              </a:solidFill>
                              <a:latin typeface="Cambria Math" panose="02040503050406030204" pitchFamily="18" charset="0"/>
                            </a:rPr>
                          </m:ctrlPr>
                        </m:naryPr>
                        <m:sub>
                          <m:r>
                            <m:rPr>
                              <m:brk m:alnAt="23"/>
                            </m:rPr>
                            <a:rPr lang="en-US" altLang="zh-CN" b="0" i="1" smtClean="0">
                              <a:solidFill>
                                <a:schemeClr val="bg1"/>
                              </a:solidFill>
                              <a:latin typeface="Cambria Math"/>
                            </a:rPr>
                            <m:t>𝑎</m:t>
                          </m:r>
                        </m:sub>
                        <m:sup>
                          <m:r>
                            <a:rPr lang="en-US" altLang="zh-CN" b="0" i="1" smtClean="0">
                              <a:solidFill>
                                <a:schemeClr val="bg1"/>
                              </a:solidFill>
                              <a:latin typeface="Cambria Math"/>
                            </a:rPr>
                            <m:t>𝑏</m:t>
                          </m:r>
                        </m:sup>
                        <m:e>
                          <m:r>
                            <a:rPr lang="en-US" altLang="zh-CN" b="0" i="1" smtClean="0">
                              <a:solidFill>
                                <a:schemeClr val="bg1"/>
                              </a:solidFill>
                              <a:latin typeface="Cambria Math"/>
                            </a:rPr>
                            <m:t>𝑓</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a:rPr>
                                <m:t>𝑥</m:t>
                              </m:r>
                            </m:e>
                          </m:d>
                          <m:r>
                            <a:rPr lang="en-US" altLang="zh-CN" b="0" i="1" smtClean="0">
                              <a:solidFill>
                                <a:schemeClr val="bg1"/>
                              </a:solidFill>
                              <a:latin typeface="Cambria Math"/>
                            </a:rPr>
                            <m:t>𝑑𝑥</m:t>
                          </m:r>
                        </m:e>
                      </m:nary>
                      <m:r>
                        <a:rPr lang="en-US" altLang="zh-CN" i="1" smtClean="0">
                          <a:solidFill>
                            <a:schemeClr val="bg1"/>
                          </a:solidFill>
                          <a:latin typeface="Cambria Math"/>
                          <a:ea typeface="Cambria Math"/>
                        </a:rPr>
                        <m:t>≈</m:t>
                      </m:r>
                      <m:nary>
                        <m:naryPr>
                          <m:chr m:val="∑"/>
                          <m:ctrlPr>
                            <a:rPr lang="en-US" altLang="zh-CN" i="1" smtClean="0">
                              <a:solidFill>
                                <a:schemeClr val="bg1"/>
                              </a:solidFill>
                              <a:latin typeface="Cambria Math" panose="02040503050406030204" pitchFamily="18" charset="0"/>
                              <a:ea typeface="Cambria Math"/>
                            </a:rPr>
                          </m:ctrlPr>
                        </m:naryPr>
                        <m:sub>
                          <m:r>
                            <m:rPr>
                              <m:brk m:alnAt="23"/>
                            </m:rPr>
                            <a:rPr lang="en-US" altLang="zh-CN" b="0" i="1" smtClean="0">
                              <a:solidFill>
                                <a:schemeClr val="bg1"/>
                              </a:solidFill>
                              <a:latin typeface="Cambria Math"/>
                              <a:ea typeface="Cambria Math"/>
                            </a:rPr>
                            <m:t>𝑘</m:t>
                          </m:r>
                          <m:r>
                            <a:rPr lang="en-US" altLang="zh-CN" b="0" i="1" smtClean="0">
                              <a:solidFill>
                                <a:schemeClr val="bg1"/>
                              </a:solidFill>
                              <a:latin typeface="Cambria Math"/>
                              <a:ea typeface="Cambria Math"/>
                            </a:rPr>
                            <m:t>=0</m:t>
                          </m:r>
                        </m:sub>
                        <m:sup>
                          <m:r>
                            <a:rPr lang="en-US" altLang="zh-CN" b="0" i="1" smtClean="0">
                              <a:solidFill>
                                <a:schemeClr val="bg1"/>
                              </a:solidFill>
                              <a:latin typeface="Cambria Math"/>
                              <a:ea typeface="Cambria Math"/>
                            </a:rPr>
                            <m:t>𝑛</m:t>
                          </m:r>
                        </m:sup>
                        <m:e>
                          <m:sSub>
                            <m:sSubPr>
                              <m:ctrlPr>
                                <a:rPr lang="en-US" altLang="zh-CN" i="1" smtClean="0">
                                  <a:solidFill>
                                    <a:schemeClr val="bg1"/>
                                  </a:solidFill>
                                  <a:latin typeface="Cambria Math" panose="02040503050406030204" pitchFamily="18" charset="0"/>
                                  <a:ea typeface="Cambria Math"/>
                                </a:rPr>
                              </m:ctrlPr>
                            </m:sSubPr>
                            <m:e>
                              <m:r>
                                <a:rPr lang="en-US" altLang="zh-CN" b="0" i="1" smtClean="0">
                                  <a:solidFill>
                                    <a:schemeClr val="bg1"/>
                                  </a:solidFill>
                                  <a:latin typeface="Cambria Math"/>
                                  <a:ea typeface="Cambria Math"/>
                                </a:rPr>
                                <m:t>𝐴</m:t>
                              </m:r>
                            </m:e>
                            <m:sub>
                              <m:r>
                                <a:rPr lang="en-US" altLang="zh-CN" b="0" i="1" smtClean="0">
                                  <a:solidFill>
                                    <a:schemeClr val="bg1"/>
                                  </a:solidFill>
                                  <a:latin typeface="Cambria Math"/>
                                  <a:ea typeface="Cambria Math"/>
                                </a:rPr>
                                <m:t>𝑘</m:t>
                              </m:r>
                            </m:sub>
                          </m:sSub>
                          <m:r>
                            <a:rPr lang="en-US" altLang="zh-CN" b="0" i="1" smtClean="0">
                              <a:solidFill>
                                <a:schemeClr val="bg1"/>
                              </a:solidFill>
                              <a:latin typeface="Cambria Math"/>
                              <a:ea typeface="Cambria Math"/>
                            </a:rPr>
                            <m:t>𝑓</m:t>
                          </m:r>
                          <m:r>
                            <a:rPr lang="en-US" altLang="zh-CN" b="0" i="1" smtClean="0">
                              <a:solidFill>
                                <a:schemeClr val="bg1"/>
                              </a:solidFill>
                              <a:latin typeface="Cambria Math"/>
                              <a:ea typeface="Cambria Math"/>
                            </a:rPr>
                            <m:t>(</m:t>
                          </m:r>
                          <m:sSub>
                            <m:sSubPr>
                              <m:ctrlPr>
                                <a:rPr lang="en-US" altLang="zh-CN" b="0" i="1" smtClean="0">
                                  <a:solidFill>
                                    <a:schemeClr val="bg1"/>
                                  </a:solidFill>
                                  <a:latin typeface="Cambria Math" panose="02040503050406030204" pitchFamily="18" charset="0"/>
                                  <a:ea typeface="Cambria Math"/>
                                </a:rPr>
                              </m:ctrlPr>
                            </m:sSubPr>
                            <m:e>
                              <m:r>
                                <a:rPr lang="en-US" altLang="zh-CN" b="0" i="1" smtClean="0">
                                  <a:solidFill>
                                    <a:schemeClr val="bg1"/>
                                  </a:solidFill>
                                  <a:latin typeface="Cambria Math"/>
                                  <a:ea typeface="Cambria Math"/>
                                </a:rPr>
                                <m:t>𝑥</m:t>
                              </m:r>
                            </m:e>
                            <m:sub>
                              <m:r>
                                <a:rPr lang="en-US" altLang="zh-CN" b="0" i="1" smtClean="0">
                                  <a:solidFill>
                                    <a:schemeClr val="bg1"/>
                                  </a:solidFill>
                                  <a:latin typeface="Cambria Math"/>
                                  <a:ea typeface="Cambria Math"/>
                                </a:rPr>
                                <m:t>𝑘</m:t>
                              </m:r>
                            </m:sub>
                          </m:sSub>
                          <m:r>
                            <a:rPr lang="en-US" altLang="zh-CN" b="0" i="1" smtClean="0">
                              <a:solidFill>
                                <a:schemeClr val="bg1"/>
                              </a:solidFill>
                              <a:latin typeface="Cambria Math"/>
                              <a:ea typeface="Cambria Math"/>
                            </a:rPr>
                            <m:t>)</m:t>
                          </m:r>
                        </m:e>
                      </m:nary>
                    </m:oMath>
                  </m:oMathPara>
                </a14:m>
                <a:endParaRPr lang="zh-CN" altLang="en-US"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27584" y="1159473"/>
                <a:ext cx="4032448" cy="1100879"/>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TextBox 6"/>
          <p:cNvSpPr txBox="1"/>
          <p:nvPr/>
        </p:nvSpPr>
        <p:spPr>
          <a:xfrm>
            <a:off x="362408" y="2492896"/>
            <a:ext cx="4752528" cy="584775"/>
          </a:xfrm>
          <a:prstGeom prst="rect">
            <a:avLst/>
          </a:prstGeom>
          <a:noFill/>
        </p:spPr>
        <p:txBody>
          <a:bodyPr wrap="square" rtlCol="0">
            <a:spAutoFit/>
          </a:bodyPr>
          <a:lstStyle/>
          <a:p>
            <a:r>
              <a:rPr lang="zh-CN" altLang="en-US" sz="3200" dirty="0">
                <a:solidFill>
                  <a:schemeClr val="bg1"/>
                </a:solidFill>
              </a:rPr>
              <a:t>至少具有</a:t>
            </a:r>
            <a:r>
              <a:rPr lang="en-US" altLang="zh-CN" sz="3200" dirty="0">
                <a:solidFill>
                  <a:schemeClr val="bg1"/>
                </a:solidFill>
              </a:rPr>
              <a:t>n</a:t>
            </a:r>
            <a:r>
              <a:rPr lang="zh-CN" altLang="en-US" sz="3200" dirty="0">
                <a:solidFill>
                  <a:schemeClr val="bg1"/>
                </a:solidFill>
              </a:rPr>
              <a:t>次代数精度</a:t>
            </a:r>
          </a:p>
        </p:txBody>
      </p:sp>
      <p:sp>
        <p:nvSpPr>
          <p:cNvPr id="8" name="TextBox 7"/>
          <p:cNvSpPr txBox="1"/>
          <p:nvPr/>
        </p:nvSpPr>
        <p:spPr>
          <a:xfrm>
            <a:off x="362408" y="3356992"/>
            <a:ext cx="8280920" cy="1077218"/>
          </a:xfrm>
          <a:prstGeom prst="rect">
            <a:avLst/>
          </a:prstGeom>
          <a:noFill/>
        </p:spPr>
        <p:txBody>
          <a:bodyPr wrap="square" rtlCol="0">
            <a:spAutoFit/>
          </a:bodyPr>
          <a:lstStyle/>
          <a:p>
            <a:r>
              <a:rPr lang="zh-CN" altLang="en-US" sz="3200" dirty="0">
                <a:solidFill>
                  <a:schemeClr val="bg1"/>
                </a:solidFill>
              </a:rPr>
              <a:t>也就是说当</a:t>
            </a:r>
            <a:r>
              <a:rPr lang="en-US" altLang="zh-CN" sz="3200" dirty="0">
                <a:solidFill>
                  <a:schemeClr val="bg1"/>
                </a:solidFill>
              </a:rPr>
              <a:t>f(x)=1, x, x^2, x^3, …,</a:t>
            </a:r>
            <a:r>
              <a:rPr lang="en-US" altLang="zh-CN" sz="3200" dirty="0" err="1">
                <a:solidFill>
                  <a:schemeClr val="bg1"/>
                </a:solidFill>
              </a:rPr>
              <a:t>x^n</a:t>
            </a:r>
            <a:r>
              <a:rPr lang="zh-CN" altLang="en-US" sz="3200" dirty="0">
                <a:solidFill>
                  <a:schemeClr val="bg1"/>
                </a:solidFill>
              </a:rPr>
              <a:t>时，上式精确成立</a:t>
            </a:r>
          </a:p>
        </p:txBody>
      </p:sp>
      <mc:AlternateContent xmlns:mc="http://schemas.openxmlformats.org/markup-compatibility/2006" xmlns:a14="http://schemas.microsoft.com/office/drawing/2010/main">
        <mc:Choice Requires="a14">
          <p:sp>
            <p:nvSpPr>
              <p:cNvPr id="9" name="TextBox 8"/>
              <p:cNvSpPr txBox="1"/>
              <p:nvPr/>
            </p:nvSpPr>
            <p:spPr>
              <a:xfrm>
                <a:off x="1691680" y="4581128"/>
                <a:ext cx="5688632" cy="1100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US" altLang="zh-CN" i="1" smtClean="0">
                              <a:solidFill>
                                <a:schemeClr val="bg1"/>
                              </a:solidFill>
                              <a:latin typeface="Cambria Math" panose="02040503050406030204" pitchFamily="18" charset="0"/>
                              <a:ea typeface="Cambria Math"/>
                            </a:rPr>
                          </m:ctrlPr>
                        </m:naryPr>
                        <m:sub>
                          <m:r>
                            <m:rPr>
                              <m:brk m:alnAt="23"/>
                            </m:rPr>
                            <a:rPr lang="en-US" altLang="zh-CN" b="0" i="1" smtClean="0">
                              <a:solidFill>
                                <a:schemeClr val="bg1"/>
                              </a:solidFill>
                              <a:latin typeface="Cambria Math"/>
                              <a:ea typeface="Cambria Math"/>
                            </a:rPr>
                            <m:t>𝑘</m:t>
                          </m:r>
                          <m:r>
                            <a:rPr lang="en-US" altLang="zh-CN" b="0" i="1" smtClean="0">
                              <a:solidFill>
                                <a:schemeClr val="bg1"/>
                              </a:solidFill>
                              <a:latin typeface="Cambria Math"/>
                              <a:ea typeface="Cambria Math"/>
                            </a:rPr>
                            <m:t>=0</m:t>
                          </m:r>
                        </m:sub>
                        <m:sup>
                          <m:r>
                            <a:rPr lang="en-US" altLang="zh-CN" b="0" i="1" smtClean="0">
                              <a:solidFill>
                                <a:schemeClr val="bg1"/>
                              </a:solidFill>
                              <a:latin typeface="Cambria Math"/>
                              <a:ea typeface="Cambria Math"/>
                            </a:rPr>
                            <m:t>𝑛</m:t>
                          </m:r>
                        </m:sup>
                        <m:e>
                          <m:sSub>
                            <m:sSubPr>
                              <m:ctrlPr>
                                <a:rPr lang="en-US" altLang="zh-CN" i="1" smtClean="0">
                                  <a:solidFill>
                                    <a:schemeClr val="bg1"/>
                                  </a:solidFill>
                                  <a:latin typeface="Cambria Math" panose="02040503050406030204" pitchFamily="18" charset="0"/>
                                  <a:ea typeface="Cambria Math"/>
                                </a:rPr>
                              </m:ctrlPr>
                            </m:sSubPr>
                            <m:e>
                              <m:r>
                                <a:rPr lang="en-US" altLang="zh-CN" b="0" i="1" smtClean="0">
                                  <a:solidFill>
                                    <a:schemeClr val="bg1"/>
                                  </a:solidFill>
                                  <a:latin typeface="Cambria Math"/>
                                  <a:ea typeface="Cambria Math"/>
                                </a:rPr>
                                <m:t>𝐴</m:t>
                              </m:r>
                            </m:e>
                            <m:sub>
                              <m:r>
                                <a:rPr lang="en-US" altLang="zh-CN" b="0" i="1" smtClean="0">
                                  <a:solidFill>
                                    <a:schemeClr val="bg1"/>
                                  </a:solidFill>
                                  <a:latin typeface="Cambria Math"/>
                                  <a:ea typeface="Cambria Math"/>
                                </a:rPr>
                                <m:t>𝑘</m:t>
                              </m:r>
                            </m:sub>
                          </m:sSub>
                          <m:r>
                            <a:rPr lang="en-US" altLang="zh-CN" b="0" i="1" smtClean="0">
                              <a:solidFill>
                                <a:schemeClr val="bg1"/>
                              </a:solidFill>
                              <a:latin typeface="Cambria Math"/>
                              <a:ea typeface="Cambria Math"/>
                            </a:rPr>
                            <m:t>𝑥</m:t>
                          </m:r>
                        </m:e>
                      </m:nary>
                      <m:r>
                        <a:rPr lang="en-US" altLang="zh-CN" b="0" i="1" smtClean="0">
                          <a:solidFill>
                            <a:schemeClr val="bg1"/>
                          </a:solidFill>
                          <a:latin typeface="Cambria Math"/>
                          <a:ea typeface="Cambria Math"/>
                        </a:rPr>
                        <m:t>=</m:t>
                      </m:r>
                      <m:nary>
                        <m:naryPr>
                          <m:ctrlPr>
                            <a:rPr lang="en-US" altLang="zh-CN" i="1">
                              <a:solidFill>
                                <a:schemeClr val="bg1"/>
                              </a:solidFill>
                              <a:latin typeface="Cambria Math" panose="02040503050406030204" pitchFamily="18" charset="0"/>
                            </a:rPr>
                          </m:ctrlPr>
                        </m:naryPr>
                        <m:sub>
                          <m:r>
                            <m:rPr>
                              <m:brk m:alnAt="23"/>
                            </m:rPr>
                            <a:rPr lang="en-US" altLang="zh-CN" i="1">
                              <a:solidFill>
                                <a:schemeClr val="bg1"/>
                              </a:solidFill>
                              <a:latin typeface="Cambria Math"/>
                            </a:rPr>
                            <m:t>𝑎</m:t>
                          </m:r>
                        </m:sub>
                        <m:sup>
                          <m:r>
                            <a:rPr lang="en-US" altLang="zh-CN" i="1">
                              <a:solidFill>
                                <a:schemeClr val="bg1"/>
                              </a:solidFill>
                              <a:latin typeface="Cambria Math"/>
                            </a:rPr>
                            <m:t>𝑏</m:t>
                          </m:r>
                        </m:sup>
                        <m:e>
                          <m:r>
                            <a:rPr lang="en-US" altLang="zh-CN" b="0" i="1" smtClean="0">
                              <a:solidFill>
                                <a:schemeClr val="bg1"/>
                              </a:solidFill>
                              <a:latin typeface="Cambria Math"/>
                            </a:rPr>
                            <m:t>𝑥𝑑𝑥</m:t>
                          </m:r>
                        </m:e>
                      </m:nary>
                      <m:r>
                        <a:rPr lang="en-US" altLang="zh-CN" b="0" i="1" smtClean="0">
                          <a:solidFill>
                            <a:schemeClr val="bg1"/>
                          </a:solidFill>
                          <a:latin typeface="Cambria Math"/>
                        </a:rPr>
                        <m:t>=</m:t>
                      </m:r>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a:rPr>
                            <m:t>1</m:t>
                          </m:r>
                        </m:num>
                        <m:den>
                          <m:r>
                            <a:rPr lang="en-US" altLang="zh-CN" b="0" i="1" smtClean="0">
                              <a:solidFill>
                                <a:schemeClr val="bg1"/>
                              </a:solidFill>
                              <a:latin typeface="Cambria Math"/>
                            </a:rPr>
                            <m:t>2</m:t>
                          </m:r>
                        </m:den>
                      </m:f>
                      <m:r>
                        <a:rPr lang="en-US" altLang="zh-CN" b="0" i="1" smtClean="0">
                          <a:solidFill>
                            <a:schemeClr val="bg1"/>
                          </a:solidFill>
                          <a:latin typeface="Cambria Math"/>
                        </a:rPr>
                        <m:t>(</m:t>
                      </m:r>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a:rPr>
                            <m:t>𝑏</m:t>
                          </m:r>
                        </m:e>
                        <m:sup>
                          <m:r>
                            <a:rPr lang="en-US" altLang="zh-CN" b="0" i="1" smtClean="0">
                              <a:solidFill>
                                <a:schemeClr val="bg1"/>
                              </a:solidFill>
                              <a:latin typeface="Cambria Math"/>
                            </a:rPr>
                            <m:t>2</m:t>
                          </m:r>
                        </m:sup>
                      </m:sSup>
                      <m:r>
                        <a:rPr lang="en-US" altLang="zh-CN" b="0" i="1" smtClean="0">
                          <a:solidFill>
                            <a:schemeClr val="bg1"/>
                          </a:solidFill>
                          <a:latin typeface="Cambria Math"/>
                        </a:rPr>
                        <m:t>−</m:t>
                      </m:r>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a:rPr>
                            <m:t>𝑎</m:t>
                          </m:r>
                        </m:e>
                        <m:sup>
                          <m:r>
                            <a:rPr lang="en-US" altLang="zh-CN" b="0" i="1" smtClean="0">
                              <a:solidFill>
                                <a:schemeClr val="bg1"/>
                              </a:solidFill>
                              <a:latin typeface="Cambria Math"/>
                            </a:rPr>
                            <m:t>2</m:t>
                          </m:r>
                        </m:sup>
                      </m:sSup>
                      <m:r>
                        <a:rPr lang="en-US" altLang="zh-CN" b="0" i="1" smtClean="0">
                          <a:solidFill>
                            <a:schemeClr val="bg1"/>
                          </a:solidFill>
                          <a:latin typeface="Cambria Math"/>
                        </a:rPr>
                        <m:t>)</m:t>
                      </m:r>
                    </m:oMath>
                  </m:oMathPara>
                </a14:m>
                <a:endParaRPr lang="zh-CN" altLang="en-US" dirty="0">
                  <a:solidFill>
                    <a:schemeClr val="bg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91680" y="4581128"/>
                <a:ext cx="5688632" cy="1100879"/>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436096" y="1236406"/>
                <a:ext cx="2809167" cy="10697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𝐴</m:t>
                          </m:r>
                        </m:e>
                        <m:sub>
                          <m:r>
                            <a:rPr lang="en-US" altLang="zh-CN" sz="2800" b="0" i="1" smtClean="0">
                              <a:solidFill>
                                <a:schemeClr val="bg1"/>
                              </a:solidFill>
                              <a:latin typeface="Cambria Math"/>
                            </a:rPr>
                            <m:t>𝑘</m:t>
                          </m:r>
                        </m:sub>
                      </m:sSub>
                      <m:r>
                        <a:rPr lang="en-US" altLang="zh-CN" sz="2800" i="1" smtClean="0">
                          <a:solidFill>
                            <a:schemeClr val="bg1"/>
                          </a:solidFill>
                          <a:latin typeface="Cambria Math"/>
                        </a:rPr>
                        <m:t>=</m:t>
                      </m:r>
                      <m:nary>
                        <m:naryPr>
                          <m:ctrlPr>
                            <a:rPr lang="en-US" altLang="zh-CN" sz="2800" i="1" smtClean="0">
                              <a:solidFill>
                                <a:schemeClr val="bg1"/>
                              </a:solidFill>
                              <a:latin typeface="Cambria Math" panose="02040503050406030204" pitchFamily="18" charset="0"/>
                            </a:rPr>
                          </m:ctrlPr>
                        </m:naryPr>
                        <m:sub>
                          <m:r>
                            <m:rPr>
                              <m:brk m:alnAt="23"/>
                            </m:rPr>
                            <a:rPr lang="en-US" altLang="zh-CN" sz="2800" b="0" i="1" smtClean="0">
                              <a:solidFill>
                                <a:schemeClr val="bg1"/>
                              </a:solidFill>
                              <a:latin typeface="Cambria Math"/>
                            </a:rPr>
                            <m:t>𝑎</m:t>
                          </m:r>
                        </m:sub>
                        <m:sup>
                          <m:r>
                            <a:rPr lang="en-US" altLang="zh-CN" sz="2800" b="0" i="1" smtClean="0">
                              <a:solidFill>
                                <a:schemeClr val="bg1"/>
                              </a:solidFill>
                              <a:latin typeface="Cambria Math"/>
                            </a:rPr>
                            <m:t>𝑏</m:t>
                          </m:r>
                        </m:sup>
                        <m:e>
                          <m:sSub>
                            <m:sSubPr>
                              <m:ctrlPr>
                                <a:rPr lang="en-US" altLang="zh-CN" sz="2800" i="1" smtClean="0">
                                  <a:solidFill>
                                    <a:schemeClr val="bg1"/>
                                  </a:solidFill>
                                  <a:latin typeface="Cambria Math" panose="02040503050406030204" pitchFamily="18" charset="0"/>
                                </a:rPr>
                              </m:ctrlPr>
                            </m:sSubPr>
                            <m:e>
                              <m:r>
                                <a:rPr lang="en-US" altLang="zh-CN" sz="2800" b="0" i="1" smtClean="0">
                                  <a:solidFill>
                                    <a:schemeClr val="bg1"/>
                                  </a:solidFill>
                                  <a:latin typeface="Cambria Math"/>
                                </a:rPr>
                                <m:t>𝑙</m:t>
                              </m:r>
                            </m:e>
                            <m:sub>
                              <m:r>
                                <a:rPr lang="en-US" altLang="zh-CN" sz="2800" b="0" i="1" smtClean="0">
                                  <a:solidFill>
                                    <a:schemeClr val="bg1"/>
                                  </a:solidFill>
                                  <a:latin typeface="Cambria Math"/>
                                </a:rPr>
                                <m:t>𝑘</m:t>
                              </m:r>
                            </m:sub>
                          </m:sSub>
                          <m:d>
                            <m:dPr>
                              <m:ctrlPr>
                                <a:rPr lang="en-US" altLang="zh-CN" sz="2800" b="0" i="1" smtClean="0">
                                  <a:solidFill>
                                    <a:schemeClr val="bg1"/>
                                  </a:solidFill>
                                  <a:latin typeface="Cambria Math" panose="02040503050406030204" pitchFamily="18" charset="0"/>
                                </a:rPr>
                              </m:ctrlPr>
                            </m:dPr>
                            <m:e>
                              <m:r>
                                <a:rPr lang="en-US" altLang="zh-CN" sz="2800" b="0" i="1" smtClean="0">
                                  <a:solidFill>
                                    <a:schemeClr val="bg1"/>
                                  </a:solidFill>
                                  <a:latin typeface="Cambria Math"/>
                                </a:rPr>
                                <m:t>𝑥</m:t>
                              </m:r>
                            </m:e>
                          </m:d>
                          <m:r>
                            <a:rPr lang="en-US" altLang="zh-CN" sz="2800" b="0" i="1" smtClean="0">
                              <a:solidFill>
                                <a:schemeClr val="bg1"/>
                              </a:solidFill>
                              <a:latin typeface="Cambria Math"/>
                            </a:rPr>
                            <m:t>𝑑𝑥</m:t>
                          </m:r>
                        </m:e>
                      </m:nary>
                    </m:oMath>
                  </m:oMathPara>
                </a14:m>
                <a:endParaRPr lang="zh-CN" altLang="en-US" sz="28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436096" y="1236406"/>
                <a:ext cx="2809167" cy="1069716"/>
              </a:xfrm>
              <a:prstGeom prst="rect">
                <a:avLst/>
              </a:prstGeom>
              <a:blipFill rotWithShape="1">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78815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BE5801CE-A6BD-4F53-B2FB-D0655812144A}" type="slidenum">
              <a:rPr lang="en-US" altLang="zh-CN" sz="1400"/>
              <a:pPr eaLnBrk="1" hangingPunct="1"/>
              <a:t>49</a:t>
            </a:fld>
            <a:endParaRPr lang="en-US" altLang="zh-CN" sz="1400"/>
          </a:p>
        </p:txBody>
      </p:sp>
      <p:sp>
        <p:nvSpPr>
          <p:cNvPr id="34819" name="TextBox 2"/>
          <p:cNvSpPr txBox="1">
            <a:spLocks noChangeArrowheads="1"/>
          </p:cNvSpPr>
          <p:nvPr/>
        </p:nvSpPr>
        <p:spPr bwMode="auto">
          <a:xfrm>
            <a:off x="107950" y="115888"/>
            <a:ext cx="813593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rgbClr val="FFFF00"/>
                </a:solidFill>
              </a:rPr>
              <a:t>3.  </a:t>
            </a:r>
            <a:r>
              <a:rPr lang="zh-CN" altLang="en-US" sz="3200" dirty="0">
                <a:solidFill>
                  <a:srgbClr val="FFFF00"/>
                </a:solidFill>
              </a:rPr>
              <a:t>积分的梯形公式、辛甫生公式及其余项</a:t>
            </a:r>
          </a:p>
        </p:txBody>
      </p:sp>
      <p:graphicFrame>
        <p:nvGraphicFramePr>
          <p:cNvPr id="4" name="对象 3"/>
          <p:cNvGraphicFramePr>
            <a:graphicFrameLocks noChangeAspect="1"/>
          </p:cNvGraphicFramePr>
          <p:nvPr/>
        </p:nvGraphicFramePr>
        <p:xfrm>
          <a:off x="2195513" y="1506538"/>
          <a:ext cx="3568700" cy="889000"/>
        </p:xfrm>
        <a:graphic>
          <a:graphicData uri="http://schemas.openxmlformats.org/presentationml/2006/ole">
            <mc:AlternateContent xmlns:mc="http://schemas.openxmlformats.org/markup-compatibility/2006">
              <mc:Choice xmlns:v="urn:schemas-microsoft-com:vml" Requires="v">
                <p:oleObj name="Equation" r:id="rId2" imgW="3543244" imgH="857309" progId="Equation.3">
                  <p:embed/>
                </p:oleObj>
              </mc:Choice>
              <mc:Fallback>
                <p:oleObj name="Equation" r:id="rId2" imgW="3543244" imgH="857309" progId="Equation.3">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1506538"/>
                        <a:ext cx="3568700" cy="8890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TextBox 4"/>
          <p:cNvSpPr txBox="1">
            <a:spLocks noChangeArrowheads="1"/>
          </p:cNvSpPr>
          <p:nvPr/>
        </p:nvSpPr>
        <p:spPr bwMode="auto">
          <a:xfrm>
            <a:off x="731838" y="889000"/>
            <a:ext cx="2697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a:solidFill>
                  <a:srgbClr val="FFFF00"/>
                </a:solidFill>
              </a:rPr>
              <a:t>梯形公式和余项</a:t>
            </a:r>
          </a:p>
        </p:txBody>
      </p:sp>
      <p:graphicFrame>
        <p:nvGraphicFramePr>
          <p:cNvPr id="6" name="对象 5"/>
          <p:cNvGraphicFramePr>
            <a:graphicFrameLocks noChangeAspect="1"/>
          </p:cNvGraphicFramePr>
          <p:nvPr/>
        </p:nvGraphicFramePr>
        <p:xfrm>
          <a:off x="2268538" y="2636838"/>
          <a:ext cx="3314700" cy="889000"/>
        </p:xfrm>
        <a:graphic>
          <a:graphicData uri="http://schemas.openxmlformats.org/presentationml/2006/ole">
            <mc:AlternateContent xmlns:mc="http://schemas.openxmlformats.org/markup-compatibility/2006">
              <mc:Choice xmlns:v="urn:schemas-microsoft-com:vml" Requires="v">
                <p:oleObj name="Equation" r:id="rId4" imgW="3285990" imgH="857309" progId="Equation.3">
                  <p:embed/>
                </p:oleObj>
              </mc:Choice>
              <mc:Fallback>
                <p:oleObj name="Equation" r:id="rId4" imgW="3285990" imgH="857309" progId="Equation.3">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2636838"/>
                        <a:ext cx="3314700" cy="8890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TextBox 6"/>
          <p:cNvSpPr txBox="1">
            <a:spLocks noChangeArrowheads="1"/>
          </p:cNvSpPr>
          <p:nvPr/>
        </p:nvSpPr>
        <p:spPr bwMode="auto">
          <a:xfrm>
            <a:off x="684213" y="3625850"/>
            <a:ext cx="305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a:solidFill>
                  <a:srgbClr val="FFFF00"/>
                </a:solidFill>
              </a:rPr>
              <a:t>辛普生公式和余项</a:t>
            </a:r>
          </a:p>
        </p:txBody>
      </p:sp>
      <p:graphicFrame>
        <p:nvGraphicFramePr>
          <p:cNvPr id="8" name="对象 7"/>
          <p:cNvGraphicFramePr>
            <a:graphicFrameLocks noChangeAspect="1"/>
          </p:cNvGraphicFramePr>
          <p:nvPr/>
        </p:nvGraphicFramePr>
        <p:xfrm>
          <a:off x="2047875" y="4168775"/>
          <a:ext cx="5461000" cy="889000"/>
        </p:xfrm>
        <a:graphic>
          <a:graphicData uri="http://schemas.openxmlformats.org/presentationml/2006/ole">
            <mc:AlternateContent xmlns:mc="http://schemas.openxmlformats.org/markup-compatibility/2006">
              <mc:Choice xmlns:v="urn:schemas-microsoft-com:vml" Requires="v">
                <p:oleObj name="Equation" r:id="rId6" imgW="5429321" imgH="857309" progId="Equation.3">
                  <p:embed/>
                </p:oleObj>
              </mc:Choice>
              <mc:Fallback>
                <p:oleObj name="Equation" r:id="rId6" imgW="5429321" imgH="857309" progId="Equation.3">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7875" y="4168775"/>
                        <a:ext cx="5461000" cy="8890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p:cNvGraphicFramePr>
            <a:graphicFrameLocks noChangeAspect="1"/>
          </p:cNvGraphicFramePr>
          <p:nvPr/>
        </p:nvGraphicFramePr>
        <p:xfrm>
          <a:off x="2124075" y="5300663"/>
          <a:ext cx="5256213" cy="1409700"/>
        </p:xfrm>
        <a:graphic>
          <a:graphicData uri="http://schemas.openxmlformats.org/presentationml/2006/ole">
            <mc:AlternateContent xmlns:mc="http://schemas.openxmlformats.org/markup-compatibility/2006">
              <mc:Choice xmlns:v="urn:schemas-microsoft-com:vml" Requires="v">
                <p:oleObj name="公式" r:id="rId8" imgW="1724112" imgH="438102" progId="Equation.3">
                  <p:embed/>
                </p:oleObj>
              </mc:Choice>
              <mc:Fallback>
                <p:oleObj name="公式" r:id="rId8" imgW="1724112" imgH="438102" progId="Equation.3">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4075" y="5300663"/>
                        <a:ext cx="5256213" cy="14097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37EDAABD-2000-4D94-B1DB-94E15E8FAC64}" type="slidenum">
              <a:rPr lang="en-US" altLang="zh-CN" sz="1400"/>
              <a:pPr eaLnBrk="1" hangingPunct="1"/>
              <a:t>50</a:t>
            </a:fld>
            <a:endParaRPr lang="en-US" altLang="zh-CN" sz="1400"/>
          </a:p>
        </p:txBody>
      </p:sp>
      <p:sp>
        <p:nvSpPr>
          <p:cNvPr id="35843" name="TextBox 2"/>
          <p:cNvSpPr txBox="1">
            <a:spLocks noChangeArrowheads="1"/>
          </p:cNvSpPr>
          <p:nvPr/>
        </p:nvSpPr>
        <p:spPr bwMode="auto">
          <a:xfrm>
            <a:off x="107950" y="115888"/>
            <a:ext cx="813593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solidFill>
                  <a:srgbClr val="FFFF00"/>
                </a:solidFill>
              </a:rPr>
              <a:t>4. </a:t>
            </a:r>
            <a:r>
              <a:rPr lang="zh-CN" altLang="en-US" sz="3200" dirty="0">
                <a:solidFill>
                  <a:srgbClr val="FFFF00"/>
                </a:solidFill>
              </a:rPr>
              <a:t>复化的梯形公式、辛甫生公式及其余项</a:t>
            </a:r>
          </a:p>
        </p:txBody>
      </p:sp>
      <p:sp>
        <p:nvSpPr>
          <p:cNvPr id="35844" name="TextBox 3"/>
          <p:cNvSpPr txBox="1">
            <a:spLocks noChangeArrowheads="1"/>
          </p:cNvSpPr>
          <p:nvPr/>
        </p:nvSpPr>
        <p:spPr bwMode="auto">
          <a:xfrm>
            <a:off x="357403" y="1074916"/>
            <a:ext cx="342251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chemeClr val="bg1"/>
                </a:solidFill>
              </a:rPr>
              <a:t>复化的梯形公式</a:t>
            </a:r>
          </a:p>
        </p:txBody>
      </p:sp>
      <p:graphicFrame>
        <p:nvGraphicFramePr>
          <p:cNvPr id="5" name="对象 4"/>
          <p:cNvGraphicFramePr>
            <a:graphicFrameLocks noChangeAspect="1"/>
          </p:cNvGraphicFramePr>
          <p:nvPr>
            <p:extLst>
              <p:ext uri="{D42A27DB-BD31-4B8C-83A1-F6EECF244321}">
                <p14:modId xmlns:p14="http://schemas.microsoft.com/office/powerpoint/2010/main" val="2299415890"/>
              </p:ext>
            </p:extLst>
          </p:nvPr>
        </p:nvGraphicFramePr>
        <p:xfrm>
          <a:off x="1763688" y="2348880"/>
          <a:ext cx="5270500" cy="1066800"/>
        </p:xfrm>
        <a:graphic>
          <a:graphicData uri="http://schemas.openxmlformats.org/presentationml/2006/ole">
            <mc:AlternateContent xmlns:mc="http://schemas.openxmlformats.org/markup-compatibility/2006">
              <mc:Choice xmlns:v="urn:schemas-microsoft-com:vml" Requires="v">
                <p:oleObj name="Equation" r:id="rId2" imgW="5238742" imgH="1038165" progId="Equation.3">
                  <p:embed/>
                </p:oleObj>
              </mc:Choice>
              <mc:Fallback>
                <p:oleObj name="Equation" r:id="rId2" imgW="5238742" imgH="1038165" progId="Equation.3">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348880"/>
                        <a:ext cx="5270500" cy="10668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662186544"/>
              </p:ext>
            </p:extLst>
          </p:nvPr>
        </p:nvGraphicFramePr>
        <p:xfrm>
          <a:off x="1887215" y="3933056"/>
          <a:ext cx="3352800" cy="1524000"/>
        </p:xfrm>
        <a:graphic>
          <a:graphicData uri="http://schemas.openxmlformats.org/presentationml/2006/ole">
            <mc:AlternateContent xmlns:mc="http://schemas.openxmlformats.org/markup-compatibility/2006">
              <mc:Choice xmlns:v="urn:schemas-microsoft-com:vml" Requires="v">
                <p:oleObj name="公式" r:id="rId4" imgW="3324322" imgH="1495432" progId="Equation.3">
                  <p:embed/>
                </p:oleObj>
              </mc:Choice>
              <mc:Fallback>
                <p:oleObj name="公式" r:id="rId4" imgW="3324322" imgH="1495432" progId="Equation.3">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7215" y="3933056"/>
                        <a:ext cx="3352800" cy="1524000"/>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TextBox 1"/>
              <p:cNvSpPr txBox="1"/>
              <p:nvPr/>
            </p:nvSpPr>
            <p:spPr>
              <a:xfrm>
                <a:off x="3995935" y="1201983"/>
                <a:ext cx="1557093" cy="7936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h</m:t>
                      </m:r>
                      <m:r>
                        <a:rPr lang="en-US" altLang="zh-CN" i="1" smtClean="0">
                          <a:solidFill>
                            <a:schemeClr val="bg1"/>
                          </a:solidFill>
                          <a:latin typeface="Cambria Math"/>
                        </a:rPr>
                        <m:t>=</m:t>
                      </m:r>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a:rPr>
                            <m:t>𝑏</m:t>
                          </m:r>
                          <m:r>
                            <a:rPr lang="en-US" altLang="zh-CN" b="0" i="1" smtClean="0">
                              <a:solidFill>
                                <a:schemeClr val="bg1"/>
                              </a:solidFill>
                              <a:latin typeface="Cambria Math"/>
                            </a:rPr>
                            <m:t>−</m:t>
                          </m:r>
                          <m:r>
                            <a:rPr lang="en-US" altLang="zh-CN" b="0" i="1" smtClean="0">
                              <a:solidFill>
                                <a:schemeClr val="bg1"/>
                              </a:solidFill>
                              <a:latin typeface="Cambria Math"/>
                            </a:rPr>
                            <m:t>𝑎</m:t>
                          </m:r>
                        </m:num>
                        <m:den>
                          <m:r>
                            <a:rPr lang="en-US" altLang="zh-CN" b="0" i="1" smtClean="0">
                              <a:solidFill>
                                <a:schemeClr val="bg1"/>
                              </a:solidFill>
                              <a:latin typeface="Cambria Math"/>
                            </a:rPr>
                            <m:t>𝑛</m:t>
                          </m:r>
                        </m:den>
                      </m:f>
                    </m:oMath>
                  </m:oMathPara>
                </a14:m>
                <a:endParaRPr lang="zh-CN" altLang="en-US" dirty="0">
                  <a:solidFill>
                    <a:schemeClr val="bg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995935" y="1201983"/>
                <a:ext cx="1557093" cy="79361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p:cNvSpPr>
            <a:spLocks noGrp="1"/>
          </p:cNvSpPr>
          <p:nvPr>
            <p:ph type="sldNum" sz="quarter" idx="12"/>
          </p:nvPr>
        </p:nvSpPr>
        <p:spPr>
          <a:xfrm>
            <a:off x="6553200" y="6428184"/>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0823B349-66AA-4936-BA0B-93CD77F6F8E9}" type="slidenum">
              <a:rPr lang="en-US" altLang="zh-CN" sz="1400"/>
              <a:pPr eaLnBrk="1" hangingPunct="1"/>
              <a:t>51</a:t>
            </a:fld>
            <a:endParaRPr lang="en-US" altLang="zh-CN" sz="1400"/>
          </a:p>
        </p:txBody>
      </p:sp>
      <p:graphicFrame>
        <p:nvGraphicFramePr>
          <p:cNvPr id="3" name="对象 2"/>
          <p:cNvGraphicFramePr>
            <a:graphicFrameLocks noChangeAspect="1"/>
          </p:cNvGraphicFramePr>
          <p:nvPr>
            <p:extLst>
              <p:ext uri="{D42A27DB-BD31-4B8C-83A1-F6EECF244321}">
                <p14:modId xmlns:p14="http://schemas.microsoft.com/office/powerpoint/2010/main" val="3506893662"/>
              </p:ext>
            </p:extLst>
          </p:nvPr>
        </p:nvGraphicFramePr>
        <p:xfrm>
          <a:off x="1331640" y="3262362"/>
          <a:ext cx="5524500" cy="1177925"/>
        </p:xfrm>
        <a:graphic>
          <a:graphicData uri="http://schemas.openxmlformats.org/presentationml/2006/ole">
            <mc:AlternateContent xmlns:mc="http://schemas.openxmlformats.org/markup-compatibility/2006">
              <mc:Choice xmlns:v="urn:schemas-microsoft-com:vml" Requires="v">
                <p:oleObj name="Equation" r:id="rId2" imgW="2057489" imgH="419207" progId="Equation.3">
                  <p:embed/>
                </p:oleObj>
              </mc:Choice>
              <mc:Fallback>
                <p:oleObj name="Equation" r:id="rId2" imgW="2057489" imgH="419207" progId="Equation.3">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262362"/>
                        <a:ext cx="5524500" cy="11779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70062413"/>
              </p:ext>
            </p:extLst>
          </p:nvPr>
        </p:nvGraphicFramePr>
        <p:xfrm>
          <a:off x="1966223" y="4846538"/>
          <a:ext cx="5334000" cy="1174750"/>
        </p:xfrm>
        <a:graphic>
          <a:graphicData uri="http://schemas.openxmlformats.org/presentationml/2006/ole">
            <mc:AlternateContent xmlns:mc="http://schemas.openxmlformats.org/markup-compatibility/2006">
              <mc:Choice xmlns:v="urn:schemas-microsoft-com:vml" Requires="v">
                <p:oleObj name="Equation" r:id="rId4" imgW="2104999" imgH="438102" progId="Equation.3">
                  <p:embed/>
                </p:oleObj>
              </mc:Choice>
              <mc:Fallback>
                <p:oleObj name="Equation" r:id="rId4" imgW="2104999" imgH="438102" progId="Equation.3">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223" y="4846538"/>
                        <a:ext cx="5334000" cy="11747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9" name="TextBox 4"/>
          <p:cNvSpPr txBox="1">
            <a:spLocks noChangeArrowheads="1"/>
          </p:cNvSpPr>
          <p:nvPr/>
        </p:nvSpPr>
        <p:spPr bwMode="auto">
          <a:xfrm>
            <a:off x="251520" y="260648"/>
            <a:ext cx="336747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dirty="0">
                <a:solidFill>
                  <a:srgbClr val="FFFF00"/>
                </a:solidFill>
              </a:rPr>
              <a:t>复化的辛普生公式</a:t>
            </a:r>
          </a:p>
        </p:txBody>
      </p:sp>
      <p:graphicFrame>
        <p:nvGraphicFramePr>
          <p:cNvPr id="6" name="对象 5"/>
          <p:cNvGraphicFramePr>
            <a:graphicFrameLocks noChangeAspect="1"/>
          </p:cNvGraphicFramePr>
          <p:nvPr>
            <p:extLst>
              <p:ext uri="{D42A27DB-BD31-4B8C-83A1-F6EECF244321}">
                <p14:modId xmlns:p14="http://schemas.microsoft.com/office/powerpoint/2010/main" val="3120263825"/>
              </p:ext>
            </p:extLst>
          </p:nvPr>
        </p:nvGraphicFramePr>
        <p:xfrm>
          <a:off x="755576" y="1606178"/>
          <a:ext cx="8064896" cy="1193477"/>
        </p:xfrm>
        <a:graphic>
          <a:graphicData uri="http://schemas.openxmlformats.org/presentationml/2006/ole">
            <mc:AlternateContent xmlns:mc="http://schemas.openxmlformats.org/markup-compatibility/2006">
              <mc:Choice xmlns:v="urn:schemas-microsoft-com:vml" Requires="v">
                <p:oleObj name="公式" r:id="rId6" imgW="3340080" imgH="482400" progId="Equation.3">
                  <p:embed/>
                </p:oleObj>
              </mc:Choice>
              <mc:Fallback>
                <p:oleObj name="公式" r:id="rId6" imgW="3340080" imgH="482400" progId="Equation.3">
                  <p:embed/>
                  <p:pic>
                    <p:nvPicPr>
                      <p:cNvPr id="0" name="对象 5"/>
                      <p:cNvPicPr>
                        <a:picLocks noChangeAspect="1" noChangeArrowheads="1"/>
                      </p:cNvPicPr>
                      <p:nvPr/>
                    </p:nvPicPr>
                    <p:blipFill>
                      <a:blip r:embed="rId7"/>
                      <a:srcRect/>
                      <a:stretch>
                        <a:fillRect/>
                      </a:stretch>
                    </p:blipFill>
                    <p:spPr bwMode="auto">
                      <a:xfrm>
                        <a:off x="755576" y="1606178"/>
                        <a:ext cx="8064896" cy="1193477"/>
                      </a:xfrm>
                      <a:prstGeom prst="rect">
                        <a:avLst/>
                      </a:prstGeom>
                      <a:solidFill>
                        <a:schemeClr val="bg2"/>
                      </a:solidFill>
                      <a:ln>
                        <a:noFill/>
                      </a:ln>
                    </p:spPr>
                  </p:pic>
                </p:oleObj>
              </mc:Fallback>
            </mc:AlternateContent>
          </a:graphicData>
        </a:graphic>
      </p:graphicFrame>
      <mc:AlternateContent xmlns:mc="http://schemas.openxmlformats.org/markup-compatibility/2006" xmlns:a14="http://schemas.microsoft.com/office/drawing/2010/main">
        <mc:Choice Requires="a14">
          <p:sp>
            <p:nvSpPr>
              <p:cNvPr id="7" name="TextBox 6"/>
              <p:cNvSpPr txBox="1"/>
              <p:nvPr/>
            </p:nvSpPr>
            <p:spPr>
              <a:xfrm>
                <a:off x="4067944" y="521792"/>
                <a:ext cx="1557093" cy="7936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a:rPr>
                        <m:t>h</m:t>
                      </m:r>
                      <m:r>
                        <a:rPr lang="en-US" altLang="zh-CN" i="1" smtClean="0">
                          <a:solidFill>
                            <a:schemeClr val="bg1"/>
                          </a:solidFill>
                          <a:latin typeface="Cambria Math"/>
                        </a:rPr>
                        <m:t>=</m:t>
                      </m:r>
                      <m:f>
                        <m:fPr>
                          <m:ctrlPr>
                            <a:rPr lang="en-US" altLang="zh-CN" i="1" smtClean="0">
                              <a:solidFill>
                                <a:schemeClr val="bg1"/>
                              </a:solidFill>
                              <a:latin typeface="Cambria Math" panose="02040503050406030204" pitchFamily="18" charset="0"/>
                            </a:rPr>
                          </m:ctrlPr>
                        </m:fPr>
                        <m:num>
                          <m:r>
                            <a:rPr lang="en-US" altLang="zh-CN" b="0" i="1" smtClean="0">
                              <a:solidFill>
                                <a:schemeClr val="bg1"/>
                              </a:solidFill>
                              <a:latin typeface="Cambria Math"/>
                            </a:rPr>
                            <m:t>𝑏</m:t>
                          </m:r>
                          <m:r>
                            <a:rPr lang="en-US" altLang="zh-CN" b="0" i="1" smtClean="0">
                              <a:solidFill>
                                <a:schemeClr val="bg1"/>
                              </a:solidFill>
                              <a:latin typeface="Cambria Math"/>
                            </a:rPr>
                            <m:t>−</m:t>
                          </m:r>
                          <m:r>
                            <a:rPr lang="en-US" altLang="zh-CN" b="0" i="1" smtClean="0">
                              <a:solidFill>
                                <a:schemeClr val="bg1"/>
                              </a:solidFill>
                              <a:latin typeface="Cambria Math"/>
                            </a:rPr>
                            <m:t>𝑎</m:t>
                          </m:r>
                        </m:num>
                        <m:den>
                          <m:r>
                            <a:rPr lang="en-US" altLang="zh-CN" b="0" i="1" smtClean="0">
                              <a:solidFill>
                                <a:schemeClr val="bg1"/>
                              </a:solidFill>
                              <a:latin typeface="Cambria Math"/>
                            </a:rPr>
                            <m:t>𝑛</m:t>
                          </m:r>
                        </m:den>
                      </m:f>
                    </m:oMath>
                  </m:oMathPara>
                </a14:m>
                <a:endParaRPr lang="zh-CN" altLang="en-US"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067944" y="521792"/>
                <a:ext cx="1557093" cy="793615"/>
              </a:xfrm>
              <a:prstGeom prst="rect">
                <a:avLst/>
              </a:prstGeom>
              <a:blipFill rotWithShape="1">
                <a:blip r:embed="rId9"/>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28600" y="1503363"/>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chemeClr val="hlink"/>
                </a:solidFill>
              </a:rPr>
              <a:t>举例</a:t>
            </a:r>
          </a:p>
        </p:txBody>
      </p:sp>
      <p:sp>
        <p:nvSpPr>
          <p:cNvPr id="37891" name="Text Box 3"/>
          <p:cNvSpPr txBox="1">
            <a:spLocks noChangeArrowheads="1"/>
          </p:cNvSpPr>
          <p:nvPr/>
        </p:nvSpPr>
        <p:spPr bwMode="auto">
          <a:xfrm>
            <a:off x="1371600" y="1473200"/>
            <a:ext cx="7467600"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spcBef>
                <a:spcPct val="50000"/>
              </a:spcBef>
              <a:buFontTx/>
              <a:buNone/>
            </a:pPr>
            <a:r>
              <a:rPr lang="zh-CN" altLang="en-US" b="1">
                <a:solidFill>
                  <a:srgbClr val="FFFF00"/>
                </a:solidFill>
              </a:rPr>
              <a:t>对于函数                      ，</a:t>
            </a:r>
          </a:p>
          <a:p>
            <a:pPr eaLnBrk="1" hangingPunct="1">
              <a:lnSpc>
                <a:spcPct val="120000"/>
              </a:lnSpc>
              <a:spcBef>
                <a:spcPct val="50000"/>
              </a:spcBef>
              <a:buFontTx/>
              <a:buNone/>
            </a:pPr>
            <a:r>
              <a:rPr lang="zh-CN" altLang="en-US" b="1">
                <a:solidFill>
                  <a:srgbClr val="FFFF00"/>
                </a:solidFill>
              </a:rPr>
              <a:t>试利用下表计算积分</a:t>
            </a:r>
          </a:p>
        </p:txBody>
      </p:sp>
      <p:graphicFrame>
        <p:nvGraphicFramePr>
          <p:cNvPr id="37892" name="Object 4"/>
          <p:cNvGraphicFramePr>
            <a:graphicFrameLocks noChangeAspect="1"/>
          </p:cNvGraphicFramePr>
          <p:nvPr/>
        </p:nvGraphicFramePr>
        <p:xfrm>
          <a:off x="3276600" y="1244600"/>
          <a:ext cx="1993900" cy="889000"/>
        </p:xfrm>
        <a:graphic>
          <a:graphicData uri="http://schemas.openxmlformats.org/presentationml/2006/ole">
            <mc:AlternateContent xmlns:mc="http://schemas.openxmlformats.org/markup-compatibility/2006">
              <mc:Choice xmlns:v="urn:schemas-microsoft-com:vml" Requires="v">
                <p:oleObj name="Equation" r:id="rId2" imgW="1971648" imgH="866757" progId="Equation.3">
                  <p:embed/>
                </p:oleObj>
              </mc:Choice>
              <mc:Fallback>
                <p:oleObj name="Equation" r:id="rId2" imgW="1971648" imgH="86675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244600"/>
                        <a:ext cx="1993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3" name="Object 5"/>
          <p:cNvGraphicFramePr>
            <a:graphicFrameLocks noChangeAspect="1"/>
          </p:cNvGraphicFramePr>
          <p:nvPr/>
        </p:nvGraphicFramePr>
        <p:xfrm>
          <a:off x="2057400" y="3073400"/>
          <a:ext cx="2108200" cy="889000"/>
        </p:xfrm>
        <a:graphic>
          <a:graphicData uri="http://schemas.openxmlformats.org/presentationml/2006/ole">
            <mc:AlternateContent xmlns:mc="http://schemas.openxmlformats.org/markup-compatibility/2006">
              <mc:Choice xmlns:v="urn:schemas-microsoft-com:vml" Requires="v">
                <p:oleObj name="Equation" r:id="rId4" imgW="2086103" imgH="866757" progId="Equation.3">
                  <p:embed/>
                </p:oleObj>
              </mc:Choice>
              <mc:Fallback>
                <p:oleObj name="Equation" r:id="rId4" imgW="2086103" imgH="866757"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3073400"/>
                        <a:ext cx="2108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487" name="Group 151"/>
          <p:cNvGraphicFramePr>
            <a:graphicFrameLocks noGrp="1"/>
          </p:cNvGraphicFramePr>
          <p:nvPr/>
        </p:nvGraphicFramePr>
        <p:xfrm>
          <a:off x="5715000" y="457200"/>
          <a:ext cx="3124200" cy="5403852"/>
        </p:xfrm>
        <a:graphic>
          <a:graphicData uri="http://schemas.openxmlformats.org/drawingml/2006/table">
            <a:tbl>
              <a:tblPr/>
              <a:tblGrid>
                <a:gridCol w="1066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FFFF00"/>
                          </a:solidFill>
                          <a:effectLst/>
                          <a:latin typeface="Times New Roman" pitchFamily="18" charset="0"/>
                          <a:ea typeface="SimSun" pitchFamily="2" charset="-122"/>
                        </a:rPr>
                        <a:t>x</a:t>
                      </a:r>
                    </a:p>
                  </a:txBody>
                  <a:tcPr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f(x)</a:t>
                      </a:r>
                    </a:p>
                  </a:txBody>
                  <a:tcPr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41338">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1</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1/8</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0.9973978</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41338">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1/4</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0.9896158</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3/8</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0.9767267</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1/2</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0.9588510</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41338">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5/8</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0.9361556</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3/4</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0.9088516</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541338">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7/8</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FFFF00"/>
                          </a:solidFill>
                          <a:effectLst/>
                          <a:latin typeface="Times New Roman" pitchFamily="18" charset="0"/>
                          <a:ea typeface="SimSun" pitchFamily="2" charset="-122"/>
                        </a:rPr>
                        <a:t>0.8771925</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539750">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rgbClr val="FFFF00"/>
                          </a:solidFill>
                          <a:effectLst/>
                          <a:latin typeface="Times New Roman" pitchFamily="18" charset="0"/>
                          <a:ea typeface="SimSun" pitchFamily="2" charset="-122"/>
                        </a:rPr>
                        <a:t>1</a:t>
                      </a: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SimSun" pitchFamily="2" charset="-122"/>
                        </a:defRPr>
                      </a:lvl1pPr>
                      <a:lvl2pPr>
                        <a:spcBef>
                          <a:spcPct val="20000"/>
                        </a:spcBef>
                        <a:defRPr kumimoji="1" sz="2400">
                          <a:solidFill>
                            <a:schemeClr val="tx1"/>
                          </a:solidFill>
                          <a:latin typeface="Times New Roman" pitchFamily="18" charset="0"/>
                          <a:ea typeface="SimSun" pitchFamily="2" charset="-122"/>
                        </a:defRPr>
                      </a:lvl2pPr>
                      <a:lvl3pPr>
                        <a:spcBef>
                          <a:spcPct val="20000"/>
                        </a:spcBef>
                        <a:defRPr kumimoji="1" sz="2000">
                          <a:solidFill>
                            <a:schemeClr val="tx1"/>
                          </a:solidFill>
                          <a:latin typeface="Times New Roman" pitchFamily="18" charset="0"/>
                          <a:ea typeface="SimSun" pitchFamily="2" charset="-122"/>
                        </a:defRPr>
                      </a:lvl3pPr>
                      <a:lvl4pPr>
                        <a:spcBef>
                          <a:spcPct val="20000"/>
                        </a:spcBef>
                        <a:defRPr kumimoji="1">
                          <a:solidFill>
                            <a:schemeClr val="tx1"/>
                          </a:solidFill>
                          <a:latin typeface="Times New Roman" pitchFamily="18" charset="0"/>
                          <a:ea typeface="SimSun" pitchFamily="2" charset="-122"/>
                        </a:defRPr>
                      </a:lvl4pPr>
                      <a:lvl5pPr>
                        <a:spcBef>
                          <a:spcPct val="20000"/>
                        </a:spcBef>
                        <a:defRPr kumimoji="1">
                          <a:solidFill>
                            <a:schemeClr val="tx1"/>
                          </a:solidFill>
                          <a:latin typeface="Times New Roman" pitchFamily="18" charset="0"/>
                          <a:ea typeface="SimSun" pitchFamily="2" charset="-122"/>
                        </a:defRPr>
                      </a:lvl5pPr>
                      <a:lvl6pPr fontAlgn="base">
                        <a:spcBef>
                          <a:spcPct val="20000"/>
                        </a:spcBef>
                        <a:spcAft>
                          <a:spcPct val="0"/>
                        </a:spcAft>
                        <a:defRPr kumimoji="1">
                          <a:solidFill>
                            <a:schemeClr val="tx1"/>
                          </a:solidFill>
                          <a:latin typeface="Times New Roman" pitchFamily="18" charset="0"/>
                          <a:ea typeface="SimSun" pitchFamily="2" charset="-122"/>
                        </a:defRPr>
                      </a:lvl6pPr>
                      <a:lvl7pPr fontAlgn="base">
                        <a:spcBef>
                          <a:spcPct val="20000"/>
                        </a:spcBef>
                        <a:spcAft>
                          <a:spcPct val="0"/>
                        </a:spcAft>
                        <a:defRPr kumimoji="1">
                          <a:solidFill>
                            <a:schemeClr val="tx1"/>
                          </a:solidFill>
                          <a:latin typeface="Times New Roman" pitchFamily="18" charset="0"/>
                          <a:ea typeface="SimSun" pitchFamily="2" charset="-122"/>
                        </a:defRPr>
                      </a:lvl7pPr>
                      <a:lvl8pPr fontAlgn="base">
                        <a:spcBef>
                          <a:spcPct val="20000"/>
                        </a:spcBef>
                        <a:spcAft>
                          <a:spcPct val="0"/>
                        </a:spcAft>
                        <a:defRPr kumimoji="1">
                          <a:solidFill>
                            <a:schemeClr val="tx1"/>
                          </a:solidFill>
                          <a:latin typeface="Times New Roman" pitchFamily="18" charset="0"/>
                          <a:ea typeface="SimSun" pitchFamily="2" charset="-122"/>
                        </a:defRPr>
                      </a:lvl8pPr>
                      <a:lvl9pPr fontAlgn="base">
                        <a:spcBef>
                          <a:spcPct val="20000"/>
                        </a:spcBef>
                        <a:spcAft>
                          <a:spcPct val="0"/>
                        </a:spcAft>
                        <a:defRPr kumimoji="1">
                          <a:solidFill>
                            <a:schemeClr val="tx1"/>
                          </a:solidFill>
                          <a:latin typeface="Times New Roman" pitchFamily="18" charset="0"/>
                          <a:ea typeface="SimSun"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FFFF00"/>
                          </a:solidFill>
                          <a:effectLst/>
                          <a:latin typeface="Times New Roman" pitchFamily="18" charset="0"/>
                          <a:ea typeface="SimSun" pitchFamily="2" charset="-122"/>
                        </a:rPr>
                        <a:t>0.8414709</a:t>
                      </a:r>
                    </a:p>
                  </a:txBody>
                  <a:tcP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2488" name="Text Box 152"/>
          <p:cNvSpPr txBox="1">
            <a:spLocks noChangeArrowheads="1"/>
          </p:cNvSpPr>
          <p:nvPr/>
        </p:nvSpPr>
        <p:spPr bwMode="auto">
          <a:xfrm>
            <a:off x="304800" y="41148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chemeClr val="hlink"/>
                </a:solidFill>
              </a:rPr>
              <a:t>解</a:t>
            </a:r>
          </a:p>
        </p:txBody>
      </p:sp>
      <p:sp>
        <p:nvSpPr>
          <p:cNvPr id="142489" name="Text Box 153"/>
          <p:cNvSpPr txBox="1">
            <a:spLocks noChangeArrowheads="1"/>
          </p:cNvSpPr>
          <p:nvPr/>
        </p:nvSpPr>
        <p:spPr bwMode="auto">
          <a:xfrm>
            <a:off x="1143000" y="4084638"/>
            <a:ext cx="4191000"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50000"/>
              </a:spcBef>
              <a:buFontTx/>
              <a:buNone/>
            </a:pPr>
            <a:r>
              <a:rPr lang="zh-CN" altLang="en-US" b="1">
                <a:solidFill>
                  <a:srgbClr val="FFFF00"/>
                </a:solidFill>
              </a:rPr>
              <a:t>将积分区间</a:t>
            </a:r>
            <a:r>
              <a:rPr lang="en-US" altLang="zh-CN" b="1">
                <a:solidFill>
                  <a:srgbClr val="FFFF00"/>
                </a:solidFill>
              </a:rPr>
              <a:t>[0,1]</a:t>
            </a:r>
            <a:r>
              <a:rPr lang="zh-CN" altLang="en-US" b="1">
                <a:solidFill>
                  <a:srgbClr val="FFFF00"/>
                </a:solidFill>
              </a:rPr>
              <a:t>划分为</a:t>
            </a:r>
            <a:r>
              <a:rPr lang="en-US" altLang="zh-CN" b="1">
                <a:solidFill>
                  <a:srgbClr val="FFFF00"/>
                </a:solidFill>
              </a:rPr>
              <a:t>8</a:t>
            </a:r>
            <a:r>
              <a:rPr lang="zh-CN" altLang="en-US" b="1">
                <a:solidFill>
                  <a:srgbClr val="FFFF00"/>
                </a:solidFill>
              </a:rPr>
              <a:t>等分，应用复化梯形公式</a:t>
            </a:r>
          </a:p>
        </p:txBody>
      </p:sp>
      <p:sp>
        <p:nvSpPr>
          <p:cNvPr id="37929" name="Text Box 155"/>
          <p:cNvSpPr txBox="1">
            <a:spLocks noChangeArrowheads="1"/>
          </p:cNvSpPr>
          <p:nvPr/>
        </p:nvSpPr>
        <p:spPr bwMode="auto">
          <a:xfrm>
            <a:off x="304800" y="457200"/>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sz="4000" b="1">
                <a:solidFill>
                  <a:srgbClr val="CCFFFF"/>
                </a:solidFill>
                <a:ea typeface="黑体" pitchFamily="49" charset="-122"/>
              </a:rPr>
              <a:t>三、例题</a:t>
            </a:r>
            <a:endParaRPr lang="zh-CN" altLang="en-US" sz="400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488">
                                            <p:txEl>
                                              <p:pRg st="0" end="0"/>
                                            </p:txEl>
                                          </p:spTgt>
                                        </p:tgtEl>
                                        <p:attrNameLst>
                                          <p:attrName>style.visibility</p:attrName>
                                        </p:attrNameLst>
                                      </p:cBhvr>
                                      <p:to>
                                        <p:strVal val="visible"/>
                                      </p:to>
                                    </p:set>
                                    <p:animEffect transition="in" filter="wipe(left)">
                                      <p:cBhvr>
                                        <p:cTn id="7" dur="500"/>
                                        <p:tgtEl>
                                          <p:spTgt spid="14248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489">
                                            <p:txEl>
                                              <p:pRg st="0" end="0"/>
                                            </p:txEl>
                                          </p:spTgt>
                                        </p:tgtEl>
                                        <p:attrNameLst>
                                          <p:attrName>style.visibility</p:attrName>
                                        </p:attrNameLst>
                                      </p:cBhvr>
                                      <p:to>
                                        <p:strVal val="visible"/>
                                      </p:to>
                                    </p:set>
                                    <p:animEffect transition="in" filter="wipe(left)">
                                      <p:cBhvr>
                                        <p:cTn id="12" dur="500"/>
                                        <p:tgtEl>
                                          <p:spTgt spid="1424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88" grpId="0" build="p" autoUpdateAnimBg="0"/>
      <p:bldP spid="142489"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609600" y="24384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50000"/>
              </a:spcBef>
              <a:buFontTx/>
              <a:buNone/>
            </a:pPr>
            <a:r>
              <a:rPr lang="zh-CN" altLang="en-US" b="1">
                <a:solidFill>
                  <a:srgbClr val="FFFF00"/>
                </a:solidFill>
              </a:rPr>
              <a:t>将积分区间</a:t>
            </a:r>
            <a:r>
              <a:rPr lang="en-US" altLang="zh-CN" b="1">
                <a:solidFill>
                  <a:srgbClr val="FFFF00"/>
                </a:solidFill>
              </a:rPr>
              <a:t>[0,1]</a:t>
            </a:r>
            <a:r>
              <a:rPr lang="zh-CN" altLang="en-US" b="1">
                <a:solidFill>
                  <a:srgbClr val="FFFF00"/>
                </a:solidFill>
              </a:rPr>
              <a:t>划分为</a:t>
            </a:r>
            <a:r>
              <a:rPr lang="en-US" altLang="zh-CN" b="1">
                <a:solidFill>
                  <a:srgbClr val="FFFF00"/>
                </a:solidFill>
              </a:rPr>
              <a:t>4</a:t>
            </a:r>
            <a:r>
              <a:rPr lang="zh-CN" altLang="en-US" b="1">
                <a:solidFill>
                  <a:srgbClr val="FFFF00"/>
                </a:solidFill>
              </a:rPr>
              <a:t>等分，应用复化辛甫生公式求得</a:t>
            </a:r>
          </a:p>
        </p:txBody>
      </p:sp>
      <p:graphicFrame>
        <p:nvGraphicFramePr>
          <p:cNvPr id="143363" name="Object 3"/>
          <p:cNvGraphicFramePr>
            <a:graphicFrameLocks noChangeAspect="1"/>
          </p:cNvGraphicFramePr>
          <p:nvPr/>
        </p:nvGraphicFramePr>
        <p:xfrm>
          <a:off x="2667000" y="5410200"/>
          <a:ext cx="2438400" cy="457200"/>
        </p:xfrm>
        <a:graphic>
          <a:graphicData uri="http://schemas.openxmlformats.org/presentationml/2006/ole">
            <mc:AlternateContent xmlns:mc="http://schemas.openxmlformats.org/markup-compatibility/2006">
              <mc:Choice xmlns:v="urn:schemas-microsoft-com:vml" Requires="v">
                <p:oleObj name="Equation" r:id="rId2" imgW="2419480" imgH="438102" progId="Equation.3">
                  <p:embed/>
                </p:oleObj>
              </mc:Choice>
              <mc:Fallback>
                <p:oleObj name="Equation" r:id="rId2" imgW="2419480" imgH="438102"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410200"/>
                        <a:ext cx="2438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64" name="Object 4"/>
          <p:cNvGraphicFramePr>
            <a:graphicFrameLocks noChangeAspect="1"/>
          </p:cNvGraphicFramePr>
          <p:nvPr/>
        </p:nvGraphicFramePr>
        <p:xfrm>
          <a:off x="3276600" y="1752600"/>
          <a:ext cx="2387600" cy="457200"/>
        </p:xfrm>
        <a:graphic>
          <a:graphicData uri="http://schemas.openxmlformats.org/presentationml/2006/ole">
            <mc:AlternateContent xmlns:mc="http://schemas.openxmlformats.org/markup-compatibility/2006">
              <mc:Choice xmlns:v="urn:schemas-microsoft-com:vml" Requires="v">
                <p:oleObj name="Equation" r:id="rId4" imgW="2371700" imgH="438102" progId="Equation.3">
                  <p:embed/>
                </p:oleObj>
              </mc:Choice>
              <mc:Fallback>
                <p:oleObj name="Equation" r:id="rId4" imgW="2371700" imgH="43810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752600"/>
                        <a:ext cx="2387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68" name="Object 8"/>
          <p:cNvGraphicFramePr>
            <a:graphicFrameLocks noChangeAspect="1"/>
          </p:cNvGraphicFramePr>
          <p:nvPr/>
        </p:nvGraphicFramePr>
        <p:xfrm>
          <a:off x="838200" y="304800"/>
          <a:ext cx="7696200" cy="1231900"/>
        </p:xfrm>
        <a:graphic>
          <a:graphicData uri="http://schemas.openxmlformats.org/presentationml/2006/ole">
            <mc:AlternateContent xmlns:mc="http://schemas.openxmlformats.org/markup-compatibility/2006">
              <mc:Choice xmlns:v="urn:schemas-microsoft-com:vml" Requires="v">
                <p:oleObj name="位图图像" r:id="rId6" imgW="4105848" imgH="657317" progId="Paint.Picture">
                  <p:embed/>
                </p:oleObj>
              </mc:Choice>
              <mc:Fallback>
                <p:oleObj name="位图图像" r:id="rId6" imgW="4105848" imgH="657317" progId="Paint.Picture">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04800"/>
                        <a:ext cx="76962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2" name="Object 12"/>
          <p:cNvGraphicFramePr>
            <a:graphicFrameLocks noChangeAspect="1"/>
          </p:cNvGraphicFramePr>
          <p:nvPr/>
        </p:nvGraphicFramePr>
        <p:xfrm>
          <a:off x="7391400" y="371475"/>
          <a:ext cx="838200" cy="390525"/>
        </p:xfrm>
        <a:graphic>
          <a:graphicData uri="http://schemas.openxmlformats.org/presentationml/2006/ole">
            <mc:AlternateContent xmlns:mc="http://schemas.openxmlformats.org/markup-compatibility/2006">
              <mc:Choice xmlns:v="urn:schemas-microsoft-com:vml" Requires="v">
                <p:oleObj name="位图图像" r:id="rId8" imgW="409632" imgH="190426" progId="Paint.Picture">
                  <p:embed/>
                </p:oleObj>
              </mc:Choice>
              <mc:Fallback>
                <p:oleObj name="位图图像" r:id="rId8" imgW="409632" imgH="190426" progId="Paint.Picture">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14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3" name="Object 13"/>
          <p:cNvGraphicFramePr>
            <a:graphicFrameLocks noChangeAspect="1"/>
          </p:cNvGraphicFramePr>
          <p:nvPr/>
        </p:nvGraphicFramePr>
        <p:xfrm>
          <a:off x="6477000" y="361950"/>
          <a:ext cx="838200" cy="390525"/>
        </p:xfrm>
        <a:graphic>
          <a:graphicData uri="http://schemas.openxmlformats.org/presentationml/2006/ole">
            <mc:AlternateContent xmlns:mc="http://schemas.openxmlformats.org/markup-compatibility/2006">
              <mc:Choice xmlns:v="urn:schemas-microsoft-com:vml" Requires="v">
                <p:oleObj name="位图图像" r:id="rId8" imgW="409632" imgH="190426" progId="Paint.Picture">
                  <p:embed/>
                </p:oleObj>
              </mc:Choice>
              <mc:Fallback>
                <p:oleObj name="位图图像" r:id="rId8" imgW="409632" imgH="190426" progId="Paint.Picture">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61950"/>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4" name="Object 14"/>
          <p:cNvGraphicFramePr>
            <a:graphicFrameLocks noChangeAspect="1"/>
          </p:cNvGraphicFramePr>
          <p:nvPr/>
        </p:nvGraphicFramePr>
        <p:xfrm>
          <a:off x="5638800" y="361950"/>
          <a:ext cx="838200" cy="390525"/>
        </p:xfrm>
        <a:graphic>
          <a:graphicData uri="http://schemas.openxmlformats.org/presentationml/2006/ole">
            <mc:AlternateContent xmlns:mc="http://schemas.openxmlformats.org/markup-compatibility/2006">
              <mc:Choice xmlns:v="urn:schemas-microsoft-com:vml" Requires="v">
                <p:oleObj name="位图图像" r:id="rId8" imgW="409632" imgH="190426" progId="Paint.Picture">
                  <p:embed/>
                </p:oleObj>
              </mc:Choice>
              <mc:Fallback>
                <p:oleObj name="位图图像" r:id="rId8" imgW="409632" imgH="190426" progId="Paint.Picture">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38800" y="361950"/>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5" name="Object 15"/>
          <p:cNvGraphicFramePr>
            <a:graphicFrameLocks noChangeAspect="1"/>
          </p:cNvGraphicFramePr>
          <p:nvPr/>
        </p:nvGraphicFramePr>
        <p:xfrm>
          <a:off x="4724400" y="371475"/>
          <a:ext cx="838200" cy="390525"/>
        </p:xfrm>
        <a:graphic>
          <a:graphicData uri="http://schemas.openxmlformats.org/presentationml/2006/ole">
            <mc:AlternateContent xmlns:mc="http://schemas.openxmlformats.org/markup-compatibility/2006">
              <mc:Choice xmlns:v="urn:schemas-microsoft-com:vml" Requires="v">
                <p:oleObj name="位图图像" r:id="rId8" imgW="409632" imgH="190426" progId="Paint.Picture">
                  <p:embed/>
                </p:oleObj>
              </mc:Choice>
              <mc:Fallback>
                <p:oleObj name="位图图像" r:id="rId8" imgW="409632" imgH="190426" progId="Paint.Picture">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44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6" name="Object 16"/>
          <p:cNvGraphicFramePr>
            <a:graphicFrameLocks noChangeAspect="1"/>
          </p:cNvGraphicFramePr>
          <p:nvPr/>
        </p:nvGraphicFramePr>
        <p:xfrm>
          <a:off x="3810000" y="371475"/>
          <a:ext cx="838200" cy="390525"/>
        </p:xfrm>
        <a:graphic>
          <a:graphicData uri="http://schemas.openxmlformats.org/presentationml/2006/ole">
            <mc:AlternateContent xmlns:mc="http://schemas.openxmlformats.org/markup-compatibility/2006">
              <mc:Choice xmlns:v="urn:schemas-microsoft-com:vml" Requires="v">
                <p:oleObj name="位图图像" r:id="rId10" imgW="409632" imgH="190426" progId="Paint.Picture">
                  <p:embed/>
                </p:oleObj>
              </mc:Choice>
              <mc:Fallback>
                <p:oleObj name="位图图像" r:id="rId10" imgW="409632" imgH="190426" progId="Paint.Picture">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7" name="Object 17"/>
          <p:cNvGraphicFramePr>
            <a:graphicFrameLocks noChangeAspect="1"/>
          </p:cNvGraphicFramePr>
          <p:nvPr/>
        </p:nvGraphicFramePr>
        <p:xfrm>
          <a:off x="2895600" y="371475"/>
          <a:ext cx="838200" cy="390525"/>
        </p:xfrm>
        <a:graphic>
          <a:graphicData uri="http://schemas.openxmlformats.org/presentationml/2006/ole">
            <mc:AlternateContent xmlns:mc="http://schemas.openxmlformats.org/markup-compatibility/2006">
              <mc:Choice xmlns:v="urn:schemas-microsoft-com:vml" Requires="v">
                <p:oleObj name="位图图像" r:id="rId10" imgW="409632" imgH="190426" progId="Paint.Picture">
                  <p:embed/>
                </p:oleObj>
              </mc:Choice>
              <mc:Fallback>
                <p:oleObj name="位图图像" r:id="rId10" imgW="409632" imgH="190426" progId="Paint.Picture">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8" name="Object 18"/>
          <p:cNvGraphicFramePr>
            <a:graphicFrameLocks noChangeAspect="1"/>
          </p:cNvGraphicFramePr>
          <p:nvPr/>
        </p:nvGraphicFramePr>
        <p:xfrm>
          <a:off x="2057400" y="371475"/>
          <a:ext cx="838200" cy="390525"/>
        </p:xfrm>
        <a:graphic>
          <a:graphicData uri="http://schemas.openxmlformats.org/presentationml/2006/ole">
            <mc:AlternateContent xmlns:mc="http://schemas.openxmlformats.org/markup-compatibility/2006">
              <mc:Choice xmlns:v="urn:schemas-microsoft-com:vml" Requires="v">
                <p:oleObj name="位图图像" r:id="rId10" imgW="409632" imgH="190426" progId="Paint.Picture">
                  <p:embed/>
                </p:oleObj>
              </mc:Choice>
              <mc:Fallback>
                <p:oleObj name="位图图像" r:id="rId10" imgW="409632" imgH="190426" progId="Paint.Picture">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79" name="Object 19"/>
          <p:cNvGraphicFramePr>
            <a:graphicFrameLocks noChangeAspect="1"/>
          </p:cNvGraphicFramePr>
          <p:nvPr/>
        </p:nvGraphicFramePr>
        <p:xfrm>
          <a:off x="1219200" y="371475"/>
          <a:ext cx="838200" cy="390525"/>
        </p:xfrm>
        <a:graphic>
          <a:graphicData uri="http://schemas.openxmlformats.org/presentationml/2006/ole">
            <mc:AlternateContent xmlns:mc="http://schemas.openxmlformats.org/markup-compatibility/2006">
              <mc:Choice xmlns:v="urn:schemas-microsoft-com:vml" Requires="v">
                <p:oleObj name="位图图像" r:id="rId10" imgW="409632" imgH="190426" progId="Paint.Picture">
                  <p:embed/>
                </p:oleObj>
              </mc:Choice>
              <mc:Fallback>
                <p:oleObj name="位图图像" r:id="rId10" imgW="409632" imgH="190426" progId="Paint.Picture">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0" y="371475"/>
                        <a:ext cx="8382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0" name="Object 20"/>
          <p:cNvGraphicFramePr>
            <a:graphicFrameLocks noChangeAspect="1"/>
          </p:cNvGraphicFramePr>
          <p:nvPr/>
        </p:nvGraphicFramePr>
        <p:xfrm>
          <a:off x="685800" y="4038600"/>
          <a:ext cx="7696200" cy="1231900"/>
        </p:xfrm>
        <a:graphic>
          <a:graphicData uri="http://schemas.openxmlformats.org/presentationml/2006/ole">
            <mc:AlternateContent xmlns:mc="http://schemas.openxmlformats.org/markup-compatibility/2006">
              <mc:Choice xmlns:v="urn:schemas-microsoft-com:vml" Requires="v">
                <p:oleObj name="位图图像" r:id="rId11" imgW="4105848" imgH="657317" progId="Paint.Picture">
                  <p:embed/>
                </p:oleObj>
              </mc:Choice>
              <mc:Fallback>
                <p:oleObj name="位图图像" r:id="rId11" imgW="4105848" imgH="657317" progId="Paint.Picture">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4038600"/>
                        <a:ext cx="76962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2" name="Object 22"/>
          <p:cNvGraphicFramePr>
            <a:graphicFrameLocks noChangeAspect="1"/>
          </p:cNvGraphicFramePr>
          <p:nvPr/>
        </p:nvGraphicFramePr>
        <p:xfrm>
          <a:off x="6248400" y="3657600"/>
          <a:ext cx="1828800" cy="822325"/>
        </p:xfrm>
        <a:graphic>
          <a:graphicData uri="http://schemas.openxmlformats.org/presentationml/2006/ole">
            <mc:AlternateContent xmlns:mc="http://schemas.openxmlformats.org/markup-compatibility/2006">
              <mc:Choice xmlns:v="urn:schemas-microsoft-com:vml" Requires="v">
                <p:oleObj name="位图图像" r:id="rId12" imgW="952633" imgH="428798" progId="Paint.Picture">
                  <p:embed/>
                </p:oleObj>
              </mc:Choice>
              <mc:Fallback>
                <p:oleObj name="位图图像" r:id="rId12" imgW="952633" imgH="428798" progId="Paint.Picture">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48400" y="3657600"/>
                        <a:ext cx="1828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3" name="Object 23"/>
          <p:cNvGraphicFramePr>
            <a:graphicFrameLocks noChangeAspect="1"/>
          </p:cNvGraphicFramePr>
          <p:nvPr/>
        </p:nvGraphicFramePr>
        <p:xfrm>
          <a:off x="1066800" y="3657600"/>
          <a:ext cx="1676400" cy="822325"/>
        </p:xfrm>
        <a:graphic>
          <a:graphicData uri="http://schemas.openxmlformats.org/presentationml/2006/ole">
            <mc:AlternateContent xmlns:mc="http://schemas.openxmlformats.org/markup-compatibility/2006">
              <mc:Choice xmlns:v="urn:schemas-microsoft-com:vml" Requires="v">
                <p:oleObj name="位图图像" r:id="rId12" imgW="952633" imgH="428798" progId="Paint.Picture">
                  <p:embed/>
                </p:oleObj>
              </mc:Choice>
              <mc:Fallback>
                <p:oleObj name="位图图像" r:id="rId12" imgW="952633" imgH="428798" progId="Paint.Picture">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6800" y="36576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4" name="Object 24"/>
          <p:cNvGraphicFramePr>
            <a:graphicFrameLocks noChangeAspect="1"/>
          </p:cNvGraphicFramePr>
          <p:nvPr/>
        </p:nvGraphicFramePr>
        <p:xfrm>
          <a:off x="2819400" y="3657600"/>
          <a:ext cx="1676400" cy="822325"/>
        </p:xfrm>
        <a:graphic>
          <a:graphicData uri="http://schemas.openxmlformats.org/presentationml/2006/ole">
            <mc:AlternateContent xmlns:mc="http://schemas.openxmlformats.org/markup-compatibility/2006">
              <mc:Choice xmlns:v="urn:schemas-microsoft-com:vml" Requires="v">
                <p:oleObj name="位图图像" r:id="rId14" imgW="952633" imgH="428798" progId="Paint.Picture">
                  <p:embed/>
                </p:oleObj>
              </mc:Choice>
              <mc:Fallback>
                <p:oleObj name="位图图像" r:id="rId14" imgW="952633" imgH="428798" progId="Paint.Picture">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19400" y="36576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85" name="Object 25"/>
          <p:cNvGraphicFramePr>
            <a:graphicFrameLocks noChangeAspect="1"/>
          </p:cNvGraphicFramePr>
          <p:nvPr/>
        </p:nvGraphicFramePr>
        <p:xfrm>
          <a:off x="4572000" y="3657600"/>
          <a:ext cx="1676400" cy="822325"/>
        </p:xfrm>
        <a:graphic>
          <a:graphicData uri="http://schemas.openxmlformats.org/presentationml/2006/ole">
            <mc:AlternateContent xmlns:mc="http://schemas.openxmlformats.org/markup-compatibility/2006">
              <mc:Choice xmlns:v="urn:schemas-microsoft-com:vml" Requires="v">
                <p:oleObj name="位图图像" r:id="rId14" imgW="952633" imgH="428798" progId="Paint.Picture">
                  <p:embed/>
                </p:oleObj>
              </mc:Choice>
              <mc:Fallback>
                <p:oleObj name="位图图像" r:id="rId14" imgW="952633" imgH="428798" progId="Paint.Picture">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36576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386" name="Text Box 26"/>
          <p:cNvSpPr txBox="1">
            <a:spLocks noChangeArrowheads="1"/>
          </p:cNvSpPr>
          <p:nvPr/>
        </p:nvSpPr>
        <p:spPr bwMode="auto">
          <a:xfrm>
            <a:off x="762000" y="6019800"/>
            <a:ext cx="3048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rgbClr val="FFFF00"/>
                </a:solidFill>
              </a:rPr>
              <a:t>积分准确值</a:t>
            </a:r>
          </a:p>
        </p:txBody>
      </p:sp>
      <p:sp>
        <p:nvSpPr>
          <p:cNvPr id="143387" name="Text Box 27"/>
          <p:cNvSpPr txBox="1">
            <a:spLocks noChangeArrowheads="1"/>
          </p:cNvSpPr>
          <p:nvPr/>
        </p:nvSpPr>
        <p:spPr bwMode="auto">
          <a:xfrm>
            <a:off x="3352800" y="6019800"/>
            <a:ext cx="3048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b="1" i="1">
                <a:solidFill>
                  <a:srgbClr val="FFFF00"/>
                </a:solidFill>
              </a:rPr>
              <a:t>I</a:t>
            </a:r>
            <a:r>
              <a:rPr lang="en-US" altLang="zh-CN" b="1">
                <a:solidFill>
                  <a:srgbClr val="FFFF00"/>
                </a:solidFill>
              </a:rPr>
              <a:t> = 0.9460831</a:t>
            </a:r>
          </a:p>
        </p:txBody>
      </p:sp>
      <p:sp>
        <p:nvSpPr>
          <p:cNvPr id="143388" name="Text Box 28"/>
          <p:cNvSpPr txBox="1">
            <a:spLocks noChangeArrowheads="1"/>
          </p:cNvSpPr>
          <p:nvPr/>
        </p:nvSpPr>
        <p:spPr bwMode="auto">
          <a:xfrm>
            <a:off x="838200" y="2590800"/>
            <a:ext cx="7467600" cy="592138"/>
          </a:xfrm>
          <a:prstGeom prst="rect">
            <a:avLst/>
          </a:prstGeom>
          <a:solidFill>
            <a:schemeClr val="bg2"/>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b="1">
                <a:solidFill>
                  <a:srgbClr val="FFFF00"/>
                </a:solidFill>
              </a:rPr>
              <a:t>复化辛甫生公式精度优于复化梯形公式</a:t>
            </a:r>
          </a:p>
        </p:txBody>
      </p:sp>
      <p:sp>
        <p:nvSpPr>
          <p:cNvPr id="2" name="TextBox 1"/>
          <p:cNvSpPr txBox="1"/>
          <p:nvPr/>
        </p:nvSpPr>
        <p:spPr>
          <a:xfrm>
            <a:off x="6008240" y="5877272"/>
            <a:ext cx="3024336" cy="646331"/>
          </a:xfrm>
          <a:prstGeom prst="rect">
            <a:avLst/>
          </a:prstGeom>
          <a:noFill/>
        </p:spPr>
        <p:txBody>
          <a:bodyPr wrap="square" rtlCol="0">
            <a:spAutoFit/>
          </a:bodyPr>
          <a:lstStyle/>
          <a:p>
            <a:r>
              <a:rPr lang="zh-CN" altLang="en-US" sz="3600" dirty="0">
                <a:solidFill>
                  <a:schemeClr val="bg1"/>
                </a:solidFill>
              </a:rPr>
              <a:t>见习题 </a:t>
            </a:r>
            <a:r>
              <a:rPr lang="en-US" altLang="zh-CN" sz="3600" dirty="0">
                <a:solidFill>
                  <a:schemeClr val="bg1"/>
                </a:solidFill>
              </a:rPr>
              <a:t>2</a:t>
            </a:r>
            <a:r>
              <a:rPr lang="zh-CN" altLang="en-US" sz="3600" dirty="0">
                <a:solidFill>
                  <a:schemeClr val="bg1"/>
                </a:solidFill>
              </a:rPr>
              <a:t>（</a:t>
            </a:r>
            <a:r>
              <a:rPr lang="en-US" altLang="zh-CN" sz="3600" dirty="0">
                <a:solidFill>
                  <a:schemeClr val="bg1"/>
                </a:solidFill>
              </a:rPr>
              <a:t>1</a:t>
            </a:r>
            <a:r>
              <a:rPr lang="zh-CN" altLang="en-US" sz="3600" dirty="0">
                <a:solidFill>
                  <a:schemeClr val="bg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3368"/>
                                        </p:tgtEl>
                                        <p:attrNameLst>
                                          <p:attrName>style.visibility</p:attrName>
                                        </p:attrNameLst>
                                      </p:cBhvr>
                                      <p:to>
                                        <p:strVal val="visible"/>
                                      </p:to>
                                    </p:set>
                                    <p:animEffect transition="in" filter="wipe(left)">
                                      <p:cBhvr>
                                        <p:cTn id="7" dur="500"/>
                                        <p:tgtEl>
                                          <p:spTgt spid="1433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3379"/>
                                        </p:tgtEl>
                                        <p:attrNameLst>
                                          <p:attrName>style.visibility</p:attrName>
                                        </p:attrNameLst>
                                      </p:cBhvr>
                                      <p:to>
                                        <p:strVal val="visible"/>
                                      </p:to>
                                    </p:set>
                                    <p:animEffect transition="in" filter="wipe(left)">
                                      <p:cBhvr>
                                        <p:cTn id="12" dur="500"/>
                                        <p:tgtEl>
                                          <p:spTgt spid="1433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3378"/>
                                        </p:tgtEl>
                                        <p:attrNameLst>
                                          <p:attrName>style.visibility</p:attrName>
                                        </p:attrNameLst>
                                      </p:cBhvr>
                                      <p:to>
                                        <p:strVal val="visible"/>
                                      </p:to>
                                    </p:set>
                                    <p:animEffect transition="in" filter="wipe(left)">
                                      <p:cBhvr>
                                        <p:cTn id="17" dur="500"/>
                                        <p:tgtEl>
                                          <p:spTgt spid="1433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3377"/>
                                        </p:tgtEl>
                                        <p:attrNameLst>
                                          <p:attrName>style.visibility</p:attrName>
                                        </p:attrNameLst>
                                      </p:cBhvr>
                                      <p:to>
                                        <p:strVal val="visible"/>
                                      </p:to>
                                    </p:set>
                                    <p:animEffect transition="in" filter="wipe(left)">
                                      <p:cBhvr>
                                        <p:cTn id="22" dur="500"/>
                                        <p:tgtEl>
                                          <p:spTgt spid="1433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3376"/>
                                        </p:tgtEl>
                                        <p:attrNameLst>
                                          <p:attrName>style.visibility</p:attrName>
                                        </p:attrNameLst>
                                      </p:cBhvr>
                                      <p:to>
                                        <p:strVal val="visible"/>
                                      </p:to>
                                    </p:set>
                                    <p:animEffect transition="in" filter="wipe(left)">
                                      <p:cBhvr>
                                        <p:cTn id="27" dur="500"/>
                                        <p:tgtEl>
                                          <p:spTgt spid="1433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3375"/>
                                        </p:tgtEl>
                                        <p:attrNameLst>
                                          <p:attrName>style.visibility</p:attrName>
                                        </p:attrNameLst>
                                      </p:cBhvr>
                                      <p:to>
                                        <p:strVal val="visible"/>
                                      </p:to>
                                    </p:set>
                                    <p:animEffect transition="in" filter="wipe(left)">
                                      <p:cBhvr>
                                        <p:cTn id="32" dur="500"/>
                                        <p:tgtEl>
                                          <p:spTgt spid="1433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43374"/>
                                        </p:tgtEl>
                                        <p:attrNameLst>
                                          <p:attrName>style.visibility</p:attrName>
                                        </p:attrNameLst>
                                      </p:cBhvr>
                                      <p:to>
                                        <p:strVal val="visible"/>
                                      </p:to>
                                    </p:set>
                                    <p:animEffect transition="in" filter="wipe(left)">
                                      <p:cBhvr>
                                        <p:cTn id="37" dur="500"/>
                                        <p:tgtEl>
                                          <p:spTgt spid="1433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3373"/>
                                        </p:tgtEl>
                                        <p:attrNameLst>
                                          <p:attrName>style.visibility</p:attrName>
                                        </p:attrNameLst>
                                      </p:cBhvr>
                                      <p:to>
                                        <p:strVal val="visible"/>
                                      </p:to>
                                    </p:set>
                                    <p:animEffect transition="in" filter="wipe(left)">
                                      <p:cBhvr>
                                        <p:cTn id="42" dur="500"/>
                                        <p:tgtEl>
                                          <p:spTgt spid="1433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3372"/>
                                        </p:tgtEl>
                                        <p:attrNameLst>
                                          <p:attrName>style.visibility</p:attrName>
                                        </p:attrNameLst>
                                      </p:cBhvr>
                                      <p:to>
                                        <p:strVal val="visible"/>
                                      </p:to>
                                    </p:set>
                                    <p:animEffect transition="in" filter="wipe(left)">
                                      <p:cBhvr>
                                        <p:cTn id="47" dur="500"/>
                                        <p:tgtEl>
                                          <p:spTgt spid="1433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43364"/>
                                        </p:tgtEl>
                                        <p:attrNameLst>
                                          <p:attrName>style.visibility</p:attrName>
                                        </p:attrNameLst>
                                      </p:cBhvr>
                                      <p:to>
                                        <p:strVal val="visible"/>
                                      </p:to>
                                    </p:set>
                                    <p:animEffect transition="in" filter="wipe(left)">
                                      <p:cBhvr>
                                        <p:cTn id="52" dur="500"/>
                                        <p:tgtEl>
                                          <p:spTgt spid="1433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3362">
                                            <p:txEl>
                                              <p:pRg st="0" end="0"/>
                                            </p:txEl>
                                          </p:spTgt>
                                        </p:tgtEl>
                                        <p:attrNameLst>
                                          <p:attrName>style.visibility</p:attrName>
                                        </p:attrNameLst>
                                      </p:cBhvr>
                                      <p:to>
                                        <p:strVal val="visible"/>
                                      </p:to>
                                    </p:set>
                                    <p:animEffect transition="in" filter="wipe(left)">
                                      <p:cBhvr>
                                        <p:cTn id="57" dur="500"/>
                                        <p:tgtEl>
                                          <p:spTgt spid="143362">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43380"/>
                                        </p:tgtEl>
                                        <p:attrNameLst>
                                          <p:attrName>style.visibility</p:attrName>
                                        </p:attrNameLst>
                                      </p:cBhvr>
                                      <p:to>
                                        <p:strVal val="visible"/>
                                      </p:to>
                                    </p:set>
                                    <p:animEffect transition="in" filter="wipe(left)">
                                      <p:cBhvr>
                                        <p:cTn id="62" dur="500"/>
                                        <p:tgtEl>
                                          <p:spTgt spid="14338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43383"/>
                                        </p:tgtEl>
                                        <p:attrNameLst>
                                          <p:attrName>style.visibility</p:attrName>
                                        </p:attrNameLst>
                                      </p:cBhvr>
                                      <p:to>
                                        <p:strVal val="visible"/>
                                      </p:to>
                                    </p:set>
                                    <p:animEffect transition="in" filter="wipe(left)">
                                      <p:cBhvr>
                                        <p:cTn id="67" dur="500"/>
                                        <p:tgtEl>
                                          <p:spTgt spid="14338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43384"/>
                                        </p:tgtEl>
                                        <p:attrNameLst>
                                          <p:attrName>style.visibility</p:attrName>
                                        </p:attrNameLst>
                                      </p:cBhvr>
                                      <p:to>
                                        <p:strVal val="visible"/>
                                      </p:to>
                                    </p:set>
                                    <p:animEffect transition="in" filter="wipe(left)">
                                      <p:cBhvr>
                                        <p:cTn id="72" dur="500"/>
                                        <p:tgtEl>
                                          <p:spTgt spid="14338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43385"/>
                                        </p:tgtEl>
                                        <p:attrNameLst>
                                          <p:attrName>style.visibility</p:attrName>
                                        </p:attrNameLst>
                                      </p:cBhvr>
                                      <p:to>
                                        <p:strVal val="visible"/>
                                      </p:to>
                                    </p:set>
                                    <p:animEffect transition="in" filter="wipe(left)">
                                      <p:cBhvr>
                                        <p:cTn id="77" dur="500"/>
                                        <p:tgtEl>
                                          <p:spTgt spid="14338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43382"/>
                                        </p:tgtEl>
                                        <p:attrNameLst>
                                          <p:attrName>style.visibility</p:attrName>
                                        </p:attrNameLst>
                                      </p:cBhvr>
                                      <p:to>
                                        <p:strVal val="visible"/>
                                      </p:to>
                                    </p:set>
                                    <p:animEffect transition="in" filter="wipe(left)">
                                      <p:cBhvr>
                                        <p:cTn id="82" dur="500"/>
                                        <p:tgtEl>
                                          <p:spTgt spid="14338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43363"/>
                                        </p:tgtEl>
                                        <p:attrNameLst>
                                          <p:attrName>style.visibility</p:attrName>
                                        </p:attrNameLst>
                                      </p:cBhvr>
                                      <p:to>
                                        <p:strVal val="visible"/>
                                      </p:to>
                                    </p:set>
                                    <p:animEffect transition="in" filter="wipe(left)">
                                      <p:cBhvr>
                                        <p:cTn id="87" dur="500"/>
                                        <p:tgtEl>
                                          <p:spTgt spid="14336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43386">
                                            <p:txEl>
                                              <p:pRg st="0" end="0"/>
                                            </p:txEl>
                                          </p:spTgt>
                                        </p:tgtEl>
                                        <p:attrNameLst>
                                          <p:attrName>style.visibility</p:attrName>
                                        </p:attrNameLst>
                                      </p:cBhvr>
                                      <p:to>
                                        <p:strVal val="visible"/>
                                      </p:to>
                                    </p:set>
                                    <p:animEffect transition="in" filter="wipe(left)">
                                      <p:cBhvr>
                                        <p:cTn id="92" dur="500"/>
                                        <p:tgtEl>
                                          <p:spTgt spid="143386">
                                            <p:txEl>
                                              <p:pRg st="0" end="0"/>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3387">
                                            <p:txEl>
                                              <p:pRg st="0" end="0"/>
                                            </p:txEl>
                                          </p:spTgt>
                                        </p:tgtEl>
                                        <p:attrNameLst>
                                          <p:attrName>style.visibility</p:attrName>
                                        </p:attrNameLst>
                                      </p:cBhvr>
                                      <p:to>
                                        <p:strVal val="visible"/>
                                      </p:to>
                                    </p:set>
                                    <p:animEffect transition="in" filter="wipe(left)">
                                      <p:cBhvr>
                                        <p:cTn id="97" dur="500"/>
                                        <p:tgtEl>
                                          <p:spTgt spid="143387">
                                            <p:txEl>
                                              <p:pRg st="0" end="0"/>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143388"/>
                                        </p:tgtEl>
                                        <p:attrNameLst>
                                          <p:attrName>style.visibility</p:attrName>
                                        </p:attrNameLst>
                                      </p:cBhvr>
                                      <p:to>
                                        <p:strVal val="visible"/>
                                      </p:to>
                                    </p:set>
                                    <p:animEffect transition="in" filter="dissolve">
                                      <p:cBhvr>
                                        <p:cTn id="102" dur="500"/>
                                        <p:tgtEl>
                                          <p:spTgt spid="143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build="p" autoUpdateAnimBg="0"/>
      <p:bldP spid="143386" grpId="0" build="p" autoUpdateAnimBg="0"/>
      <p:bldP spid="143387" grpId="0" build="p" autoUpdateAnimBg="0"/>
      <p:bldP spid="143388"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682680" y="5736878"/>
            <a:ext cx="1905000" cy="457200"/>
          </a:xfrm>
        </p:spPr>
        <p:txBody>
          <a:bodyPr/>
          <a:lstStyle/>
          <a:p>
            <a:pPr>
              <a:defRPr/>
            </a:pPr>
            <a:fld id="{42B487FA-CF51-4060-AA09-564B5FA69B8A}" type="slidenum">
              <a:rPr lang="en-US" altLang="zh-CN" smtClean="0"/>
              <a:pPr>
                <a:defRPr/>
              </a:pPr>
              <a:t>54</a:t>
            </a:fld>
            <a:endParaRPr lang="en-US" altLang="zh-CN"/>
          </a:p>
        </p:txBody>
      </p:sp>
      <p:sp>
        <p:nvSpPr>
          <p:cNvPr id="3" name="Text Box 166"/>
          <p:cNvSpPr txBox="1">
            <a:spLocks noChangeArrowheads="1"/>
          </p:cNvSpPr>
          <p:nvPr/>
        </p:nvSpPr>
        <p:spPr bwMode="auto">
          <a:xfrm>
            <a:off x="662880" y="980728"/>
            <a:ext cx="5791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dirty="0">
                <a:solidFill>
                  <a:schemeClr val="bg1"/>
                </a:solidFill>
              </a:rPr>
              <a:t>定义：高斯公式</a:t>
            </a:r>
          </a:p>
        </p:txBody>
      </p:sp>
      <p:sp>
        <p:nvSpPr>
          <p:cNvPr id="4" name="Text Box 168"/>
          <p:cNvSpPr txBox="1">
            <a:spLocks noChangeArrowheads="1"/>
          </p:cNvSpPr>
          <p:nvPr/>
        </p:nvSpPr>
        <p:spPr bwMode="auto">
          <a:xfrm>
            <a:off x="891480" y="1850678"/>
            <a:ext cx="4267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a:solidFill>
                  <a:schemeClr val="bg1"/>
                </a:solidFill>
              </a:rPr>
              <a:t>机械求积公式</a:t>
            </a:r>
          </a:p>
        </p:txBody>
      </p:sp>
      <p:graphicFrame>
        <p:nvGraphicFramePr>
          <p:cNvPr id="5" name="Object 169"/>
          <p:cNvGraphicFramePr>
            <a:graphicFrameLocks noChangeAspect="1"/>
          </p:cNvGraphicFramePr>
          <p:nvPr>
            <p:extLst>
              <p:ext uri="{D42A27DB-BD31-4B8C-83A1-F6EECF244321}">
                <p14:modId xmlns:p14="http://schemas.microsoft.com/office/powerpoint/2010/main" val="3382335685"/>
              </p:ext>
            </p:extLst>
          </p:nvPr>
        </p:nvGraphicFramePr>
        <p:xfrm>
          <a:off x="2339280" y="2460278"/>
          <a:ext cx="3784600" cy="1028700"/>
        </p:xfrm>
        <a:graphic>
          <a:graphicData uri="http://schemas.openxmlformats.org/presentationml/2006/ole">
            <mc:AlternateContent xmlns:mc="http://schemas.openxmlformats.org/markup-compatibility/2006">
              <mc:Choice xmlns:v="urn:schemas-microsoft-com:vml" Requires="v">
                <p:oleObj name="Equation" r:id="rId2" imgW="3733777" imgH="981180" progId="Equation.3">
                  <p:embed/>
                </p:oleObj>
              </mc:Choice>
              <mc:Fallback>
                <p:oleObj name="Equation" r:id="rId2" imgW="3733777" imgH="9811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280" y="2460278"/>
                        <a:ext cx="3784600" cy="10287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170"/>
          <p:cNvSpPr txBox="1">
            <a:spLocks noChangeArrowheads="1"/>
          </p:cNvSpPr>
          <p:nvPr/>
        </p:nvSpPr>
        <p:spPr bwMode="auto">
          <a:xfrm>
            <a:off x="434280" y="3527078"/>
            <a:ext cx="784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a:solidFill>
                  <a:schemeClr val="bg1"/>
                </a:solidFill>
              </a:rPr>
              <a:t>含有</a:t>
            </a:r>
            <a:r>
              <a:rPr lang="en-US" altLang="zh-CN">
                <a:solidFill>
                  <a:schemeClr val="bg1"/>
                </a:solidFill>
              </a:rPr>
              <a:t>2n+2</a:t>
            </a:r>
            <a:r>
              <a:rPr lang="zh-CN" altLang="en-US">
                <a:solidFill>
                  <a:schemeClr val="bg1"/>
                </a:solidFill>
              </a:rPr>
              <a:t>个待定参数                                </a:t>
            </a:r>
          </a:p>
        </p:txBody>
      </p:sp>
      <p:sp>
        <p:nvSpPr>
          <p:cNvPr id="7" name="Text Box 172"/>
          <p:cNvSpPr txBox="1">
            <a:spLocks noChangeArrowheads="1"/>
          </p:cNvSpPr>
          <p:nvPr/>
        </p:nvSpPr>
        <p:spPr bwMode="auto">
          <a:xfrm>
            <a:off x="434280" y="4365278"/>
            <a:ext cx="8458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algn="just" eaLnBrk="1" hangingPunct="1">
              <a:spcBef>
                <a:spcPct val="50000"/>
              </a:spcBef>
            </a:pPr>
            <a:r>
              <a:rPr lang="zh-CN" altLang="en-US">
                <a:solidFill>
                  <a:schemeClr val="bg1"/>
                </a:solidFill>
              </a:rPr>
              <a:t>若适当选择这些参数使求积公式具有</a:t>
            </a:r>
            <a:r>
              <a:rPr lang="en-US" altLang="zh-CN">
                <a:solidFill>
                  <a:schemeClr val="bg1"/>
                </a:solidFill>
              </a:rPr>
              <a:t>2n+1</a:t>
            </a:r>
            <a:r>
              <a:rPr lang="zh-CN" altLang="en-US">
                <a:solidFill>
                  <a:schemeClr val="bg1"/>
                </a:solidFill>
              </a:rPr>
              <a:t>次代</a:t>
            </a:r>
          </a:p>
          <a:p>
            <a:pPr algn="just" eaLnBrk="1" hangingPunct="1">
              <a:spcBef>
                <a:spcPct val="50000"/>
              </a:spcBef>
            </a:pPr>
            <a:r>
              <a:rPr lang="zh-CN" altLang="en-US">
                <a:solidFill>
                  <a:schemeClr val="bg1"/>
                </a:solidFill>
              </a:rPr>
              <a:t>数精度，则这类公式称为高斯公式。</a:t>
            </a:r>
          </a:p>
        </p:txBody>
      </p:sp>
      <p:sp>
        <p:nvSpPr>
          <p:cNvPr id="8" name="TextBox 7"/>
          <p:cNvSpPr txBox="1"/>
          <p:nvPr/>
        </p:nvSpPr>
        <p:spPr>
          <a:xfrm>
            <a:off x="179512" y="179460"/>
            <a:ext cx="6022168" cy="584775"/>
          </a:xfrm>
          <a:prstGeom prst="rect">
            <a:avLst/>
          </a:prstGeom>
          <a:noFill/>
        </p:spPr>
        <p:txBody>
          <a:bodyPr wrap="square" rtlCol="0">
            <a:spAutoFit/>
          </a:bodyPr>
          <a:lstStyle/>
          <a:p>
            <a:r>
              <a:rPr lang="en-US" altLang="zh-CN" sz="3200" b="1" dirty="0">
                <a:solidFill>
                  <a:schemeClr val="bg1"/>
                </a:solidFill>
              </a:rPr>
              <a:t>5. </a:t>
            </a:r>
            <a:r>
              <a:rPr lang="zh-CN" altLang="en-US" sz="3200" b="1" dirty="0">
                <a:solidFill>
                  <a:schemeClr val="bg1"/>
                </a:solidFill>
              </a:rPr>
              <a:t>高斯求积公式</a:t>
            </a:r>
          </a:p>
        </p:txBody>
      </p:sp>
    </p:spTree>
    <p:extLst>
      <p:ext uri="{BB962C8B-B14F-4D97-AF65-F5344CB8AC3E}">
        <p14:creationId xmlns:p14="http://schemas.microsoft.com/office/powerpoint/2010/main" val="243852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0"/>
      <p:bldP spid="4" grpId="0" build="p" autoUpdateAnimBg="0"/>
      <p:bldP spid="6" grpId="0" build="p" autoUpdateAnimBg="0"/>
      <p:bldP spid="7"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55</a:t>
            </a:fld>
            <a:endParaRPr lang="en-US" altLang="zh-CN"/>
          </a:p>
        </p:txBody>
      </p:sp>
      <p:sp>
        <p:nvSpPr>
          <p:cNvPr id="3" name="Text Box 2"/>
          <p:cNvSpPr txBox="1">
            <a:spLocks noChangeArrowheads="1"/>
          </p:cNvSpPr>
          <p:nvPr/>
        </p:nvSpPr>
        <p:spPr bwMode="auto">
          <a:xfrm>
            <a:off x="381000" y="533400"/>
            <a:ext cx="571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dirty="0">
                <a:solidFill>
                  <a:schemeClr val="bg1"/>
                </a:solidFill>
              </a:rPr>
              <a:t>高斯点具有以下性质：</a:t>
            </a:r>
          </a:p>
        </p:txBody>
      </p:sp>
      <p:sp>
        <p:nvSpPr>
          <p:cNvPr id="4" name="Text Box 3"/>
          <p:cNvSpPr txBox="1">
            <a:spLocks noChangeArrowheads="1"/>
          </p:cNvSpPr>
          <p:nvPr/>
        </p:nvSpPr>
        <p:spPr bwMode="auto">
          <a:xfrm>
            <a:off x="381000" y="1371600"/>
            <a:ext cx="1447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a:solidFill>
                  <a:schemeClr val="bg1"/>
                </a:solidFill>
              </a:rPr>
              <a:t>定理</a:t>
            </a:r>
          </a:p>
        </p:txBody>
      </p:sp>
      <p:sp>
        <p:nvSpPr>
          <p:cNvPr id="5" name="Text Box 4"/>
          <p:cNvSpPr txBox="1">
            <a:spLocks noChangeArrowheads="1"/>
          </p:cNvSpPr>
          <p:nvPr/>
        </p:nvSpPr>
        <p:spPr bwMode="auto">
          <a:xfrm>
            <a:off x="1828800" y="1401763"/>
            <a:ext cx="6858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algn="just" eaLnBrk="1" hangingPunct="1">
              <a:spcBef>
                <a:spcPct val="50000"/>
              </a:spcBef>
            </a:pPr>
            <a:r>
              <a:rPr lang="zh-CN" altLang="en-US">
                <a:solidFill>
                  <a:schemeClr val="bg1"/>
                </a:solidFill>
              </a:rPr>
              <a:t>对于机械求积公式</a:t>
            </a:r>
            <a:r>
              <a:rPr lang="en-US" altLang="zh-CN">
                <a:solidFill>
                  <a:schemeClr val="bg1"/>
                </a:solidFill>
              </a:rPr>
              <a:t>(4.1)</a:t>
            </a:r>
            <a:r>
              <a:rPr lang="zh-CN" altLang="en-US">
                <a:solidFill>
                  <a:schemeClr val="bg1"/>
                </a:solidFill>
              </a:rPr>
              <a:t>，其节点</a:t>
            </a:r>
          </a:p>
        </p:txBody>
      </p:sp>
      <p:graphicFrame>
        <p:nvGraphicFramePr>
          <p:cNvPr id="6" name="Object 5"/>
          <p:cNvGraphicFramePr>
            <a:graphicFrameLocks noChangeAspect="1"/>
          </p:cNvGraphicFramePr>
          <p:nvPr>
            <p:extLst>
              <p:ext uri="{D42A27DB-BD31-4B8C-83A1-F6EECF244321}">
                <p14:modId xmlns:p14="http://schemas.microsoft.com/office/powerpoint/2010/main" val="1838851488"/>
              </p:ext>
            </p:extLst>
          </p:nvPr>
        </p:nvGraphicFramePr>
        <p:xfrm>
          <a:off x="1828800" y="2133600"/>
          <a:ext cx="2501900" cy="457200"/>
        </p:xfrm>
        <a:graphic>
          <a:graphicData uri="http://schemas.openxmlformats.org/presentationml/2006/ole">
            <mc:AlternateContent xmlns:mc="http://schemas.openxmlformats.org/markup-compatibility/2006">
              <mc:Choice xmlns:v="urn:schemas-microsoft-com:vml" Requires="v">
                <p:oleObj name="Equation" r:id="rId2" imgW="2457399" imgH="409590" progId="Equation.3">
                  <p:embed/>
                </p:oleObj>
              </mc:Choice>
              <mc:Fallback>
                <p:oleObj name="Equation" r:id="rId2" imgW="2457399" imgH="40959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133600"/>
                        <a:ext cx="25019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6"/>
          <p:cNvSpPr txBox="1">
            <a:spLocks noChangeArrowheads="1"/>
          </p:cNvSpPr>
          <p:nvPr/>
        </p:nvSpPr>
        <p:spPr bwMode="auto">
          <a:xfrm>
            <a:off x="4343400" y="2011363"/>
            <a:ext cx="4267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a:solidFill>
                  <a:schemeClr val="bg1"/>
                </a:solidFill>
              </a:rPr>
              <a:t>是高斯点的充要条件是</a:t>
            </a:r>
          </a:p>
        </p:txBody>
      </p:sp>
      <p:sp>
        <p:nvSpPr>
          <p:cNvPr id="8" name="Text Box 7"/>
          <p:cNvSpPr txBox="1">
            <a:spLocks noChangeArrowheads="1"/>
          </p:cNvSpPr>
          <p:nvPr/>
        </p:nvSpPr>
        <p:spPr bwMode="auto">
          <a:xfrm>
            <a:off x="1828800" y="281940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algn="just" eaLnBrk="1" hangingPunct="1">
              <a:spcBef>
                <a:spcPct val="50000"/>
              </a:spcBef>
            </a:pPr>
            <a:r>
              <a:rPr lang="zh-CN" altLang="en-US">
                <a:solidFill>
                  <a:schemeClr val="bg1"/>
                </a:solidFill>
              </a:rPr>
              <a:t>以这些点为零点的多项式</a:t>
            </a:r>
          </a:p>
        </p:txBody>
      </p:sp>
      <p:graphicFrame>
        <p:nvGraphicFramePr>
          <p:cNvPr id="9" name="Object 8"/>
          <p:cNvGraphicFramePr>
            <a:graphicFrameLocks noChangeAspect="1"/>
          </p:cNvGraphicFramePr>
          <p:nvPr>
            <p:extLst>
              <p:ext uri="{D42A27DB-BD31-4B8C-83A1-F6EECF244321}">
                <p14:modId xmlns:p14="http://schemas.microsoft.com/office/powerpoint/2010/main" val="472911484"/>
              </p:ext>
            </p:extLst>
          </p:nvPr>
        </p:nvGraphicFramePr>
        <p:xfrm>
          <a:off x="2514600" y="3581400"/>
          <a:ext cx="5245100" cy="457200"/>
        </p:xfrm>
        <a:graphic>
          <a:graphicData uri="http://schemas.openxmlformats.org/presentationml/2006/ole">
            <mc:AlternateContent xmlns:mc="http://schemas.openxmlformats.org/markup-compatibility/2006">
              <mc:Choice xmlns:v="urn:schemas-microsoft-com:vml" Requires="v">
                <p:oleObj name="Equation" r:id="rId4" imgW="5200599" imgH="409590" progId="Equation.3">
                  <p:embed/>
                </p:oleObj>
              </mc:Choice>
              <mc:Fallback>
                <p:oleObj name="Equation" r:id="rId4" imgW="5200599" imgH="4095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3581400"/>
                        <a:ext cx="52451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9"/>
          <p:cNvSpPr txBox="1">
            <a:spLocks noChangeArrowheads="1"/>
          </p:cNvSpPr>
          <p:nvPr/>
        </p:nvSpPr>
        <p:spPr bwMode="auto">
          <a:xfrm>
            <a:off x="1905000" y="4267200"/>
            <a:ext cx="6858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charset="-122"/>
              </a:defRPr>
            </a:lvl1pPr>
            <a:lvl2pPr marL="742950" indent="-285750" eaLnBrk="0" hangingPunct="0">
              <a:defRPr kumimoji="1" sz="3200" b="1">
                <a:solidFill>
                  <a:schemeClr val="tx1"/>
                </a:solidFill>
                <a:latin typeface="Times New Roman" pitchFamily="18" charset="0"/>
                <a:ea typeface="宋体" charset="-122"/>
              </a:defRPr>
            </a:lvl2pPr>
            <a:lvl3pPr marL="1143000" indent="-228600" eaLnBrk="0" hangingPunct="0">
              <a:defRPr kumimoji="1" sz="3200" b="1">
                <a:solidFill>
                  <a:schemeClr val="tx1"/>
                </a:solidFill>
                <a:latin typeface="Times New Roman" pitchFamily="18" charset="0"/>
                <a:ea typeface="宋体" charset="-122"/>
              </a:defRPr>
            </a:lvl3pPr>
            <a:lvl4pPr marL="1600200" indent="-228600" eaLnBrk="0" hangingPunct="0">
              <a:defRPr kumimoji="1" sz="3200" b="1">
                <a:solidFill>
                  <a:schemeClr val="tx1"/>
                </a:solidFill>
                <a:latin typeface="Times New Roman" pitchFamily="18" charset="0"/>
                <a:ea typeface="宋体" charset="-122"/>
              </a:defRPr>
            </a:lvl4pPr>
            <a:lvl5pPr marL="2057400" indent="-228600" eaLnBrk="0" hangingPunct="0">
              <a:defRPr kumimoji="1" sz="32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charset="-122"/>
              </a:defRPr>
            </a:lvl9pPr>
          </a:lstStyle>
          <a:p>
            <a:pPr eaLnBrk="1" hangingPunct="1">
              <a:spcBef>
                <a:spcPct val="50000"/>
              </a:spcBef>
            </a:pPr>
            <a:r>
              <a:rPr lang="zh-CN" altLang="en-US">
                <a:solidFill>
                  <a:schemeClr val="bg1"/>
                </a:solidFill>
              </a:rPr>
              <a:t>与任意次数不超过</a:t>
            </a:r>
            <a:r>
              <a:rPr lang="en-US" altLang="zh-CN">
                <a:solidFill>
                  <a:schemeClr val="bg1"/>
                </a:solidFill>
              </a:rPr>
              <a:t>n</a:t>
            </a:r>
            <a:r>
              <a:rPr lang="zh-CN" altLang="en-US">
                <a:solidFill>
                  <a:schemeClr val="bg1"/>
                </a:solidFill>
              </a:rPr>
              <a:t>的多项式</a:t>
            </a:r>
            <a:r>
              <a:rPr lang="en-US" altLang="zh-CN">
                <a:solidFill>
                  <a:schemeClr val="bg1"/>
                </a:solidFill>
              </a:rPr>
              <a:t>P(x)</a:t>
            </a:r>
            <a:r>
              <a:rPr lang="zh-CN" altLang="en-US">
                <a:solidFill>
                  <a:schemeClr val="bg1"/>
                </a:solidFill>
              </a:rPr>
              <a:t>均正</a:t>
            </a:r>
          </a:p>
          <a:p>
            <a:pPr eaLnBrk="1" hangingPunct="1">
              <a:spcBef>
                <a:spcPct val="50000"/>
              </a:spcBef>
            </a:pPr>
            <a:r>
              <a:rPr lang="zh-CN" altLang="en-US">
                <a:solidFill>
                  <a:schemeClr val="bg1"/>
                </a:solidFill>
              </a:rPr>
              <a:t>交，即</a:t>
            </a:r>
          </a:p>
        </p:txBody>
      </p:sp>
      <p:graphicFrame>
        <p:nvGraphicFramePr>
          <p:cNvPr id="11" name="Object 10"/>
          <p:cNvGraphicFramePr>
            <a:graphicFrameLocks noChangeAspect="1"/>
          </p:cNvGraphicFramePr>
          <p:nvPr>
            <p:extLst>
              <p:ext uri="{D42A27DB-BD31-4B8C-83A1-F6EECF244321}">
                <p14:modId xmlns:p14="http://schemas.microsoft.com/office/powerpoint/2010/main" val="2296354855"/>
              </p:ext>
            </p:extLst>
          </p:nvPr>
        </p:nvGraphicFramePr>
        <p:xfrm>
          <a:off x="3810000" y="5257800"/>
          <a:ext cx="2882900" cy="736600"/>
        </p:xfrm>
        <a:graphic>
          <a:graphicData uri="http://schemas.openxmlformats.org/presentationml/2006/ole">
            <mc:AlternateContent xmlns:mc="http://schemas.openxmlformats.org/markup-compatibility/2006">
              <mc:Choice xmlns:v="urn:schemas-microsoft-com:vml" Requires="v">
                <p:oleObj name="Equation" r:id="rId6" imgW="2838557" imgH="685800" progId="Equation.3">
                  <p:embed/>
                </p:oleObj>
              </mc:Choice>
              <mc:Fallback>
                <p:oleObj name="Equation" r:id="rId6" imgW="2838557" imgH="685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5257800"/>
                        <a:ext cx="28829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593907735"/>
              </p:ext>
            </p:extLst>
          </p:nvPr>
        </p:nvGraphicFramePr>
        <p:xfrm>
          <a:off x="4724400" y="304800"/>
          <a:ext cx="3784600" cy="1028700"/>
        </p:xfrm>
        <a:graphic>
          <a:graphicData uri="http://schemas.openxmlformats.org/presentationml/2006/ole">
            <mc:AlternateContent xmlns:mc="http://schemas.openxmlformats.org/markup-compatibility/2006">
              <mc:Choice xmlns:v="urn:schemas-microsoft-com:vml" Requires="v">
                <p:oleObj name="Equation" r:id="rId8" imgW="3733777" imgH="981180" progId="Equation.3">
                  <p:embed/>
                </p:oleObj>
              </mc:Choice>
              <mc:Fallback>
                <p:oleObj name="Equation" r:id="rId8" imgW="3733777" imgH="9811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4400" y="304800"/>
                        <a:ext cx="3784600" cy="1028700"/>
                      </a:xfrm>
                      <a:prstGeom prst="rect">
                        <a:avLst/>
                      </a:prstGeom>
                      <a:noFill/>
                      <a:ln w="15875">
                        <a:solidFill>
                          <a:srgbClr val="FF0000"/>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4678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wipe(left)">
                                      <p:cBhvr>
                                        <p:cTn id="37" dur="500"/>
                                        <p:tgtEl>
                                          <p:spTgt spid="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xEl>
                                              <p:pRg st="0" end="0"/>
                                            </p:txEl>
                                          </p:spTgt>
                                        </p:tgtEl>
                                        <p:attrNameLst>
                                          <p:attrName>style.visibility</p:attrName>
                                        </p:attrNameLst>
                                      </p:cBhvr>
                                      <p:to>
                                        <p:strVal val="visible"/>
                                      </p:to>
                                    </p:set>
                                    <p:animEffect transition="in" filter="wipe(left)">
                                      <p:cBhvr>
                                        <p:cTn id="47" dur="500"/>
                                        <p:tgtEl>
                                          <p:spTgt spid="1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xEl>
                                              <p:pRg st="1" end="1"/>
                                            </p:txEl>
                                          </p:spTgt>
                                        </p:tgtEl>
                                        <p:attrNameLst>
                                          <p:attrName>style.visibility</p:attrName>
                                        </p:attrNameLst>
                                      </p:cBhvr>
                                      <p:to>
                                        <p:strVal val="visible"/>
                                      </p:to>
                                    </p:set>
                                    <p:animEffect transition="in" filter="wipe(left)">
                                      <p:cBhvr>
                                        <p:cTn id="52" dur="500"/>
                                        <p:tgtEl>
                                          <p:spTgt spid="10">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P spid="5" grpId="0" build="p" autoUpdateAnimBg="0"/>
      <p:bldP spid="7" grpId="0" build="p" autoUpdateAnimBg="0"/>
      <p:bldP spid="8" grpId="0" build="p" autoUpdateAnimBg="0"/>
      <p:bldP spid="10"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2B487FA-CF51-4060-AA09-564B5FA69B8A}" type="slidenum">
              <a:rPr lang="en-US" altLang="zh-CN" smtClean="0"/>
              <a:pPr>
                <a:defRPr/>
              </a:pPr>
              <a:t>56</a:t>
            </a:fld>
            <a:endParaRPr lang="en-US" altLang="zh-CN"/>
          </a:p>
        </p:txBody>
      </p:sp>
      <p:sp>
        <p:nvSpPr>
          <p:cNvPr id="3" name="TextBox 2"/>
          <p:cNvSpPr txBox="1"/>
          <p:nvPr/>
        </p:nvSpPr>
        <p:spPr>
          <a:xfrm>
            <a:off x="251520" y="188640"/>
            <a:ext cx="8208912" cy="646331"/>
          </a:xfrm>
          <a:prstGeom prst="rect">
            <a:avLst/>
          </a:prstGeom>
          <a:noFill/>
        </p:spPr>
        <p:txBody>
          <a:bodyPr wrap="square" rtlCol="0">
            <a:spAutoFit/>
          </a:bodyPr>
          <a:lstStyle/>
          <a:p>
            <a:r>
              <a:rPr lang="zh-CN" altLang="en-US" sz="3600" dirty="0">
                <a:solidFill>
                  <a:srgbClr val="FFFF00"/>
                </a:solidFill>
              </a:rPr>
              <a:t>牛顿</a:t>
            </a:r>
            <a:r>
              <a:rPr lang="en-US" altLang="zh-CN" sz="3600" dirty="0">
                <a:solidFill>
                  <a:srgbClr val="FFFF00"/>
                </a:solidFill>
              </a:rPr>
              <a:t>-</a:t>
            </a:r>
            <a:r>
              <a:rPr lang="zh-CN" altLang="en-US" sz="3600" dirty="0">
                <a:solidFill>
                  <a:srgbClr val="FFFF00"/>
                </a:solidFill>
              </a:rPr>
              <a:t>科特斯积分公式  </a:t>
            </a:r>
            <a:r>
              <a:rPr lang="en-US" altLang="zh-CN" sz="3600" dirty="0">
                <a:solidFill>
                  <a:srgbClr val="FFFF00"/>
                </a:solidFill>
              </a:rPr>
              <a:t>vs </a:t>
            </a:r>
            <a:r>
              <a:rPr lang="zh-CN" altLang="en-US" sz="3600" dirty="0">
                <a:solidFill>
                  <a:srgbClr val="FFFF00"/>
                </a:solidFill>
              </a:rPr>
              <a:t>高斯积分公式</a:t>
            </a:r>
          </a:p>
        </p:txBody>
      </p:sp>
      <p:sp>
        <p:nvSpPr>
          <p:cNvPr id="4" name="TextBox 3"/>
          <p:cNvSpPr txBox="1"/>
          <p:nvPr/>
        </p:nvSpPr>
        <p:spPr>
          <a:xfrm>
            <a:off x="467544" y="1340768"/>
            <a:ext cx="7560840" cy="3785652"/>
          </a:xfrm>
          <a:prstGeom prst="rect">
            <a:avLst/>
          </a:prstGeom>
          <a:noFill/>
        </p:spPr>
        <p:txBody>
          <a:bodyPr wrap="square" rtlCol="0">
            <a:spAutoFit/>
          </a:bodyPr>
          <a:lstStyle/>
          <a:p>
            <a:pPr>
              <a:lnSpc>
                <a:spcPct val="150000"/>
              </a:lnSpc>
            </a:pPr>
            <a:r>
              <a:rPr lang="zh-CN" altLang="en-US" sz="3200" dirty="0">
                <a:solidFill>
                  <a:schemeClr val="bg1"/>
                </a:solidFill>
              </a:rPr>
              <a:t>相同点：这两个公式都采用机械求积公式</a:t>
            </a:r>
            <a:endParaRPr lang="en-US" altLang="zh-CN" sz="3200" dirty="0">
              <a:solidFill>
                <a:schemeClr val="bg1"/>
              </a:solidFill>
            </a:endParaRPr>
          </a:p>
          <a:p>
            <a:pPr>
              <a:lnSpc>
                <a:spcPct val="150000"/>
              </a:lnSpc>
            </a:pPr>
            <a:endParaRPr lang="en-US" altLang="zh-CN" sz="3200" dirty="0">
              <a:solidFill>
                <a:schemeClr val="bg1"/>
              </a:solidFill>
            </a:endParaRPr>
          </a:p>
          <a:p>
            <a:pPr>
              <a:lnSpc>
                <a:spcPct val="150000"/>
              </a:lnSpc>
            </a:pPr>
            <a:r>
              <a:rPr lang="zh-CN" altLang="en-US" sz="3200" dirty="0">
                <a:solidFill>
                  <a:schemeClr val="bg1"/>
                </a:solidFill>
              </a:rPr>
              <a:t>不同点：</a:t>
            </a:r>
            <a:endParaRPr lang="en-US" altLang="zh-CN" sz="3200" dirty="0">
              <a:solidFill>
                <a:schemeClr val="bg1"/>
              </a:solidFill>
            </a:endParaRPr>
          </a:p>
          <a:p>
            <a:pPr marL="514350" indent="-514350">
              <a:lnSpc>
                <a:spcPct val="150000"/>
              </a:lnSpc>
              <a:buAutoNum type="arabicPeriod"/>
            </a:pPr>
            <a:r>
              <a:rPr lang="zh-CN" altLang="en-US" sz="3200" dirty="0">
                <a:solidFill>
                  <a:schemeClr val="bg1"/>
                </a:solidFill>
              </a:rPr>
              <a:t>积分节点的选取不一样：</a:t>
            </a:r>
            <a:endParaRPr lang="en-US" altLang="zh-CN" sz="3200" dirty="0">
              <a:solidFill>
                <a:schemeClr val="bg1"/>
              </a:solidFill>
            </a:endParaRPr>
          </a:p>
          <a:p>
            <a:pPr marL="514350" indent="-514350">
              <a:lnSpc>
                <a:spcPct val="150000"/>
              </a:lnSpc>
              <a:buAutoNum type="arabicPeriod"/>
            </a:pPr>
            <a:r>
              <a:rPr lang="zh-CN" altLang="en-US" sz="3200" dirty="0">
                <a:solidFill>
                  <a:schemeClr val="bg1"/>
                </a:solidFill>
              </a:rPr>
              <a:t>积分代数精度不一样：</a:t>
            </a:r>
            <a:endParaRPr lang="en-US" altLang="zh-CN" sz="3200" dirty="0">
              <a:solidFill>
                <a:schemeClr val="bg1"/>
              </a:solidFill>
            </a:endParaRPr>
          </a:p>
        </p:txBody>
      </p:sp>
    </p:spTree>
    <p:extLst>
      <p:ext uri="{BB962C8B-B14F-4D97-AF65-F5344CB8AC3E}">
        <p14:creationId xmlns:p14="http://schemas.microsoft.com/office/powerpoint/2010/main" val="4844080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3" name="Rectangle 4"/>
          <p:cNvSpPr txBox="1">
            <a:spLocks noChangeArrowheads="1"/>
          </p:cNvSpPr>
          <p:nvPr/>
        </p:nvSpPr>
        <p:spPr>
          <a:xfrm>
            <a:off x="468313" y="188913"/>
            <a:ext cx="7864475" cy="827087"/>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eaLnBrk="1" hangingPunct="1">
              <a:lnSpc>
                <a:spcPct val="120000"/>
              </a:lnSpc>
              <a:spcBef>
                <a:spcPct val="20000"/>
              </a:spcBef>
              <a:defRPr/>
            </a:pPr>
            <a:r>
              <a:rPr lang="zh-CN" altLang="en-US" sz="3600" b="1" kern="0" dirty="0"/>
              <a:t>第五章　常微分方程数值解法</a:t>
            </a:r>
          </a:p>
        </p:txBody>
      </p:sp>
      <p:sp>
        <p:nvSpPr>
          <p:cNvPr id="2" name="TextBox 1"/>
          <p:cNvSpPr txBox="1"/>
          <p:nvPr/>
        </p:nvSpPr>
        <p:spPr>
          <a:xfrm>
            <a:off x="683568" y="1412776"/>
            <a:ext cx="5832648" cy="584775"/>
          </a:xfrm>
          <a:prstGeom prst="rect">
            <a:avLst/>
          </a:prstGeom>
          <a:noFill/>
        </p:spPr>
        <p:txBody>
          <a:bodyPr wrap="square" rtlCol="0">
            <a:spAutoFit/>
          </a:bodyPr>
          <a:lstStyle/>
          <a:p>
            <a:r>
              <a:rPr lang="en-US" altLang="zh-CN" sz="3200" b="1" dirty="0"/>
              <a:t>1. </a:t>
            </a:r>
            <a:r>
              <a:rPr lang="zh-CN" altLang="en-US" sz="3200" b="1" dirty="0"/>
              <a:t>常微分方程的初值问题</a:t>
            </a:r>
          </a:p>
        </p:txBody>
      </p:sp>
      <p:sp>
        <p:nvSpPr>
          <p:cNvPr id="11" name="TextBox 10"/>
          <p:cNvSpPr txBox="1"/>
          <p:nvPr/>
        </p:nvSpPr>
        <p:spPr>
          <a:xfrm>
            <a:off x="683568" y="2276872"/>
            <a:ext cx="5832648" cy="584775"/>
          </a:xfrm>
          <a:prstGeom prst="rect">
            <a:avLst/>
          </a:prstGeom>
          <a:noFill/>
        </p:spPr>
        <p:txBody>
          <a:bodyPr wrap="square" rtlCol="0">
            <a:spAutoFit/>
          </a:bodyPr>
          <a:lstStyle/>
          <a:p>
            <a:r>
              <a:rPr lang="en-US" altLang="zh-CN" sz="3200" b="1" dirty="0"/>
              <a:t>2. </a:t>
            </a:r>
            <a:r>
              <a:rPr lang="zh-CN" altLang="en-US" sz="3200" b="1" dirty="0"/>
              <a:t>欧拉方法</a:t>
            </a:r>
          </a:p>
        </p:txBody>
      </p:sp>
      <p:sp>
        <p:nvSpPr>
          <p:cNvPr id="9" name="TextBox 8"/>
          <p:cNvSpPr txBox="1"/>
          <p:nvPr/>
        </p:nvSpPr>
        <p:spPr>
          <a:xfrm>
            <a:off x="689314" y="3068960"/>
            <a:ext cx="6042925" cy="584775"/>
          </a:xfrm>
          <a:prstGeom prst="rect">
            <a:avLst/>
          </a:prstGeom>
          <a:noFill/>
        </p:spPr>
        <p:txBody>
          <a:bodyPr wrap="square" rtlCol="0">
            <a:spAutoFit/>
          </a:bodyPr>
          <a:lstStyle/>
          <a:p>
            <a:r>
              <a:rPr lang="en-US" altLang="zh-CN" sz="3200" b="1" dirty="0"/>
              <a:t>3.</a:t>
            </a:r>
            <a:r>
              <a:rPr lang="zh-CN" altLang="en-US" sz="3200" b="1" kern="0" dirty="0"/>
              <a:t>龙格</a:t>
            </a:r>
            <a:r>
              <a:rPr lang="en-US" altLang="zh-CN" sz="3200" b="1" kern="0" dirty="0">
                <a:latin typeface="Courier New" pitchFamily="49" charset="0"/>
              </a:rPr>
              <a:t>-</a:t>
            </a:r>
            <a:r>
              <a:rPr lang="zh-CN" altLang="en-US" sz="3200" b="1" kern="0" dirty="0"/>
              <a:t>库塔</a:t>
            </a:r>
            <a:r>
              <a:rPr lang="en-US" altLang="zh-CN" sz="3200" b="1" kern="0" dirty="0"/>
              <a:t>(</a:t>
            </a:r>
            <a:r>
              <a:rPr lang="en-US" altLang="zh-CN" sz="3200" b="1" kern="0" dirty="0" err="1"/>
              <a:t>Runge-Kutta</a:t>
            </a:r>
            <a:r>
              <a:rPr lang="en-US" altLang="zh-CN" sz="3200" b="1" kern="0" dirty="0"/>
              <a:t>)</a:t>
            </a:r>
            <a:r>
              <a:rPr lang="zh-CN" altLang="en-US" sz="3200" b="1" kern="0" dirty="0"/>
              <a:t>方法</a:t>
            </a:r>
          </a:p>
        </p:txBody>
      </p:sp>
      <p:sp>
        <p:nvSpPr>
          <p:cNvPr id="13" name="TextBox 7"/>
          <p:cNvSpPr txBox="1">
            <a:spLocks noChangeArrowheads="1"/>
          </p:cNvSpPr>
          <p:nvPr/>
        </p:nvSpPr>
        <p:spPr bwMode="auto">
          <a:xfrm>
            <a:off x="675263" y="4077072"/>
            <a:ext cx="639512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b="1" dirty="0"/>
              <a:t>4. </a:t>
            </a:r>
            <a:r>
              <a:rPr lang="zh-CN" altLang="en-US" sz="3200" b="1" dirty="0"/>
              <a:t>局部截断误差及算法的精度</a:t>
            </a:r>
          </a:p>
        </p:txBody>
      </p:sp>
      <p:sp>
        <p:nvSpPr>
          <p:cNvPr id="10" name="TextBox 9"/>
          <p:cNvSpPr txBox="1"/>
          <p:nvPr/>
        </p:nvSpPr>
        <p:spPr>
          <a:xfrm>
            <a:off x="683568" y="5145558"/>
            <a:ext cx="5544616" cy="584775"/>
          </a:xfrm>
          <a:prstGeom prst="rect">
            <a:avLst/>
          </a:prstGeom>
          <a:noFill/>
        </p:spPr>
        <p:txBody>
          <a:bodyPr wrap="square" rtlCol="0">
            <a:spAutoFit/>
          </a:bodyPr>
          <a:lstStyle/>
          <a:p>
            <a:r>
              <a:rPr lang="en-US" altLang="zh-CN" sz="3200" b="1" dirty="0"/>
              <a:t>5. </a:t>
            </a:r>
            <a:r>
              <a:rPr lang="zh-CN" altLang="en-US" sz="3200" b="1" dirty="0"/>
              <a:t>单步法的收敛性和稳定性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C000">
            <a:alpha val="12000"/>
          </a:srgbClr>
        </a:solidFill>
        <a:effectLst/>
      </p:bgPr>
    </p:bg>
    <p:spTree>
      <p:nvGrpSpPr>
        <p:cNvPr id="1" name=""/>
        <p:cNvGrpSpPr/>
        <p:nvPr/>
      </p:nvGrpSpPr>
      <p:grpSpPr>
        <a:xfrm>
          <a:off x="0" y="0"/>
          <a:ext cx="0" cy="0"/>
          <a:chOff x="0" y="0"/>
          <a:chExt cx="0" cy="0"/>
        </a:xfrm>
      </p:grpSpPr>
      <p:sp>
        <p:nvSpPr>
          <p:cNvPr id="9" name="灯片编号占位符 1"/>
          <p:cNvSpPr>
            <a:spLocks noGrp="1"/>
          </p:cNvSpPr>
          <p:nvPr>
            <p:ph type="sldNum" sz="quarter" idx="12"/>
          </p:nvPr>
        </p:nvSpPr>
        <p:spPr>
          <a:xfrm>
            <a:off x="6535738" y="5638800"/>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D41BD7A8-A47A-451C-B5C3-D7D14379D879}" type="slidenum">
              <a:rPr lang="en-US" altLang="zh-CN" sz="1400"/>
              <a:pPr eaLnBrk="1" hangingPunct="1"/>
              <a:t>58</a:t>
            </a:fld>
            <a:endParaRPr lang="en-US" altLang="zh-CN" sz="1400"/>
          </a:p>
        </p:txBody>
      </p:sp>
      <p:sp>
        <p:nvSpPr>
          <p:cNvPr id="10" name="Rectangle 5"/>
          <p:cNvSpPr>
            <a:spLocks noChangeArrowheads="1"/>
          </p:cNvSpPr>
          <p:nvPr/>
        </p:nvSpPr>
        <p:spPr bwMode="auto">
          <a:xfrm>
            <a:off x="236879" y="260648"/>
            <a:ext cx="84582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FontTx/>
              <a:buNone/>
            </a:pPr>
            <a:r>
              <a:rPr lang="en-US" altLang="zh-CN" sz="2800" b="1" dirty="0">
                <a:ea typeface="楷体_GB2312" pitchFamily="49" charset="-122"/>
              </a:rPr>
              <a:t>1. </a:t>
            </a:r>
            <a:r>
              <a:rPr lang="zh-CN" altLang="en-US" sz="2800" b="1" dirty="0">
                <a:ea typeface="楷体_GB2312" pitchFamily="49" charset="-122"/>
              </a:rPr>
              <a:t>一阶微分方程的初值问题：</a:t>
            </a:r>
          </a:p>
        </p:txBody>
      </p:sp>
      <p:graphicFrame>
        <p:nvGraphicFramePr>
          <p:cNvPr id="11" name="Object 6"/>
          <p:cNvGraphicFramePr>
            <a:graphicFrameLocks noChangeAspect="1"/>
          </p:cNvGraphicFramePr>
          <p:nvPr>
            <p:extLst>
              <p:ext uri="{D42A27DB-BD31-4B8C-83A1-F6EECF244321}">
                <p14:modId xmlns:p14="http://schemas.microsoft.com/office/powerpoint/2010/main" val="3477929898"/>
              </p:ext>
            </p:extLst>
          </p:nvPr>
        </p:nvGraphicFramePr>
        <p:xfrm>
          <a:off x="2267744" y="980728"/>
          <a:ext cx="5033962" cy="1200150"/>
        </p:xfrm>
        <a:graphic>
          <a:graphicData uri="http://schemas.openxmlformats.org/presentationml/2006/ole">
            <mc:AlternateContent xmlns:mc="http://schemas.openxmlformats.org/markup-compatibility/2006">
              <mc:Choice xmlns:v="urn:schemas-microsoft-com:vml" Requires="v">
                <p:oleObj name="公式" r:id="rId2" imgW="2019428" imgH="476163" progId="Equation.3">
                  <p:embed/>
                </p:oleObj>
              </mc:Choice>
              <mc:Fallback>
                <p:oleObj name="公式" r:id="rId2" imgW="2019428" imgH="47616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980728"/>
                        <a:ext cx="5033962"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7"/>
          <p:cNvSpPr>
            <a:spLocks noChangeArrowheads="1"/>
          </p:cNvSpPr>
          <p:nvPr/>
        </p:nvSpPr>
        <p:spPr bwMode="auto">
          <a:xfrm>
            <a:off x="236879" y="2420888"/>
            <a:ext cx="36004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0000"/>
              </a:lnSpc>
              <a:buFontTx/>
              <a:buNone/>
            </a:pPr>
            <a:r>
              <a:rPr lang="zh-CN" altLang="en-US" sz="2800" b="1" dirty="0">
                <a:ea typeface="楷体_GB2312" pitchFamily="49" charset="-122"/>
              </a:rPr>
              <a:t>两边取定积分有</a:t>
            </a:r>
            <a:endParaRPr lang="zh-CN" altLang="en-US" sz="2800" b="1" dirty="0">
              <a:solidFill>
                <a:srgbClr val="0000FF"/>
              </a:solidFill>
              <a:ea typeface="楷体_GB2312" pitchFamily="49" charset="-122"/>
            </a:endParaRPr>
          </a:p>
        </p:txBody>
      </p:sp>
      <p:sp>
        <p:nvSpPr>
          <p:cNvPr id="13" name="Rectangle 8"/>
          <p:cNvSpPr>
            <a:spLocks noChangeArrowheads="1"/>
          </p:cNvSpPr>
          <p:nvPr/>
        </p:nvSpPr>
        <p:spPr bwMode="auto">
          <a:xfrm>
            <a:off x="449263" y="4249738"/>
            <a:ext cx="8458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buFontTx/>
              <a:buNone/>
            </a:pPr>
            <a:r>
              <a:rPr lang="zh-CN" altLang="en-US" sz="2800" b="1" dirty="0">
                <a:ea typeface="楷体_GB2312" pitchFamily="49" charset="-122"/>
              </a:rPr>
              <a:t>      可见</a:t>
            </a:r>
            <a:r>
              <a:rPr lang="en-US" altLang="zh-CN" sz="2800" b="1" dirty="0">
                <a:ea typeface="楷体_GB2312" pitchFamily="49" charset="-122"/>
              </a:rPr>
              <a:t>,</a:t>
            </a:r>
            <a:r>
              <a:rPr lang="zh-CN" altLang="en-US" sz="2800" b="1" dirty="0">
                <a:ea typeface="楷体_GB2312" pitchFamily="49" charset="-122"/>
              </a:rPr>
              <a:t>一阶微分方程的初值问题转换为计算定积分问题</a:t>
            </a:r>
            <a:r>
              <a:rPr lang="en-US" altLang="zh-CN" sz="2800" b="1" dirty="0">
                <a:ea typeface="楷体_GB2312" pitchFamily="49" charset="-122"/>
              </a:rPr>
              <a:t>,</a:t>
            </a:r>
            <a:r>
              <a:rPr lang="zh-CN" altLang="en-US" sz="2800" b="1" dirty="0">
                <a:ea typeface="楷体_GB2312" pitchFamily="49" charset="-122"/>
              </a:rPr>
              <a:t>采用不同的定积分数值解法就会得到不同的一阶微分方程的数值解法。</a:t>
            </a:r>
          </a:p>
        </p:txBody>
      </p:sp>
      <p:graphicFrame>
        <p:nvGraphicFramePr>
          <p:cNvPr id="14" name="Object 3"/>
          <p:cNvGraphicFramePr>
            <a:graphicFrameLocks noChangeAspect="1"/>
          </p:cNvGraphicFramePr>
          <p:nvPr>
            <p:extLst>
              <p:ext uri="{D42A27DB-BD31-4B8C-83A1-F6EECF244321}">
                <p14:modId xmlns:p14="http://schemas.microsoft.com/office/powerpoint/2010/main" val="3510244753"/>
              </p:ext>
            </p:extLst>
          </p:nvPr>
        </p:nvGraphicFramePr>
        <p:xfrm>
          <a:off x="1974850" y="3212976"/>
          <a:ext cx="5407025" cy="792163"/>
        </p:xfrm>
        <a:graphic>
          <a:graphicData uri="http://schemas.openxmlformats.org/presentationml/2006/ole">
            <mc:AlternateContent xmlns:mc="http://schemas.openxmlformats.org/markup-compatibility/2006">
              <mc:Choice xmlns:v="urn:schemas-microsoft-com:vml" Requires="v">
                <p:oleObj name="公式" r:id="rId4" imgW="2495603" imgH="342816" progId="Equation.3">
                  <p:embed/>
                </p:oleObj>
              </mc:Choice>
              <mc:Fallback>
                <p:oleObj name="公式" r:id="rId4" imgW="2495603" imgH="34281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4850" y="3212976"/>
                        <a:ext cx="5407025"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0668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2" grpId="0" autoUpdateAnimBg="0"/>
      <p:bldP spid="13"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096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716F633F-7F47-43BB-89B6-E4AF581F96BE}" type="slidenum">
              <a:rPr lang="en-US" altLang="zh-CN" sz="1400"/>
              <a:pPr eaLnBrk="1" hangingPunct="1"/>
              <a:t>59</a:t>
            </a:fld>
            <a:endParaRPr lang="en-US" altLang="zh-CN" sz="1400"/>
          </a:p>
        </p:txBody>
      </p:sp>
      <p:sp>
        <p:nvSpPr>
          <p:cNvPr id="3" name="Rectangle 2"/>
          <p:cNvSpPr txBox="1">
            <a:spLocks noChangeArrowheads="1"/>
          </p:cNvSpPr>
          <p:nvPr/>
        </p:nvSpPr>
        <p:spPr>
          <a:xfrm>
            <a:off x="185394" y="86001"/>
            <a:ext cx="3168650" cy="709612"/>
          </a:xfrm>
          <a:prstGeom prst="rect">
            <a:avLst/>
          </a:prstGeom>
        </p:spPr>
        <p:txBody>
          <a:bodyPr/>
          <a:lstStyle>
            <a:lvl1pPr algn="ctr" rtl="0" eaLnBrk="0" fontAlgn="base" hangingPunct="0">
              <a:spcBef>
                <a:spcPct val="0"/>
              </a:spcBef>
              <a:spcAft>
                <a:spcPct val="0"/>
              </a:spcAft>
              <a:defRPr sz="4000" b="1">
                <a:solidFill>
                  <a:srgbClr val="000099"/>
                </a:solidFill>
                <a:latin typeface="+mj-lt"/>
                <a:ea typeface="+mj-ea"/>
                <a:cs typeface="+mj-cs"/>
              </a:defRPr>
            </a:lvl1pPr>
            <a:lvl2pPr algn="ctr" rtl="0" eaLnBrk="0" fontAlgn="base" hangingPunct="0">
              <a:spcBef>
                <a:spcPct val="0"/>
              </a:spcBef>
              <a:spcAft>
                <a:spcPct val="0"/>
              </a:spcAft>
              <a:defRPr sz="4000" b="1">
                <a:solidFill>
                  <a:srgbClr val="000099"/>
                </a:solidFill>
                <a:latin typeface="Arial" charset="0"/>
                <a:ea typeface="黑体" pitchFamily="2" charset="-122"/>
              </a:defRPr>
            </a:lvl2pPr>
            <a:lvl3pPr algn="ctr" rtl="0" eaLnBrk="0" fontAlgn="base" hangingPunct="0">
              <a:spcBef>
                <a:spcPct val="0"/>
              </a:spcBef>
              <a:spcAft>
                <a:spcPct val="0"/>
              </a:spcAft>
              <a:defRPr sz="4000" b="1">
                <a:solidFill>
                  <a:srgbClr val="000099"/>
                </a:solidFill>
                <a:latin typeface="Arial" charset="0"/>
                <a:ea typeface="黑体" pitchFamily="2" charset="-122"/>
              </a:defRPr>
            </a:lvl3pPr>
            <a:lvl4pPr algn="ctr" rtl="0" eaLnBrk="0" fontAlgn="base" hangingPunct="0">
              <a:spcBef>
                <a:spcPct val="0"/>
              </a:spcBef>
              <a:spcAft>
                <a:spcPct val="0"/>
              </a:spcAft>
              <a:defRPr sz="4000" b="1">
                <a:solidFill>
                  <a:srgbClr val="000099"/>
                </a:solidFill>
                <a:latin typeface="Arial" charset="0"/>
                <a:ea typeface="黑体" pitchFamily="2" charset="-122"/>
              </a:defRPr>
            </a:lvl4pPr>
            <a:lvl5pPr algn="ctr" rtl="0" eaLnBrk="0" fontAlgn="base" hangingPunct="0">
              <a:spcBef>
                <a:spcPct val="0"/>
              </a:spcBef>
              <a:spcAft>
                <a:spcPct val="0"/>
              </a:spcAft>
              <a:defRPr sz="4000" b="1">
                <a:solidFill>
                  <a:srgbClr val="000099"/>
                </a:solidFill>
                <a:latin typeface="Arial" charset="0"/>
                <a:ea typeface="黑体" pitchFamily="2" charset="-122"/>
              </a:defRPr>
            </a:lvl5pPr>
            <a:lvl6pPr marL="457200" algn="ctr" rtl="0" fontAlgn="base">
              <a:spcBef>
                <a:spcPct val="0"/>
              </a:spcBef>
              <a:spcAft>
                <a:spcPct val="0"/>
              </a:spcAft>
              <a:defRPr sz="4000" b="1">
                <a:solidFill>
                  <a:srgbClr val="000099"/>
                </a:solidFill>
                <a:latin typeface="Arial" charset="0"/>
                <a:ea typeface="黑体" pitchFamily="2" charset="-122"/>
              </a:defRPr>
            </a:lvl6pPr>
            <a:lvl7pPr marL="914400" algn="ctr" rtl="0" fontAlgn="base">
              <a:spcBef>
                <a:spcPct val="0"/>
              </a:spcBef>
              <a:spcAft>
                <a:spcPct val="0"/>
              </a:spcAft>
              <a:defRPr sz="4000" b="1">
                <a:solidFill>
                  <a:srgbClr val="000099"/>
                </a:solidFill>
                <a:latin typeface="Arial" charset="0"/>
                <a:ea typeface="黑体" pitchFamily="2" charset="-122"/>
              </a:defRPr>
            </a:lvl7pPr>
            <a:lvl8pPr marL="1371600" algn="ctr" rtl="0" fontAlgn="base">
              <a:spcBef>
                <a:spcPct val="0"/>
              </a:spcBef>
              <a:spcAft>
                <a:spcPct val="0"/>
              </a:spcAft>
              <a:defRPr sz="4000" b="1">
                <a:solidFill>
                  <a:srgbClr val="000099"/>
                </a:solidFill>
                <a:latin typeface="Arial" charset="0"/>
                <a:ea typeface="黑体" pitchFamily="2" charset="-122"/>
              </a:defRPr>
            </a:lvl8pPr>
            <a:lvl9pPr marL="1828800" algn="ctr" rtl="0" fontAlgn="base">
              <a:spcBef>
                <a:spcPct val="0"/>
              </a:spcBef>
              <a:spcAft>
                <a:spcPct val="0"/>
              </a:spcAft>
              <a:defRPr sz="4000" b="1">
                <a:solidFill>
                  <a:srgbClr val="000099"/>
                </a:solidFill>
                <a:latin typeface="Arial" charset="0"/>
                <a:ea typeface="黑体" pitchFamily="2" charset="-122"/>
              </a:defRPr>
            </a:lvl9pPr>
          </a:lstStyle>
          <a:p>
            <a:pPr algn="l" eaLnBrk="1" hangingPunct="1">
              <a:defRPr/>
            </a:pPr>
            <a:r>
              <a:rPr lang="en-US" altLang="zh-CN" kern="0" dirty="0"/>
              <a:t>2. </a:t>
            </a:r>
            <a:r>
              <a:rPr lang="zh-CN" altLang="en-US" kern="0" dirty="0"/>
              <a:t>欧拉方法</a:t>
            </a:r>
          </a:p>
        </p:txBody>
      </p:sp>
      <p:sp>
        <p:nvSpPr>
          <p:cNvPr id="40964" name="TextBox 3"/>
          <p:cNvSpPr txBox="1">
            <a:spLocks noChangeArrowheads="1"/>
          </p:cNvSpPr>
          <p:nvPr/>
        </p:nvSpPr>
        <p:spPr bwMode="auto">
          <a:xfrm>
            <a:off x="611188" y="841375"/>
            <a:ext cx="66468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a:t>2.1 </a:t>
            </a:r>
            <a:r>
              <a:rPr lang="zh-CN" altLang="en-US" sz="3200"/>
              <a:t>显式欧拉公式</a:t>
            </a:r>
          </a:p>
        </p:txBody>
      </p:sp>
      <p:graphicFrame>
        <p:nvGraphicFramePr>
          <p:cNvPr id="5" name="对象 4"/>
          <p:cNvGraphicFramePr>
            <a:graphicFrameLocks noChangeAspect="1"/>
          </p:cNvGraphicFramePr>
          <p:nvPr/>
        </p:nvGraphicFramePr>
        <p:xfrm>
          <a:off x="1619250" y="1557338"/>
          <a:ext cx="5840413" cy="1055687"/>
        </p:xfrm>
        <a:graphic>
          <a:graphicData uri="http://schemas.openxmlformats.org/presentationml/2006/ole">
            <mc:AlternateContent xmlns:mc="http://schemas.openxmlformats.org/markup-compatibility/2006">
              <mc:Choice xmlns:v="urn:schemas-microsoft-com:vml" Requires="v">
                <p:oleObj name="Equation" r:id="rId3" imgW="5829300" imgH="1054100" progId="Equation.DSMT4">
                  <p:embed/>
                </p:oleObj>
              </mc:Choice>
              <mc:Fallback>
                <p:oleObj name="Equation" r:id="rId3" imgW="5829300" imgH="10541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557338"/>
                        <a:ext cx="5840413"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6" name="TextBox 5"/>
          <p:cNvSpPr txBox="1">
            <a:spLocks noChangeArrowheads="1"/>
          </p:cNvSpPr>
          <p:nvPr/>
        </p:nvSpPr>
        <p:spPr bwMode="auto">
          <a:xfrm>
            <a:off x="590550" y="2852738"/>
            <a:ext cx="6646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a:t>2.2 </a:t>
            </a:r>
            <a:r>
              <a:rPr lang="zh-CN" altLang="en-US" sz="3200"/>
              <a:t>隐式欧拉公式</a:t>
            </a:r>
          </a:p>
        </p:txBody>
      </p:sp>
      <p:graphicFrame>
        <p:nvGraphicFramePr>
          <p:cNvPr id="7" name="对象 6"/>
          <p:cNvGraphicFramePr>
            <a:graphicFrameLocks noChangeAspect="1"/>
          </p:cNvGraphicFramePr>
          <p:nvPr/>
        </p:nvGraphicFramePr>
        <p:xfrm>
          <a:off x="1447800" y="3500438"/>
          <a:ext cx="3898900" cy="1054100"/>
        </p:xfrm>
        <a:graphic>
          <a:graphicData uri="http://schemas.openxmlformats.org/presentationml/2006/ole">
            <mc:AlternateContent xmlns:mc="http://schemas.openxmlformats.org/markup-compatibility/2006">
              <mc:Choice xmlns:v="urn:schemas-microsoft-com:vml" Requires="v">
                <p:oleObj name="Equation" r:id="rId5" imgW="3898900" imgH="1054100" progId="Equation.DSMT4">
                  <p:embed/>
                </p:oleObj>
              </mc:Choice>
              <mc:Fallback>
                <p:oleObj name="Equation" r:id="rId5" imgW="3898900" imgH="1054100" progId="Equation.DSMT4">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500438"/>
                        <a:ext cx="38989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8" name="TextBox 7"/>
          <p:cNvSpPr txBox="1">
            <a:spLocks noChangeArrowheads="1"/>
          </p:cNvSpPr>
          <p:nvPr/>
        </p:nvSpPr>
        <p:spPr bwMode="auto">
          <a:xfrm>
            <a:off x="611188" y="4797425"/>
            <a:ext cx="66468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a:t>2.3 </a:t>
            </a:r>
            <a:r>
              <a:rPr lang="zh-CN" altLang="en-US" sz="3200"/>
              <a:t>梯形欧拉公式</a:t>
            </a:r>
          </a:p>
        </p:txBody>
      </p:sp>
      <p:graphicFrame>
        <p:nvGraphicFramePr>
          <p:cNvPr id="9" name="对象 8"/>
          <p:cNvGraphicFramePr>
            <a:graphicFrameLocks noChangeAspect="1"/>
          </p:cNvGraphicFramePr>
          <p:nvPr/>
        </p:nvGraphicFramePr>
        <p:xfrm>
          <a:off x="1258888" y="5516563"/>
          <a:ext cx="5702300" cy="838200"/>
        </p:xfrm>
        <a:graphic>
          <a:graphicData uri="http://schemas.openxmlformats.org/presentationml/2006/ole">
            <mc:AlternateContent xmlns:mc="http://schemas.openxmlformats.org/markup-compatibility/2006">
              <mc:Choice xmlns:v="urn:schemas-microsoft-com:vml" Requires="v">
                <p:oleObj name="Equation" r:id="rId7" imgW="5702300" imgH="838200" progId="Equation.DSMT4">
                  <p:embed/>
                </p:oleObj>
              </mc:Choice>
              <mc:Fallback>
                <p:oleObj name="Equation" r:id="rId7" imgW="5702300" imgH="8382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5516563"/>
                        <a:ext cx="57023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7"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1986"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963DCB6-FEB9-4E33-9BA9-5DE9624CDD32}" type="slidenum">
              <a:rPr lang="en-US" altLang="zh-CN" sz="1400"/>
              <a:pPr eaLnBrk="1" hangingPunct="1"/>
              <a:t>60</a:t>
            </a:fld>
            <a:endParaRPr lang="en-US" altLang="zh-CN" sz="1400"/>
          </a:p>
        </p:txBody>
      </p:sp>
      <p:sp>
        <p:nvSpPr>
          <p:cNvPr id="41987" name="TextBox 2"/>
          <p:cNvSpPr txBox="1">
            <a:spLocks noChangeArrowheads="1"/>
          </p:cNvSpPr>
          <p:nvPr/>
        </p:nvSpPr>
        <p:spPr bwMode="auto">
          <a:xfrm>
            <a:off x="179512" y="188913"/>
            <a:ext cx="6646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t>2.4 </a:t>
            </a:r>
            <a:r>
              <a:rPr lang="zh-CN" altLang="en-US" sz="3200" dirty="0"/>
              <a:t>改进的欧拉公式</a:t>
            </a:r>
          </a:p>
        </p:txBody>
      </p:sp>
      <p:graphicFrame>
        <p:nvGraphicFramePr>
          <p:cNvPr id="4" name="对象 3"/>
          <p:cNvGraphicFramePr>
            <a:graphicFrameLocks noChangeAspect="1"/>
          </p:cNvGraphicFramePr>
          <p:nvPr/>
        </p:nvGraphicFramePr>
        <p:xfrm>
          <a:off x="1258888" y="1052513"/>
          <a:ext cx="4470400" cy="444500"/>
        </p:xfrm>
        <a:graphic>
          <a:graphicData uri="http://schemas.openxmlformats.org/presentationml/2006/ole">
            <mc:AlternateContent xmlns:mc="http://schemas.openxmlformats.org/markup-compatibility/2006">
              <mc:Choice xmlns:v="urn:schemas-microsoft-com:vml" Requires="v">
                <p:oleObj name="Equation" r:id="rId3" imgW="4470400" imgH="444500" progId="Equation.DSMT4">
                  <p:embed/>
                </p:oleObj>
              </mc:Choice>
              <mc:Fallback>
                <p:oleObj name="Equation" r:id="rId3" imgW="4470400" imgH="4445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052513"/>
                        <a:ext cx="44704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nvGraphicFramePr>
        <p:xfrm>
          <a:off x="1258888" y="1501775"/>
          <a:ext cx="6883400" cy="838200"/>
        </p:xfrm>
        <a:graphic>
          <a:graphicData uri="http://schemas.openxmlformats.org/presentationml/2006/ole">
            <mc:AlternateContent xmlns:mc="http://schemas.openxmlformats.org/markup-compatibility/2006">
              <mc:Choice xmlns:v="urn:schemas-microsoft-com:vml" Requires="v">
                <p:oleObj name="Equation" r:id="rId5" imgW="6883400" imgH="838200" progId="Equation.DSMT4">
                  <p:embed/>
                </p:oleObj>
              </mc:Choice>
              <mc:Fallback>
                <p:oleObj name="Equation" r:id="rId5" imgW="6883400" imgH="838200"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501775"/>
                        <a:ext cx="6883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15"/>
          <p:cNvGrpSpPr>
            <a:grpSpLocks/>
          </p:cNvGrpSpPr>
          <p:nvPr/>
        </p:nvGrpSpPr>
        <p:grpSpPr bwMode="auto">
          <a:xfrm>
            <a:off x="0" y="2825750"/>
            <a:ext cx="9026525" cy="838200"/>
            <a:chOff x="68" y="2666"/>
            <a:chExt cx="5686" cy="528"/>
          </a:xfrm>
        </p:grpSpPr>
        <p:graphicFrame>
          <p:nvGraphicFramePr>
            <p:cNvPr id="41994" name="Object 8"/>
            <p:cNvGraphicFramePr>
              <a:graphicFrameLocks noChangeAspect="1"/>
            </p:cNvGraphicFramePr>
            <p:nvPr/>
          </p:nvGraphicFramePr>
          <p:xfrm>
            <a:off x="1050" y="2666"/>
            <a:ext cx="4704" cy="528"/>
          </p:xfrm>
          <a:graphic>
            <a:graphicData uri="http://schemas.openxmlformats.org/presentationml/2006/ole">
              <mc:AlternateContent xmlns:mc="http://schemas.openxmlformats.org/markup-compatibility/2006">
                <mc:Choice xmlns:v="urn:schemas-microsoft-com:vml" Requires="v">
                  <p:oleObj name="Equation" r:id="rId7" imgW="7467600" imgH="838200" progId="Equation.DSMT4">
                    <p:embed/>
                  </p:oleObj>
                </mc:Choice>
                <mc:Fallback>
                  <p:oleObj name="Equation" r:id="rId7" imgW="7467600" imgH="838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0" y="2666"/>
                          <a:ext cx="4704"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5" name="Text Box 11"/>
            <p:cNvSpPr txBox="1">
              <a:spLocks noChangeArrowheads="1"/>
            </p:cNvSpPr>
            <p:nvPr/>
          </p:nvSpPr>
          <p:spPr bwMode="auto">
            <a:xfrm>
              <a:off x="68" y="2767"/>
              <a:ext cx="103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sz="2800">
                  <a:latin typeface="Tahoma" pitchFamily="34" charset="0"/>
                </a:rPr>
                <a:t>嵌套形式</a:t>
              </a:r>
            </a:p>
          </p:txBody>
        </p:sp>
      </p:grpSp>
      <p:grpSp>
        <p:nvGrpSpPr>
          <p:cNvPr id="9" name="Group 16"/>
          <p:cNvGrpSpPr>
            <a:grpSpLocks/>
          </p:cNvGrpSpPr>
          <p:nvPr/>
        </p:nvGrpSpPr>
        <p:grpSpPr bwMode="auto">
          <a:xfrm>
            <a:off x="466725" y="4294188"/>
            <a:ext cx="5730875" cy="1790700"/>
            <a:chOff x="68" y="3191"/>
            <a:chExt cx="3610" cy="1128"/>
          </a:xfrm>
        </p:grpSpPr>
        <p:graphicFrame>
          <p:nvGraphicFramePr>
            <p:cNvPr id="41992" name="Object 10"/>
            <p:cNvGraphicFramePr>
              <a:graphicFrameLocks noChangeAspect="1"/>
            </p:cNvGraphicFramePr>
            <p:nvPr/>
          </p:nvGraphicFramePr>
          <p:xfrm>
            <a:off x="1334" y="3191"/>
            <a:ext cx="2344" cy="1128"/>
          </p:xfrm>
          <a:graphic>
            <a:graphicData uri="http://schemas.openxmlformats.org/presentationml/2006/ole">
              <mc:AlternateContent xmlns:mc="http://schemas.openxmlformats.org/markup-compatibility/2006">
                <mc:Choice xmlns:v="urn:schemas-microsoft-com:vml" Requires="v">
                  <p:oleObj name="Equation" r:id="rId9" imgW="3721100" imgH="1790700" progId="Equation.DSMT4">
                    <p:embed/>
                  </p:oleObj>
                </mc:Choice>
                <mc:Fallback>
                  <p:oleObj name="Equation" r:id="rId9" imgW="3721100" imgH="17907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4" y="3191"/>
                          <a:ext cx="2344" cy="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3" name="Text Box 12"/>
            <p:cNvSpPr txBox="1">
              <a:spLocks noChangeArrowheads="1"/>
            </p:cNvSpPr>
            <p:nvPr/>
          </p:nvSpPr>
          <p:spPr bwMode="auto">
            <a:xfrm>
              <a:off x="68" y="3592"/>
              <a:ext cx="12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sz="2800">
                  <a:latin typeface="Tahoma" pitchFamily="34" charset="0"/>
                </a:rPr>
                <a:t>平均化形式</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To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Top)">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10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3010"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7B72E042-13EE-454F-AA36-0C0624EAF683}" type="slidenum">
              <a:rPr lang="en-US" altLang="zh-CN" sz="1400"/>
              <a:pPr eaLnBrk="1" hangingPunct="1"/>
              <a:t>61</a:t>
            </a:fld>
            <a:endParaRPr lang="en-US" altLang="zh-CN" sz="1400"/>
          </a:p>
        </p:txBody>
      </p:sp>
      <p:sp>
        <p:nvSpPr>
          <p:cNvPr id="4" name="Rectangle 3"/>
          <p:cNvSpPr txBox="1">
            <a:spLocks noChangeArrowheads="1"/>
          </p:cNvSpPr>
          <p:nvPr/>
        </p:nvSpPr>
        <p:spPr>
          <a:xfrm>
            <a:off x="252413" y="1152525"/>
            <a:ext cx="8637587" cy="590550"/>
          </a:xfrm>
          <a:prstGeom prst="rect">
            <a:avLst/>
          </a:prstGeom>
          <a:noFill/>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20000"/>
              </a:lnSpc>
              <a:defRPr/>
            </a:pPr>
            <a:r>
              <a:rPr lang="zh-CN" altLang="en-US" kern="0" dirty="0"/>
              <a:t>用改进欧拉法求上例所述的初值问题。</a:t>
            </a:r>
          </a:p>
        </p:txBody>
      </p:sp>
      <p:sp>
        <p:nvSpPr>
          <p:cNvPr id="5" name="Rectangle 4"/>
          <p:cNvSpPr>
            <a:spLocks noChangeArrowheads="1"/>
          </p:cNvSpPr>
          <p:nvPr/>
        </p:nvSpPr>
        <p:spPr bwMode="auto">
          <a:xfrm>
            <a:off x="252413" y="1844675"/>
            <a:ext cx="76708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20000"/>
              </a:spcBef>
              <a:buClr>
                <a:schemeClr val="hlink"/>
              </a:buClr>
              <a:buSzPct val="75000"/>
              <a:buFont typeface="Wingdings" pitchFamily="2" charset="2"/>
              <a:buNone/>
            </a:pPr>
            <a:r>
              <a:rPr lang="zh-CN" altLang="en-US" sz="2800">
                <a:ea typeface="黑体" pitchFamily="49" charset="-122"/>
              </a:rPr>
              <a:t>解</a:t>
            </a:r>
            <a:r>
              <a:rPr lang="zh-CN" altLang="en-US" sz="2800"/>
              <a:t>：采用改进欧拉法的嵌套形式：</a:t>
            </a:r>
          </a:p>
        </p:txBody>
      </p:sp>
      <p:graphicFrame>
        <p:nvGraphicFramePr>
          <p:cNvPr id="6" name="Object 7"/>
          <p:cNvGraphicFramePr>
            <a:graphicFrameLocks noChangeAspect="1"/>
          </p:cNvGraphicFramePr>
          <p:nvPr/>
        </p:nvGraphicFramePr>
        <p:xfrm>
          <a:off x="252413" y="2427288"/>
          <a:ext cx="6881812" cy="776287"/>
        </p:xfrm>
        <a:graphic>
          <a:graphicData uri="http://schemas.openxmlformats.org/presentationml/2006/ole">
            <mc:AlternateContent xmlns:mc="http://schemas.openxmlformats.org/markup-compatibility/2006">
              <mc:Choice xmlns:v="urn:schemas-microsoft-com:vml" Requires="v">
                <p:oleObj name="Equation" r:id="rId3" imgW="7429500" imgH="838200" progId="Equation.DSMT4">
                  <p:embed/>
                </p:oleObj>
              </mc:Choice>
              <mc:Fallback>
                <p:oleObj name="Equation" r:id="rId3" imgW="7429500" imgH="838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2427288"/>
                        <a:ext cx="6881812" cy="77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4" name="Object 9"/>
          <p:cNvGraphicFramePr>
            <a:graphicFrameLocks noChangeAspect="1"/>
          </p:cNvGraphicFramePr>
          <p:nvPr/>
        </p:nvGraphicFramePr>
        <p:xfrm>
          <a:off x="1763713" y="149225"/>
          <a:ext cx="6413500" cy="1003300"/>
        </p:xfrm>
        <a:graphic>
          <a:graphicData uri="http://schemas.openxmlformats.org/presentationml/2006/ole">
            <mc:AlternateContent xmlns:mc="http://schemas.openxmlformats.org/markup-compatibility/2006">
              <mc:Choice xmlns:v="urn:schemas-microsoft-com:vml" Requires="v">
                <p:oleObj name="Equation" r:id="rId5" imgW="6413500" imgH="1003300" progId="Equation.DSMT4">
                  <p:embed/>
                </p:oleObj>
              </mc:Choice>
              <mc:Fallback>
                <p:oleObj name="Equation" r:id="rId5" imgW="6413500" imgH="10033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149225"/>
                        <a:ext cx="641350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0"/>
          <p:cNvGraphicFramePr>
            <a:graphicFrameLocks noChangeAspect="1"/>
          </p:cNvGraphicFramePr>
          <p:nvPr/>
        </p:nvGraphicFramePr>
        <p:xfrm>
          <a:off x="395288" y="3284538"/>
          <a:ext cx="7840662" cy="839787"/>
        </p:xfrm>
        <a:graphic>
          <a:graphicData uri="http://schemas.openxmlformats.org/presentationml/2006/ole">
            <mc:AlternateContent xmlns:mc="http://schemas.openxmlformats.org/markup-compatibility/2006">
              <mc:Choice xmlns:v="urn:schemas-microsoft-com:vml" Requires="v">
                <p:oleObj name="Equation" r:id="rId7" imgW="7823200" imgH="838200" progId="Equation.DSMT4">
                  <p:embed/>
                </p:oleObj>
              </mc:Choice>
              <mc:Fallback>
                <p:oleObj name="Equation" r:id="rId7" imgW="7823200" imgH="8382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3284538"/>
                        <a:ext cx="7840662" cy="83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1"/>
          <p:cNvGraphicFramePr>
            <a:graphicFrameLocks noChangeAspect="1"/>
          </p:cNvGraphicFramePr>
          <p:nvPr/>
        </p:nvGraphicFramePr>
        <p:xfrm>
          <a:off x="252413" y="4149725"/>
          <a:ext cx="8839200" cy="838200"/>
        </p:xfrm>
        <a:graphic>
          <a:graphicData uri="http://schemas.openxmlformats.org/presentationml/2006/ole">
            <mc:AlternateContent xmlns:mc="http://schemas.openxmlformats.org/markup-compatibility/2006">
              <mc:Choice xmlns:v="urn:schemas-microsoft-com:vml" Requires="v">
                <p:oleObj name="Equation" r:id="rId9" imgW="8839200" imgH="838200" progId="Equation.DSMT4">
                  <p:embed/>
                </p:oleObj>
              </mc:Choice>
              <mc:Fallback>
                <p:oleObj name="Equation" r:id="rId9" imgW="8839200" imgH="8382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413" y="4149725"/>
                        <a:ext cx="8839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2"/>
          <p:cNvGraphicFramePr>
            <a:graphicFrameLocks noChangeAspect="1"/>
          </p:cNvGraphicFramePr>
          <p:nvPr/>
        </p:nvGraphicFramePr>
        <p:xfrm>
          <a:off x="282575" y="5084763"/>
          <a:ext cx="5448300" cy="952500"/>
        </p:xfrm>
        <a:graphic>
          <a:graphicData uri="http://schemas.openxmlformats.org/presentationml/2006/ole">
            <mc:AlternateContent xmlns:mc="http://schemas.openxmlformats.org/markup-compatibility/2006">
              <mc:Choice xmlns:v="urn:schemas-microsoft-com:vml" Requires="v">
                <p:oleObj name="Equation" r:id="rId11" imgW="5448300" imgH="952500" progId="Equation.DSMT4">
                  <p:embed/>
                </p:oleObj>
              </mc:Choice>
              <mc:Fallback>
                <p:oleObj name="Equation" r:id="rId11" imgW="5448300" imgH="9525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575" y="5084763"/>
                        <a:ext cx="54483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3"/>
          <p:cNvGraphicFramePr>
            <a:graphicFrameLocks noChangeAspect="1"/>
          </p:cNvGraphicFramePr>
          <p:nvPr/>
        </p:nvGraphicFramePr>
        <p:xfrm>
          <a:off x="430213" y="6165850"/>
          <a:ext cx="3759200" cy="431800"/>
        </p:xfrm>
        <a:graphic>
          <a:graphicData uri="http://schemas.openxmlformats.org/presentationml/2006/ole">
            <mc:AlternateContent xmlns:mc="http://schemas.openxmlformats.org/markup-compatibility/2006">
              <mc:Choice xmlns:v="urn:schemas-microsoft-com:vml" Requires="v">
                <p:oleObj name="Equation" r:id="rId13" imgW="3759200" imgH="431800" progId="Equation.DSMT4">
                  <p:embed/>
                </p:oleObj>
              </mc:Choice>
              <mc:Fallback>
                <p:oleObj name="Equation" r:id="rId13" imgW="3759200" imgH="4318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0213" y="6165850"/>
                        <a:ext cx="3759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9" name="TextBox 11"/>
          <p:cNvSpPr txBox="1">
            <a:spLocks noChangeArrowheads="1"/>
          </p:cNvSpPr>
          <p:nvPr/>
        </p:nvSpPr>
        <p:spPr bwMode="auto">
          <a:xfrm>
            <a:off x="395288" y="334963"/>
            <a:ext cx="1108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600"/>
              <a:t>例：</a:t>
            </a:r>
          </a:p>
        </p:txBody>
      </p:sp>
      <p:sp>
        <p:nvSpPr>
          <p:cNvPr id="2" name="TextBox 1"/>
          <p:cNvSpPr txBox="1"/>
          <p:nvPr/>
        </p:nvSpPr>
        <p:spPr>
          <a:xfrm>
            <a:off x="6012160" y="5733256"/>
            <a:ext cx="2592288" cy="646331"/>
          </a:xfrm>
          <a:prstGeom prst="rect">
            <a:avLst/>
          </a:prstGeom>
          <a:noFill/>
        </p:spPr>
        <p:txBody>
          <a:bodyPr wrap="square" rtlCol="0">
            <a:spAutoFit/>
          </a:bodyPr>
          <a:lstStyle/>
          <a:p>
            <a:r>
              <a:rPr lang="zh-CN" altLang="en-US" sz="3600" dirty="0"/>
              <a:t>见习题 </a:t>
            </a:r>
            <a:r>
              <a:rPr lang="en-US" altLang="zh-CN" sz="3600" dirty="0"/>
              <a:t>2</a:t>
            </a:r>
            <a:endParaRPr lang="zh-CN" altLang="en-US" sz="3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7"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4">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gtEl>
                                        <p:attrNameLst>
                                          <p:attrName>style.visibility</p:attrName>
                                        </p:attrNameLst>
                                      </p:cBhvr>
                                      <p:to>
                                        <p:strVal val="visible"/>
                                      </p:to>
                                    </p:set>
                                    <p:anim calcmode="discrete" valueType="clr">
                                      <p:cBhvr override="childStyle">
                                        <p:cTn id="14"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gtEl>
                                        <p:attrNameLst>
                                          <p:attrName>fillcolor</p:attrName>
                                        </p:attrNameLst>
                                      </p:cBhvr>
                                      <p:tavLst>
                                        <p:tav tm="0">
                                          <p:val>
                                            <p:clrVal>
                                              <a:schemeClr val="accent2"/>
                                            </p:clrVal>
                                          </p:val>
                                        </p:tav>
                                        <p:tav tm="50000">
                                          <p:val>
                                            <p:clrVal>
                                              <a:schemeClr val="hlink"/>
                                            </p:clrVal>
                                          </p:val>
                                        </p:tav>
                                      </p:tavLst>
                                    </p:anim>
                                    <p:set>
                                      <p:cBhvr>
                                        <p:cTn id="16" dur="80"/>
                                        <p:tgtEl>
                                          <p:spTgt spid="5"/>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ppt_x</p:attrName>
                                        </p:attrNameLst>
                                      </p:cBhvr>
                                      <p:tavLst>
                                        <p:tav tm="0">
                                          <p:val>
                                            <p:strVal val="#ppt_x-#ppt_w/2"/>
                                          </p:val>
                                        </p:tav>
                                        <p:tav tm="100000">
                                          <p:val>
                                            <p:strVal val="#ppt_x"/>
                                          </p:val>
                                        </p:tav>
                                      </p:tavLst>
                                    </p:anim>
                                    <p:anim calcmode="lin" valueType="num">
                                      <p:cBhvr>
                                        <p:cTn id="27" dur="500" fill="hold"/>
                                        <p:tgtEl>
                                          <p:spTgt spid="8"/>
                                        </p:tgtEl>
                                        <p:attrNameLst>
                                          <p:attrName>ppt_y</p:attrName>
                                        </p:attrNameLst>
                                      </p:cBhvr>
                                      <p:tavLst>
                                        <p:tav tm="0">
                                          <p:val>
                                            <p:strVal val="#ppt_y"/>
                                          </p:val>
                                        </p:tav>
                                        <p:tav tm="100000">
                                          <p:val>
                                            <p:strVal val="#ppt_y"/>
                                          </p:val>
                                        </p:tav>
                                      </p:tavLst>
                                    </p:anim>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ppt_x</p:attrName>
                                        </p:attrNameLst>
                                      </p:cBhvr>
                                      <p:tavLst>
                                        <p:tav tm="0">
                                          <p:val>
                                            <p:strVal val="#ppt_x-#ppt_w/2"/>
                                          </p:val>
                                        </p:tav>
                                        <p:tav tm="100000">
                                          <p:val>
                                            <p:strVal val="#ppt_x"/>
                                          </p:val>
                                        </p:tav>
                                      </p:tavLst>
                                    </p:anim>
                                    <p:anim calcmode="lin" valueType="num">
                                      <p:cBhvr>
                                        <p:cTn id="35" dur="500" fill="hold"/>
                                        <p:tgtEl>
                                          <p:spTgt spid="9"/>
                                        </p:tgtEl>
                                        <p:attrNameLst>
                                          <p:attrName>ppt_y</p:attrName>
                                        </p:attrNameLst>
                                      </p:cBhvr>
                                      <p:tavLst>
                                        <p:tav tm="0">
                                          <p:val>
                                            <p:strVal val="#ppt_y"/>
                                          </p:val>
                                        </p:tav>
                                        <p:tav tm="100000">
                                          <p:val>
                                            <p:strVal val="#ppt_y"/>
                                          </p:val>
                                        </p:tav>
                                      </p:tavLst>
                                    </p:anim>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ppt_x</p:attrName>
                                        </p:attrNameLst>
                                      </p:cBhvr>
                                      <p:tavLst>
                                        <p:tav tm="0">
                                          <p:val>
                                            <p:strVal val="#ppt_x-#ppt_w/2"/>
                                          </p:val>
                                        </p:tav>
                                        <p:tav tm="100000">
                                          <p:val>
                                            <p:strVal val="#ppt_x"/>
                                          </p:val>
                                        </p:tav>
                                      </p:tavLst>
                                    </p:anim>
                                    <p:anim calcmode="lin" valueType="num">
                                      <p:cBhvr>
                                        <p:cTn id="43" dur="500" fill="hold"/>
                                        <p:tgtEl>
                                          <p:spTgt spid="10"/>
                                        </p:tgtEl>
                                        <p:attrNameLst>
                                          <p:attrName>ppt_y</p:attrName>
                                        </p:attrNameLst>
                                      </p:cBhvr>
                                      <p:tavLst>
                                        <p:tav tm="0">
                                          <p:val>
                                            <p:strVal val="#ppt_y"/>
                                          </p:val>
                                        </p:tav>
                                        <p:tav tm="100000">
                                          <p:val>
                                            <p:strVal val="#ppt_y"/>
                                          </p:val>
                                        </p:tav>
                                      </p:tavLst>
                                    </p:anim>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ppt_x</p:attrName>
                                        </p:attrNameLst>
                                      </p:cBhvr>
                                      <p:tavLst>
                                        <p:tav tm="0">
                                          <p:val>
                                            <p:strVal val="#ppt_x-#ppt_w/2"/>
                                          </p:val>
                                        </p:tav>
                                        <p:tav tm="100000">
                                          <p:val>
                                            <p:strVal val="#ppt_x"/>
                                          </p:val>
                                        </p:tav>
                                      </p:tavLst>
                                    </p:anim>
                                    <p:anim calcmode="lin" valueType="num">
                                      <p:cBhvr>
                                        <p:cTn id="51" dur="500" fill="hold"/>
                                        <p:tgtEl>
                                          <p:spTgt spid="11"/>
                                        </p:tgtEl>
                                        <p:attrNameLst>
                                          <p:attrName>ppt_y</p:attrName>
                                        </p:attrNameLst>
                                      </p:cBhvr>
                                      <p:tavLst>
                                        <p:tav tm="0">
                                          <p:val>
                                            <p:strVal val="#ppt_y"/>
                                          </p:val>
                                        </p:tav>
                                        <p:tav tm="100000">
                                          <p:val>
                                            <p:strVal val="#ppt_y"/>
                                          </p:val>
                                        </p:tav>
                                      </p:tavLst>
                                    </p:anim>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505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603ABCDA-C993-4DEC-95A2-C07A1B8605A9}" type="slidenum">
              <a:rPr lang="en-US" altLang="zh-CN" sz="1400"/>
              <a:pPr eaLnBrk="1" hangingPunct="1"/>
              <a:t>62</a:t>
            </a:fld>
            <a:endParaRPr lang="en-US" altLang="zh-CN" sz="1400"/>
          </a:p>
        </p:txBody>
      </p:sp>
      <p:sp>
        <p:nvSpPr>
          <p:cNvPr id="3" name="Rectangle 2"/>
          <p:cNvSpPr txBox="1">
            <a:spLocks noChangeArrowheads="1"/>
          </p:cNvSpPr>
          <p:nvPr/>
        </p:nvSpPr>
        <p:spPr>
          <a:xfrm>
            <a:off x="107950" y="188913"/>
            <a:ext cx="7993063" cy="677862"/>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algn="l" eaLnBrk="1" hangingPunct="1">
              <a:defRPr/>
            </a:pPr>
            <a:r>
              <a:rPr lang="en-US" altLang="zh-CN" sz="3600" kern="0" dirty="0"/>
              <a:t>3. </a:t>
            </a:r>
            <a:r>
              <a:rPr lang="zh-CN" altLang="en-US" sz="3600" kern="0" dirty="0"/>
              <a:t>龙格</a:t>
            </a:r>
            <a:r>
              <a:rPr lang="en-US" altLang="zh-CN" sz="3600" kern="0" dirty="0">
                <a:latin typeface="Courier New" pitchFamily="49" charset="0"/>
              </a:rPr>
              <a:t>-</a:t>
            </a:r>
            <a:r>
              <a:rPr lang="zh-CN" altLang="en-US" sz="3600" kern="0" dirty="0"/>
              <a:t>库塔</a:t>
            </a:r>
            <a:r>
              <a:rPr lang="en-US" altLang="zh-CN" sz="3600" kern="0" dirty="0"/>
              <a:t>(</a:t>
            </a:r>
            <a:r>
              <a:rPr lang="en-US" altLang="zh-CN" sz="3600" kern="0" dirty="0" err="1"/>
              <a:t>Runge-Kutta</a:t>
            </a:r>
            <a:r>
              <a:rPr lang="en-US" altLang="zh-CN" sz="3600" kern="0" dirty="0"/>
              <a:t>)</a:t>
            </a:r>
            <a:r>
              <a:rPr lang="zh-CN" altLang="en-US" sz="3600" kern="0" dirty="0"/>
              <a:t>方法</a:t>
            </a:r>
          </a:p>
        </p:txBody>
      </p:sp>
      <p:graphicFrame>
        <p:nvGraphicFramePr>
          <p:cNvPr id="4" name="Object 23"/>
          <p:cNvGraphicFramePr>
            <a:graphicFrameLocks noChangeAspect="1"/>
          </p:cNvGraphicFramePr>
          <p:nvPr/>
        </p:nvGraphicFramePr>
        <p:xfrm>
          <a:off x="1346200" y="1504950"/>
          <a:ext cx="6959600" cy="1003300"/>
        </p:xfrm>
        <a:graphic>
          <a:graphicData uri="http://schemas.openxmlformats.org/presentationml/2006/ole">
            <mc:AlternateContent xmlns:mc="http://schemas.openxmlformats.org/markup-compatibility/2006">
              <mc:Choice xmlns:v="urn:schemas-microsoft-com:vml" Requires="v">
                <p:oleObj name="Equation" r:id="rId3" imgW="6959600" imgH="1003300" progId="Equation.DSMT4">
                  <p:embed/>
                </p:oleObj>
              </mc:Choice>
              <mc:Fallback>
                <p:oleObj name="Equation" r:id="rId3" imgW="6959600" imgH="10033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200" y="1504950"/>
                        <a:ext cx="695960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24"/>
          <p:cNvSpPr txBox="1">
            <a:spLocks noChangeArrowheads="1"/>
          </p:cNvSpPr>
          <p:nvPr/>
        </p:nvSpPr>
        <p:spPr bwMode="auto">
          <a:xfrm>
            <a:off x="898525" y="836613"/>
            <a:ext cx="7199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365125" indent="-365125"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40000"/>
              </a:spcBef>
              <a:buClr>
                <a:schemeClr val="hlink"/>
              </a:buClr>
              <a:buSzPct val="75000"/>
              <a:buFont typeface="Wingdings" pitchFamily="2" charset="2"/>
              <a:buBlip>
                <a:blip r:embed="rId5"/>
              </a:buBlip>
            </a:pPr>
            <a:r>
              <a:rPr lang="en-US" altLang="zh-CN" sz="2800" i="1"/>
              <a:t>y </a:t>
            </a:r>
            <a:r>
              <a:rPr lang="en-US" altLang="zh-CN" sz="2800"/>
              <a:t>(</a:t>
            </a:r>
            <a:r>
              <a:rPr lang="en-US" altLang="zh-CN" sz="2800" i="1"/>
              <a:t>x</a:t>
            </a:r>
            <a:r>
              <a:rPr lang="en-US" altLang="zh-CN" sz="2800" i="1" baseline="-25000"/>
              <a:t>n</a:t>
            </a:r>
            <a:r>
              <a:rPr lang="en-US" altLang="zh-CN" sz="2800" baseline="-25000">
                <a:latin typeface="Symbol" pitchFamily="18" charset="2"/>
              </a:rPr>
              <a:t>+</a:t>
            </a:r>
            <a:r>
              <a:rPr lang="en-US" altLang="zh-CN" sz="2800" baseline="-25000"/>
              <a:t>1</a:t>
            </a:r>
            <a:r>
              <a:rPr lang="en-US" altLang="zh-CN" sz="2800"/>
              <a:t>) </a:t>
            </a:r>
            <a:r>
              <a:rPr lang="zh-CN" altLang="en-US" sz="2800"/>
              <a:t>在点 </a:t>
            </a:r>
            <a:r>
              <a:rPr lang="en-US" altLang="zh-CN" sz="2800" i="1"/>
              <a:t>x</a:t>
            </a:r>
            <a:r>
              <a:rPr lang="en-US" altLang="zh-CN" sz="2800" i="1" baseline="-25000"/>
              <a:t>n </a:t>
            </a:r>
            <a:r>
              <a:rPr lang="zh-CN" altLang="en-US" sz="2800"/>
              <a:t>处的一阶泰勒展开式为：</a:t>
            </a:r>
            <a:endParaRPr lang="zh-CN" altLang="en-US">
              <a:latin typeface="Tahoma" pitchFamily="34" charset="0"/>
            </a:endParaRPr>
          </a:p>
        </p:txBody>
      </p:sp>
      <p:grpSp>
        <p:nvGrpSpPr>
          <p:cNvPr id="6" name="Group 59"/>
          <p:cNvGrpSpPr>
            <a:grpSpLocks/>
          </p:cNvGrpSpPr>
          <p:nvPr/>
        </p:nvGrpSpPr>
        <p:grpSpPr bwMode="auto">
          <a:xfrm>
            <a:off x="4203700" y="1284288"/>
            <a:ext cx="4471988" cy="1204912"/>
            <a:chOff x="2123" y="3430"/>
            <a:chExt cx="2817" cy="759"/>
          </a:xfrm>
        </p:grpSpPr>
        <p:sp>
          <p:nvSpPr>
            <p:cNvPr id="45073" name="Rectangle 25"/>
            <p:cNvSpPr>
              <a:spLocks noChangeArrowheads="1"/>
            </p:cNvSpPr>
            <p:nvPr/>
          </p:nvSpPr>
          <p:spPr bwMode="auto">
            <a:xfrm>
              <a:off x="2123" y="3917"/>
              <a:ext cx="930" cy="272"/>
            </a:xfrm>
            <a:prstGeom prst="rect">
              <a:avLst/>
            </a:prstGeom>
            <a:noFill/>
            <a:ln w="1905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endParaRPr lang="zh-CN" altLang="en-US">
                <a:solidFill>
                  <a:srgbClr val="FF3300"/>
                </a:solidFill>
                <a:latin typeface="Tahoma" pitchFamily="34" charset="0"/>
              </a:endParaRPr>
            </a:p>
          </p:txBody>
        </p:sp>
        <p:sp>
          <p:nvSpPr>
            <p:cNvPr id="45074" name="Line 26"/>
            <p:cNvSpPr>
              <a:spLocks noChangeShapeType="1"/>
            </p:cNvSpPr>
            <p:nvPr/>
          </p:nvSpPr>
          <p:spPr bwMode="auto">
            <a:xfrm flipV="1">
              <a:off x="3053" y="3661"/>
              <a:ext cx="1667" cy="256"/>
            </a:xfrm>
            <a:prstGeom prst="line">
              <a:avLst/>
            </a:prstGeom>
            <a:noFill/>
            <a:ln w="1905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5075" name="Object 27"/>
            <p:cNvGraphicFramePr>
              <a:graphicFrameLocks noChangeAspect="1"/>
            </p:cNvGraphicFramePr>
            <p:nvPr/>
          </p:nvGraphicFramePr>
          <p:xfrm>
            <a:off x="4740" y="3430"/>
            <a:ext cx="200" cy="230"/>
          </p:xfrm>
          <a:graphic>
            <a:graphicData uri="http://schemas.openxmlformats.org/presentationml/2006/ole">
              <mc:AlternateContent xmlns:mc="http://schemas.openxmlformats.org/markup-compatibility/2006">
                <mc:Choice xmlns:v="urn:schemas-microsoft-com:vml" Requires="v">
                  <p:oleObj name="Equation" r:id="rId6" imgW="342751" imgH="393529" progId="Equation.DSMT4">
                    <p:embed/>
                  </p:oleObj>
                </mc:Choice>
                <mc:Fallback>
                  <p:oleObj name="Equation" r:id="rId6" imgW="342751" imgH="393529"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0" y="3430"/>
                          <a:ext cx="20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sq">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Group 62"/>
          <p:cNvGrpSpPr>
            <a:grpSpLocks/>
          </p:cNvGrpSpPr>
          <p:nvPr/>
        </p:nvGrpSpPr>
        <p:grpSpPr bwMode="auto">
          <a:xfrm>
            <a:off x="4395788" y="4633913"/>
            <a:ext cx="3857625" cy="1612900"/>
            <a:chOff x="2713" y="1995"/>
            <a:chExt cx="2430" cy="1016"/>
          </a:xfrm>
        </p:grpSpPr>
        <p:graphicFrame>
          <p:nvGraphicFramePr>
            <p:cNvPr id="45071" name="Object 18"/>
            <p:cNvGraphicFramePr>
              <a:graphicFrameLocks noChangeAspect="1"/>
            </p:cNvGraphicFramePr>
            <p:nvPr/>
          </p:nvGraphicFramePr>
          <p:xfrm>
            <a:off x="3287" y="1995"/>
            <a:ext cx="1856" cy="1016"/>
          </p:xfrm>
          <a:graphic>
            <a:graphicData uri="http://schemas.openxmlformats.org/presentationml/2006/ole">
              <mc:AlternateContent xmlns:mc="http://schemas.openxmlformats.org/markup-compatibility/2006">
                <mc:Choice xmlns:v="urn:schemas-microsoft-com:vml" Requires="v">
                  <p:oleObj name="Equation" r:id="rId8" imgW="3721100" imgH="1612900" progId="Equation.DSMT4">
                    <p:embed/>
                  </p:oleObj>
                </mc:Choice>
                <mc:Fallback>
                  <p:oleObj name="Equation" r:id="rId8" imgW="3721100" imgH="161290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7" y="1995"/>
                          <a:ext cx="1856" cy="1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72" name="AutoShape 53"/>
            <p:cNvSpPr>
              <a:spLocks noChangeArrowheads="1"/>
            </p:cNvSpPr>
            <p:nvPr/>
          </p:nvSpPr>
          <p:spPr bwMode="auto">
            <a:xfrm>
              <a:off x="2713" y="2368"/>
              <a:ext cx="545" cy="271"/>
            </a:xfrm>
            <a:prstGeom prst="notchedRightArrow">
              <a:avLst>
                <a:gd name="adj1" fmla="val 43176"/>
                <a:gd name="adj2" fmla="val 50184"/>
              </a:avLst>
            </a:prstGeom>
            <a:solidFill>
              <a:srgbClr val="FF00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pSp>
      <p:graphicFrame>
        <p:nvGraphicFramePr>
          <p:cNvPr id="13" name="Object 16"/>
          <p:cNvGraphicFramePr>
            <a:graphicFrameLocks noChangeAspect="1"/>
          </p:cNvGraphicFramePr>
          <p:nvPr/>
        </p:nvGraphicFramePr>
        <p:xfrm>
          <a:off x="628650" y="4545013"/>
          <a:ext cx="3721100" cy="1790700"/>
        </p:xfrm>
        <a:graphic>
          <a:graphicData uri="http://schemas.openxmlformats.org/presentationml/2006/ole">
            <mc:AlternateContent xmlns:mc="http://schemas.openxmlformats.org/markup-compatibility/2006">
              <mc:Choice xmlns:v="urn:schemas-microsoft-com:vml" Requires="v">
                <p:oleObj name="Equation" r:id="rId10" imgW="3721100" imgH="1790700" progId="Equation.DSMT4">
                  <p:embed/>
                </p:oleObj>
              </mc:Choice>
              <mc:Fallback>
                <p:oleObj name="Equation" r:id="rId10" imgW="3721100" imgH="1790700"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650" y="4545013"/>
                        <a:ext cx="3721100"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17"/>
          <p:cNvSpPr>
            <a:spLocks noChangeArrowheads="1"/>
          </p:cNvSpPr>
          <p:nvPr/>
        </p:nvSpPr>
        <p:spPr bwMode="auto">
          <a:xfrm>
            <a:off x="153988" y="3971925"/>
            <a:ext cx="56880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90000"/>
              </a:lnSpc>
              <a:spcBef>
                <a:spcPct val="20000"/>
              </a:spcBef>
              <a:buClr>
                <a:schemeClr val="hlink"/>
              </a:buClr>
              <a:buSzPct val="75000"/>
              <a:buFont typeface="Wingdings" pitchFamily="2" charset="2"/>
              <a:buBlip>
                <a:blip r:embed="rId5"/>
              </a:buBlip>
            </a:pPr>
            <a:r>
              <a:rPr lang="zh-CN" altLang="en-US" sz="2800"/>
              <a:t>改进的欧拉法</a:t>
            </a:r>
            <a:r>
              <a:rPr lang="zh-CN" altLang="en-US" sz="2800">
                <a:solidFill>
                  <a:srgbClr val="FF0000"/>
                </a:solidFill>
                <a:latin typeface="黑体" pitchFamily="49" charset="-122"/>
                <a:ea typeface="黑体" pitchFamily="49" charset="-122"/>
              </a:rPr>
              <a:t>（</a:t>
            </a:r>
            <a:r>
              <a:rPr lang="en-US" altLang="zh-CN" sz="2800">
                <a:solidFill>
                  <a:srgbClr val="FF0000"/>
                </a:solidFill>
                <a:latin typeface="黑体" pitchFamily="49" charset="-122"/>
                <a:ea typeface="黑体" pitchFamily="49" charset="-122"/>
              </a:rPr>
              <a:t>2 </a:t>
            </a:r>
            <a:r>
              <a:rPr lang="zh-CN" altLang="en-US" sz="2800">
                <a:solidFill>
                  <a:srgbClr val="FF0000"/>
                </a:solidFill>
                <a:latin typeface="黑体" pitchFamily="49" charset="-122"/>
                <a:ea typeface="黑体" pitchFamily="49" charset="-122"/>
              </a:rPr>
              <a:t>阶精度）</a:t>
            </a:r>
          </a:p>
        </p:txBody>
      </p:sp>
      <p:graphicFrame>
        <p:nvGraphicFramePr>
          <p:cNvPr id="15" name="Object 7"/>
          <p:cNvGraphicFramePr>
            <a:graphicFrameLocks noChangeAspect="1"/>
          </p:cNvGraphicFramePr>
          <p:nvPr/>
        </p:nvGraphicFramePr>
        <p:xfrm>
          <a:off x="628650" y="3384550"/>
          <a:ext cx="3187700" cy="431800"/>
        </p:xfrm>
        <a:graphic>
          <a:graphicData uri="http://schemas.openxmlformats.org/presentationml/2006/ole">
            <mc:AlternateContent xmlns:mc="http://schemas.openxmlformats.org/markup-compatibility/2006">
              <mc:Choice xmlns:v="urn:schemas-microsoft-com:vml" Requires="v">
                <p:oleObj name="Equation" r:id="rId12" imgW="3187700" imgH="431800" progId="Equation.DSMT4">
                  <p:embed/>
                </p:oleObj>
              </mc:Choice>
              <mc:Fallback>
                <p:oleObj name="Equation" r:id="rId12" imgW="3187700" imgH="4318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8650" y="3384550"/>
                        <a:ext cx="3187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Rectangle 35"/>
          <p:cNvSpPr>
            <a:spLocks noChangeArrowheads="1"/>
          </p:cNvSpPr>
          <p:nvPr/>
        </p:nvSpPr>
        <p:spPr bwMode="auto">
          <a:xfrm>
            <a:off x="153988" y="2776538"/>
            <a:ext cx="4867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80000"/>
              </a:lnSpc>
              <a:spcBef>
                <a:spcPct val="20000"/>
              </a:spcBef>
              <a:buClr>
                <a:schemeClr val="hlink"/>
              </a:buClr>
              <a:buSzPct val="75000"/>
              <a:buFont typeface="Wingdings" pitchFamily="2" charset="2"/>
              <a:buBlip>
                <a:blip r:embed="rId5"/>
              </a:buBlip>
            </a:pPr>
            <a:r>
              <a:rPr lang="zh-CN" altLang="en-US" sz="2800"/>
              <a:t>显式欧拉法</a:t>
            </a:r>
            <a:r>
              <a:rPr lang="zh-CN" altLang="en-US" sz="2800">
                <a:solidFill>
                  <a:srgbClr val="FF0000"/>
                </a:solidFill>
                <a:latin typeface="黑体" pitchFamily="49" charset="-122"/>
                <a:ea typeface="黑体" pitchFamily="49" charset="-122"/>
              </a:rPr>
              <a:t>（</a:t>
            </a:r>
            <a:r>
              <a:rPr lang="en-US" altLang="zh-CN" sz="2800">
                <a:solidFill>
                  <a:srgbClr val="FF0000"/>
                </a:solidFill>
                <a:latin typeface="黑体" pitchFamily="49" charset="-122"/>
                <a:ea typeface="黑体" pitchFamily="49" charset="-122"/>
              </a:rPr>
              <a:t>1 </a:t>
            </a:r>
            <a:r>
              <a:rPr lang="zh-CN" altLang="en-US" sz="2800">
                <a:solidFill>
                  <a:srgbClr val="FF0000"/>
                </a:solidFill>
                <a:latin typeface="黑体" pitchFamily="49" charset="-122"/>
                <a:ea typeface="黑体" pitchFamily="49" charset="-122"/>
              </a:rPr>
              <a:t>阶精度）</a:t>
            </a:r>
          </a:p>
        </p:txBody>
      </p:sp>
      <p:grpSp>
        <p:nvGrpSpPr>
          <p:cNvPr id="17" name="Group 55"/>
          <p:cNvGrpSpPr>
            <a:grpSpLocks/>
          </p:cNvGrpSpPr>
          <p:nvPr/>
        </p:nvGrpSpPr>
        <p:grpSpPr bwMode="auto">
          <a:xfrm>
            <a:off x="4395788" y="3070225"/>
            <a:ext cx="3268662" cy="1054100"/>
            <a:chOff x="2713" y="1010"/>
            <a:chExt cx="2059" cy="664"/>
          </a:xfrm>
        </p:grpSpPr>
        <p:graphicFrame>
          <p:nvGraphicFramePr>
            <p:cNvPr id="45069" name="Object 13"/>
            <p:cNvGraphicFramePr>
              <a:graphicFrameLocks noChangeAspect="1"/>
            </p:cNvGraphicFramePr>
            <p:nvPr/>
          </p:nvGraphicFramePr>
          <p:xfrm>
            <a:off x="3276" y="1010"/>
            <a:ext cx="1496" cy="664"/>
          </p:xfrm>
          <a:graphic>
            <a:graphicData uri="http://schemas.openxmlformats.org/presentationml/2006/ole">
              <mc:AlternateContent xmlns:mc="http://schemas.openxmlformats.org/markup-compatibility/2006">
                <mc:Choice xmlns:v="urn:schemas-microsoft-com:vml" Requires="v">
                  <p:oleObj name="Equation" r:id="rId14" imgW="2374900" imgH="1054100" progId="Equation.DSMT4">
                    <p:embed/>
                  </p:oleObj>
                </mc:Choice>
                <mc:Fallback>
                  <p:oleObj name="Equation" r:id="rId14" imgW="2374900" imgH="105410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76" y="1010"/>
                          <a:ext cx="1496" cy="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70" name="AutoShape 38"/>
            <p:cNvSpPr>
              <a:spLocks noChangeArrowheads="1"/>
            </p:cNvSpPr>
            <p:nvPr/>
          </p:nvSpPr>
          <p:spPr bwMode="auto">
            <a:xfrm>
              <a:off x="2713" y="1206"/>
              <a:ext cx="545" cy="271"/>
            </a:xfrm>
            <a:prstGeom prst="notchedRightArrow">
              <a:avLst>
                <a:gd name="adj1" fmla="val 43176"/>
                <a:gd name="adj2" fmla="val 50184"/>
              </a:avLst>
            </a:prstGeom>
            <a:solidFill>
              <a:srgbClr val="FF00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
                                        </p:tgtEl>
                                        <p:attrNameLst>
                                          <p:attrName>style.visibility</p:attrName>
                                        </p:attrNameLst>
                                      </p:cBhvr>
                                      <p:to>
                                        <p:strVal val="visible"/>
                                      </p:to>
                                    </p:set>
                                    <p:anim calcmode="discrete" valueType="clr">
                                      <p:cBhvr override="childStyle">
                                        <p:cTn id="7"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gtEl>
                                        <p:attrNameLst>
                                          <p:attrName>fillcolor</p:attrName>
                                        </p:attrNameLst>
                                      </p:cBhvr>
                                      <p:tavLst>
                                        <p:tav tm="0">
                                          <p:val>
                                            <p:clrVal>
                                              <a:schemeClr val="accent2"/>
                                            </p:clrVal>
                                          </p:val>
                                        </p:tav>
                                        <p:tav tm="50000">
                                          <p:val>
                                            <p:clrVal>
                                              <a:schemeClr val="hlink"/>
                                            </p:clrVal>
                                          </p:val>
                                        </p:tav>
                                      </p:tavLst>
                                    </p:anim>
                                    <p:set>
                                      <p:cBhvr>
                                        <p:cTn id="9" dur="80"/>
                                        <p:tgtEl>
                                          <p:spTgt spid="5"/>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5" presetClass="entr" presetSubtype="5"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heckerboard(down)">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3"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trips(upRight)">
                                      <p:cBhvr>
                                        <p:cTn id="19" dur="10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16"/>
                                        </p:tgtEl>
                                        <p:attrNameLst>
                                          <p:attrName>style.visibility</p:attrName>
                                        </p:attrNameLst>
                                      </p:cBhvr>
                                      <p:to>
                                        <p:strVal val="visible"/>
                                      </p:to>
                                    </p:set>
                                    <p:anim calcmode="discrete" valueType="clr">
                                      <p:cBhvr override="childStyle">
                                        <p:cTn id="24" dur="80"/>
                                        <p:tgtEl>
                                          <p:spTgt spid="16"/>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6"/>
                                        </p:tgtEl>
                                        <p:attrNameLst>
                                          <p:attrName>fillcolor</p:attrName>
                                        </p:attrNameLst>
                                      </p:cBhvr>
                                      <p:tavLst>
                                        <p:tav tm="0">
                                          <p:val>
                                            <p:clrVal>
                                              <a:schemeClr val="accent2"/>
                                            </p:clrVal>
                                          </p:val>
                                        </p:tav>
                                        <p:tav tm="50000">
                                          <p:val>
                                            <p:clrVal>
                                              <a:schemeClr val="hlink"/>
                                            </p:clrVal>
                                          </p:val>
                                        </p:tav>
                                      </p:tavLst>
                                    </p:anim>
                                    <p:set>
                                      <p:cBhvr>
                                        <p:cTn id="26" dur="80"/>
                                        <p:tgtEl>
                                          <p:spTgt spid="16"/>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8"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slide(fromLeft)">
                                      <p:cBhvr>
                                        <p:cTn id="36" dur="1000"/>
                                        <p:tgtEl>
                                          <p:spTgt spid="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14"/>
                                        </p:tgtEl>
                                        <p:attrNameLst>
                                          <p:attrName>style.visibility</p:attrName>
                                        </p:attrNameLst>
                                      </p:cBhvr>
                                      <p:to>
                                        <p:strVal val="visible"/>
                                      </p:to>
                                    </p:set>
                                    <p:anim calcmode="discrete" valueType="clr">
                                      <p:cBhvr override="childStyle">
                                        <p:cTn id="41"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14"/>
                                        </p:tgtEl>
                                        <p:attrNameLst>
                                          <p:attrName>fillcolor</p:attrName>
                                        </p:attrNameLst>
                                      </p:cBhvr>
                                      <p:tavLst>
                                        <p:tav tm="0">
                                          <p:val>
                                            <p:clrVal>
                                              <a:schemeClr val="accent2"/>
                                            </p:clrVal>
                                          </p:val>
                                        </p:tav>
                                        <p:tav tm="50000">
                                          <p:val>
                                            <p:clrVal>
                                              <a:schemeClr val="hlink"/>
                                            </p:clrVal>
                                          </p:val>
                                        </p:tav>
                                      </p:tavLst>
                                    </p:anim>
                                    <p:set>
                                      <p:cBhvr>
                                        <p:cTn id="43" dur="80"/>
                                        <p:tgtEl>
                                          <p:spTgt spid="14"/>
                                        </p:tgtEl>
                                        <p:attrNameLst>
                                          <p:attrName>fill.type</p:attrName>
                                        </p:attrNameLst>
                                      </p:cBhvr>
                                      <p:to>
                                        <p:strVal val="solid"/>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dissolve">
                                      <p:cBhvr>
                                        <p:cTn id="48" dur="500"/>
                                        <p:tgtEl>
                                          <p:spTgt spid="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slide(fromLeft)">
                                      <p:cBhvr>
                                        <p:cTn id="5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608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2AC73A0-B288-46E2-9307-A880C81F555E}" type="slidenum">
              <a:rPr lang="en-US" altLang="zh-CN" sz="1400"/>
              <a:pPr eaLnBrk="1" hangingPunct="1"/>
              <a:t>63</a:t>
            </a:fld>
            <a:endParaRPr lang="en-US" altLang="zh-CN" sz="1400"/>
          </a:p>
        </p:txBody>
      </p:sp>
      <p:sp>
        <p:nvSpPr>
          <p:cNvPr id="3" name="Rectangle 3"/>
          <p:cNvSpPr txBox="1">
            <a:spLocks noChangeArrowheads="1"/>
          </p:cNvSpPr>
          <p:nvPr/>
        </p:nvSpPr>
        <p:spPr>
          <a:xfrm>
            <a:off x="138113" y="150813"/>
            <a:ext cx="8839200" cy="2592387"/>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lgn="just" eaLnBrk="1" hangingPunct="1">
              <a:lnSpc>
                <a:spcPct val="120000"/>
              </a:lnSpc>
              <a:defRPr/>
            </a:pPr>
            <a:r>
              <a:rPr lang="zh-CN" altLang="en-US" kern="0" dirty="0"/>
              <a:t>在 </a:t>
            </a:r>
            <a:r>
              <a:rPr lang="en-US" altLang="zh-CN" kern="0" dirty="0"/>
              <a:t>[</a:t>
            </a:r>
            <a:r>
              <a:rPr lang="en-US" altLang="zh-CN" i="1" kern="0" dirty="0" err="1"/>
              <a:t>x</a:t>
            </a:r>
            <a:r>
              <a:rPr lang="en-US" altLang="zh-CN" i="1" kern="0" baseline="-25000" dirty="0" err="1"/>
              <a:t>n</a:t>
            </a:r>
            <a:r>
              <a:rPr lang="en-US" altLang="zh-CN" kern="0" dirty="0"/>
              <a:t>, </a:t>
            </a:r>
            <a:r>
              <a:rPr lang="en-US" altLang="zh-CN" i="1" kern="0" dirty="0"/>
              <a:t>x</a:t>
            </a:r>
            <a:r>
              <a:rPr lang="en-US" altLang="zh-CN" i="1" kern="0" baseline="-25000" dirty="0"/>
              <a:t>n</a:t>
            </a:r>
            <a:r>
              <a:rPr lang="en-US" altLang="zh-CN" kern="0" baseline="-25000" dirty="0">
                <a:latin typeface="Symbol" pitchFamily="18" charset="2"/>
              </a:rPr>
              <a:t>+</a:t>
            </a:r>
            <a:r>
              <a:rPr lang="en-US" altLang="zh-CN" kern="0" baseline="-25000" dirty="0"/>
              <a:t>1</a:t>
            </a:r>
            <a:r>
              <a:rPr lang="en-US" altLang="zh-CN" kern="0" dirty="0"/>
              <a:t>] </a:t>
            </a:r>
            <a:r>
              <a:rPr lang="zh-CN" altLang="en-US" kern="0" dirty="0"/>
              <a:t>内多预报几个点的 </a:t>
            </a:r>
            <a:r>
              <a:rPr lang="en-US" altLang="zh-CN" i="1" kern="0" dirty="0" err="1"/>
              <a:t>k</a:t>
            </a:r>
            <a:r>
              <a:rPr lang="en-US" altLang="zh-CN" i="1" kern="0" baseline="-25000" dirty="0" err="1"/>
              <a:t>i</a:t>
            </a:r>
            <a:r>
              <a:rPr lang="en-US" altLang="zh-CN" kern="0" baseline="-25000" dirty="0"/>
              <a:t> </a:t>
            </a:r>
            <a:r>
              <a:rPr lang="zh-CN" altLang="en-US" kern="0" dirty="0"/>
              <a:t>值，并用其加权平均值作为 </a:t>
            </a:r>
            <a:r>
              <a:rPr lang="en-US" altLang="zh-CN" i="1" kern="0" dirty="0"/>
              <a:t>k</a:t>
            </a:r>
            <a:r>
              <a:rPr lang="en-US" altLang="zh-CN" kern="0" baseline="30000" dirty="0"/>
              <a:t>* </a:t>
            </a:r>
            <a:r>
              <a:rPr lang="zh-CN" altLang="en-US" kern="0" dirty="0"/>
              <a:t>的近似值从而构造出具有更高精度的计算公式，这就是</a:t>
            </a:r>
            <a:r>
              <a:rPr lang="zh-CN" altLang="en-US" kern="0" dirty="0">
                <a:solidFill>
                  <a:srgbClr val="FF0000"/>
                </a:solidFill>
                <a:latin typeface="黑体" pitchFamily="2" charset="-122"/>
                <a:ea typeface="黑体" pitchFamily="2" charset="-122"/>
              </a:rPr>
              <a:t>龙格</a:t>
            </a:r>
            <a:r>
              <a:rPr lang="en-US" altLang="zh-CN" kern="0" dirty="0">
                <a:solidFill>
                  <a:srgbClr val="FF0000"/>
                </a:solidFill>
                <a:latin typeface="黑体" pitchFamily="2" charset="-122"/>
                <a:ea typeface="黑体" pitchFamily="2" charset="-122"/>
              </a:rPr>
              <a:t>-</a:t>
            </a:r>
            <a:r>
              <a:rPr lang="zh-CN" altLang="en-US" kern="0" dirty="0">
                <a:solidFill>
                  <a:srgbClr val="FF0000"/>
                </a:solidFill>
                <a:latin typeface="黑体" pitchFamily="2" charset="-122"/>
                <a:ea typeface="黑体" pitchFamily="2" charset="-122"/>
              </a:rPr>
              <a:t>库塔方法的基本思想。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灯片编号占位符 5"/>
          <p:cNvSpPr>
            <a:spLocks noGrp="1"/>
          </p:cNvSpPr>
          <p:nvPr>
            <p:ph type="sldNum" sz="quarter" idx="12"/>
          </p:nvPr>
        </p:nvSpPr>
        <p:spPr>
          <a:noFill/>
        </p:spPr>
        <p:txBody>
          <a:bodyPr/>
          <a:lstStyle/>
          <a:p>
            <a:endParaRPr lang="zh-CN" altLang="en-US">
              <a:solidFill>
                <a:srgbClr val="000000"/>
              </a:solidFill>
            </a:endParaRPr>
          </a:p>
          <a:p>
            <a:fld id="{DC7AF070-4749-4306-94BC-5F96B4E45F65}" type="slidenum">
              <a:rPr lang="zh-CN" altLang="en-US" smtClean="0">
                <a:solidFill>
                  <a:srgbClr val="000000"/>
                </a:solidFill>
              </a:rPr>
              <a:pPr/>
              <a:t>64</a:t>
            </a:fld>
            <a:endParaRPr lang="en-US" altLang="zh-CN">
              <a:solidFill>
                <a:srgbClr val="000000"/>
              </a:solidFill>
            </a:endParaRPr>
          </a:p>
        </p:txBody>
      </p:sp>
      <p:sp>
        <p:nvSpPr>
          <p:cNvPr id="33796" name="Rectangle 2"/>
          <p:cNvSpPr>
            <a:spLocks noGrp="1" noChangeArrowheads="1"/>
          </p:cNvSpPr>
          <p:nvPr>
            <p:ph type="title"/>
          </p:nvPr>
        </p:nvSpPr>
        <p:spPr/>
        <p:txBody>
          <a:bodyPr/>
          <a:lstStyle/>
          <a:p>
            <a:pPr eaLnBrk="1" hangingPunct="1"/>
            <a:r>
              <a:rPr lang="zh-CN" altLang="en-US"/>
              <a:t>四阶龙格</a:t>
            </a:r>
            <a:r>
              <a:rPr lang="en-US" altLang="zh-CN">
                <a:latin typeface="Courier New" pitchFamily="49" charset="0"/>
              </a:rPr>
              <a:t>-</a:t>
            </a:r>
            <a:r>
              <a:rPr lang="zh-CN" altLang="en-US"/>
              <a:t>库塔方法</a:t>
            </a:r>
          </a:p>
        </p:txBody>
      </p:sp>
      <p:sp>
        <p:nvSpPr>
          <p:cNvPr id="236547" name="Rectangle 3"/>
          <p:cNvSpPr>
            <a:spLocks noGrp="1" noChangeArrowheads="1"/>
          </p:cNvSpPr>
          <p:nvPr>
            <p:ph type="body" idx="1"/>
          </p:nvPr>
        </p:nvSpPr>
        <p:spPr>
          <a:xfrm>
            <a:off x="533400" y="1387475"/>
            <a:ext cx="8077200" cy="457200"/>
          </a:xfrm>
        </p:spPr>
        <p:txBody>
          <a:bodyPr/>
          <a:lstStyle/>
          <a:p>
            <a:pPr eaLnBrk="1" hangingPunct="1"/>
            <a:r>
              <a:rPr lang="zh-CN" altLang="en-US"/>
              <a:t>类似可以推出四阶龙格</a:t>
            </a:r>
            <a:r>
              <a:rPr lang="en-US" altLang="zh-CN">
                <a:latin typeface="Courier New" pitchFamily="49" charset="0"/>
              </a:rPr>
              <a:t>-</a:t>
            </a:r>
            <a:r>
              <a:rPr lang="zh-CN" altLang="en-US"/>
              <a:t>库塔公式，常用的有：</a:t>
            </a:r>
          </a:p>
        </p:txBody>
      </p:sp>
      <p:grpSp>
        <p:nvGrpSpPr>
          <p:cNvPr id="2" name="Group 10"/>
          <p:cNvGrpSpPr>
            <a:grpSpLocks/>
          </p:cNvGrpSpPr>
          <p:nvPr/>
        </p:nvGrpSpPr>
        <p:grpSpPr bwMode="auto">
          <a:xfrm>
            <a:off x="1847850" y="2373313"/>
            <a:ext cx="5448300" cy="3432175"/>
            <a:chOff x="914" y="1325"/>
            <a:chExt cx="3432" cy="2162"/>
          </a:xfrm>
        </p:grpSpPr>
        <p:graphicFrame>
          <p:nvGraphicFramePr>
            <p:cNvPr id="33794" name="Object 7"/>
            <p:cNvGraphicFramePr>
              <a:graphicFrameLocks noChangeAspect="1"/>
            </p:cNvGraphicFramePr>
            <p:nvPr/>
          </p:nvGraphicFramePr>
          <p:xfrm>
            <a:off x="914" y="1767"/>
            <a:ext cx="3432" cy="1720"/>
          </p:xfrm>
          <a:graphic>
            <a:graphicData uri="http://schemas.openxmlformats.org/presentationml/2006/ole">
              <mc:AlternateContent xmlns:mc="http://schemas.openxmlformats.org/markup-compatibility/2006">
                <mc:Choice xmlns:v="urn:schemas-microsoft-com:vml" Requires="v">
                  <p:oleObj name="Equation" r:id="rId2" imgW="5448240" imgH="2730240" progId="Equation.DSMT4">
                    <p:embed/>
                  </p:oleObj>
                </mc:Choice>
                <mc:Fallback>
                  <p:oleObj name="Equation" r:id="rId2" imgW="5448240" imgH="27302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 y="1767"/>
                          <a:ext cx="3432" cy="1720"/>
                        </a:xfrm>
                        <a:prstGeom prst="rect">
                          <a:avLst/>
                        </a:prstGeom>
                        <a:noFill/>
                        <a:ln w="1905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9" name="Text Box 8"/>
            <p:cNvSpPr txBox="1">
              <a:spLocks noChangeArrowheads="1"/>
            </p:cNvSpPr>
            <p:nvPr/>
          </p:nvSpPr>
          <p:spPr bwMode="auto">
            <a:xfrm>
              <a:off x="1224" y="1325"/>
              <a:ext cx="2812" cy="327"/>
            </a:xfrm>
            <a:prstGeom prst="rect">
              <a:avLst/>
            </a:prstGeom>
            <a:noFill/>
            <a:ln w="12700" cap="sq">
              <a:noFill/>
              <a:miter lim="800000"/>
              <a:headEnd type="none" w="sm" len="sm"/>
              <a:tailEnd type="none" w="sm" len="sm"/>
            </a:ln>
          </p:spPr>
          <p:txBody>
            <a:bodyPr>
              <a:spAutoFit/>
            </a:bodyPr>
            <a:lstStyle/>
            <a:p>
              <a:pPr algn="ctr">
                <a:spcBef>
                  <a:spcPct val="50000"/>
                </a:spcBef>
              </a:pPr>
              <a:r>
                <a:rPr kumimoji="0" lang="zh-CN" altLang="en-US" sz="2800" b="1">
                  <a:solidFill>
                    <a:srgbClr val="FF0000"/>
                  </a:solidFill>
                  <a:ea typeface="黑体" pitchFamily="2" charset="-122"/>
                </a:rPr>
                <a:t>标准四阶龙格</a:t>
              </a:r>
              <a:r>
                <a:rPr kumimoji="0" lang="en-US" altLang="zh-CN" sz="2800" b="1">
                  <a:solidFill>
                    <a:srgbClr val="FF0000"/>
                  </a:solidFill>
                  <a:latin typeface="宋体" pitchFamily="2" charset="-122"/>
                  <a:ea typeface="宋体" pitchFamily="2" charset="-122"/>
                </a:rPr>
                <a:t>-</a:t>
              </a:r>
              <a:r>
                <a:rPr kumimoji="0" lang="zh-CN" altLang="en-US" sz="2800" b="1">
                  <a:solidFill>
                    <a:srgbClr val="FF0000"/>
                  </a:solidFill>
                  <a:ea typeface="黑体" pitchFamily="2" charset="-122"/>
                </a:rPr>
                <a:t>库塔公式</a:t>
              </a:r>
            </a:p>
          </p:txBody>
        </p:sp>
      </p:grpSp>
    </p:spTree>
    <p:extLst>
      <p:ext uri="{BB962C8B-B14F-4D97-AF65-F5344CB8AC3E}">
        <p14:creationId xmlns:p14="http://schemas.microsoft.com/office/powerpoint/2010/main" val="2962994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36547">
                                            <p:txEl>
                                              <p:pRg st="0" end="0"/>
                                            </p:txEl>
                                          </p:spTgt>
                                        </p:tgtEl>
                                        <p:attrNameLst>
                                          <p:attrName>style.visibility</p:attrName>
                                        </p:attrNameLst>
                                      </p:cBhvr>
                                      <p:to>
                                        <p:strVal val="visible"/>
                                      </p:to>
                                    </p:set>
                                    <p:anim calcmode="discrete" valueType="clr">
                                      <p:cBhvr override="childStyle">
                                        <p:cTn id="7" dur="80"/>
                                        <p:tgtEl>
                                          <p:spTgt spid="23654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3654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3654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5"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4034"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4B0D1F1-808D-48E3-BCB4-2C1883822F5E}" type="slidenum">
              <a:rPr lang="en-US" altLang="zh-CN" sz="1400"/>
              <a:pPr eaLnBrk="1" hangingPunct="1"/>
              <a:t>65</a:t>
            </a:fld>
            <a:endParaRPr lang="en-US" altLang="zh-CN" sz="1400"/>
          </a:p>
        </p:txBody>
      </p:sp>
      <p:sp>
        <p:nvSpPr>
          <p:cNvPr id="3" name="Rectangle 3"/>
          <p:cNvSpPr txBox="1">
            <a:spLocks noChangeArrowheads="1"/>
          </p:cNvSpPr>
          <p:nvPr/>
        </p:nvSpPr>
        <p:spPr>
          <a:xfrm>
            <a:off x="252413" y="981075"/>
            <a:ext cx="8637587" cy="1181100"/>
          </a:xfrm>
          <a:prstGeom prst="rect">
            <a:avLst/>
          </a:prstGeom>
          <a:noFill/>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20000"/>
              </a:lnSpc>
              <a:defRPr/>
            </a:pPr>
            <a:r>
              <a:rPr lang="zh-CN" altLang="en-US" kern="0" dirty="0"/>
              <a:t>为了简化分析某常微分方程数值算法的误差，现假设 </a:t>
            </a:r>
            <a:r>
              <a:rPr lang="en-US" altLang="zh-CN" i="1" kern="0" dirty="0" err="1"/>
              <a:t>y</a:t>
            </a:r>
            <a:r>
              <a:rPr lang="en-US" altLang="zh-CN" i="1" kern="0" baseline="-25000" dirty="0" err="1"/>
              <a:t>n</a:t>
            </a:r>
            <a:r>
              <a:rPr lang="en-US" altLang="zh-CN" kern="0" dirty="0"/>
              <a:t> </a:t>
            </a:r>
            <a:r>
              <a:rPr lang="en-US" altLang="zh-CN" kern="0" dirty="0">
                <a:latin typeface="Symbol" pitchFamily="18" charset="2"/>
              </a:rPr>
              <a:t>=</a:t>
            </a:r>
            <a:r>
              <a:rPr lang="en-US" altLang="zh-CN" kern="0" dirty="0"/>
              <a:t> </a:t>
            </a:r>
            <a:r>
              <a:rPr lang="en-US" altLang="zh-CN" i="1" kern="0" dirty="0"/>
              <a:t>y</a:t>
            </a:r>
            <a:r>
              <a:rPr lang="en-US" altLang="zh-CN" kern="0" dirty="0"/>
              <a:t>(</a:t>
            </a:r>
            <a:r>
              <a:rPr lang="en-US" altLang="zh-CN" i="1" kern="0" dirty="0" err="1"/>
              <a:t>x</a:t>
            </a:r>
            <a:r>
              <a:rPr lang="en-US" altLang="zh-CN" i="1" kern="0" baseline="-25000" dirty="0" err="1"/>
              <a:t>n</a:t>
            </a:r>
            <a:r>
              <a:rPr lang="en-US" altLang="zh-CN" kern="0" dirty="0"/>
              <a:t>)</a:t>
            </a:r>
            <a:r>
              <a:rPr lang="zh-CN" altLang="en-US" kern="0" dirty="0"/>
              <a:t>，即</a:t>
            </a:r>
            <a:r>
              <a:rPr lang="zh-CN" altLang="en-US" kern="0" dirty="0">
                <a:solidFill>
                  <a:srgbClr val="FF3300"/>
                </a:solidFill>
                <a:latin typeface="黑体" pitchFamily="2" charset="-122"/>
                <a:ea typeface="黑体" pitchFamily="2" charset="-122"/>
              </a:rPr>
              <a:t>在前一步</a:t>
            </a:r>
            <a:r>
              <a:rPr lang="en-US" altLang="zh-CN" kern="0" dirty="0">
                <a:solidFill>
                  <a:srgbClr val="FF3300"/>
                </a:solidFill>
                <a:latin typeface="黑体" pitchFamily="2" charset="-122"/>
                <a:ea typeface="黑体" pitchFamily="2" charset="-122"/>
              </a:rPr>
              <a:t> </a:t>
            </a:r>
            <a:r>
              <a:rPr lang="en-US" altLang="zh-CN" i="1" kern="0" dirty="0" err="1">
                <a:solidFill>
                  <a:srgbClr val="FF3300"/>
                </a:solidFill>
                <a:ea typeface="黑体" pitchFamily="2" charset="-122"/>
              </a:rPr>
              <a:t>y</a:t>
            </a:r>
            <a:r>
              <a:rPr lang="en-US" altLang="zh-CN" i="1" kern="0" baseline="-25000" dirty="0" err="1">
                <a:solidFill>
                  <a:srgbClr val="FF3300"/>
                </a:solidFill>
                <a:ea typeface="黑体" pitchFamily="2" charset="-122"/>
              </a:rPr>
              <a:t>n</a:t>
            </a:r>
            <a:r>
              <a:rPr lang="en-US" altLang="zh-CN" i="1" kern="0" baseline="-25000" dirty="0">
                <a:solidFill>
                  <a:srgbClr val="FF3300"/>
                </a:solidFill>
                <a:ea typeface="黑体" pitchFamily="2" charset="-122"/>
              </a:rPr>
              <a:t> </a:t>
            </a:r>
            <a:r>
              <a:rPr lang="zh-CN" altLang="en-US" kern="0" dirty="0">
                <a:solidFill>
                  <a:srgbClr val="FF3300"/>
                </a:solidFill>
                <a:latin typeface="黑体" pitchFamily="2" charset="-122"/>
                <a:ea typeface="黑体" pitchFamily="2" charset="-122"/>
              </a:rPr>
              <a:t>准确的前提下</a:t>
            </a:r>
            <a:r>
              <a:rPr lang="zh-CN" altLang="en-US" kern="0" dirty="0"/>
              <a:t>，估计：</a:t>
            </a:r>
          </a:p>
        </p:txBody>
      </p:sp>
      <p:graphicFrame>
        <p:nvGraphicFramePr>
          <p:cNvPr id="4" name="Object 6"/>
          <p:cNvGraphicFramePr>
            <a:graphicFrameLocks noChangeAspect="1"/>
          </p:cNvGraphicFramePr>
          <p:nvPr/>
        </p:nvGraphicFramePr>
        <p:xfrm>
          <a:off x="3273425" y="2349500"/>
          <a:ext cx="2895600" cy="431800"/>
        </p:xfrm>
        <a:graphic>
          <a:graphicData uri="http://schemas.openxmlformats.org/presentationml/2006/ole">
            <mc:AlternateContent xmlns:mc="http://schemas.openxmlformats.org/markup-compatibility/2006">
              <mc:Choice xmlns:v="urn:schemas-microsoft-com:vml" Requires="v">
                <p:oleObj name="Equation" r:id="rId3" imgW="2895600" imgH="431800" progId="Equation.DSMT4">
                  <p:embed/>
                </p:oleObj>
              </mc:Choice>
              <mc:Fallback>
                <p:oleObj name="Equation" r:id="rId3" imgW="2895600" imgH="4318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3425" y="2349500"/>
                        <a:ext cx="2895600" cy="431800"/>
                      </a:xfrm>
                      <a:prstGeom prst="rect">
                        <a:avLst/>
                      </a:prstGeom>
                      <a:solidFill>
                        <a:srgbClr val="FF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8"/>
          <p:cNvSpPr>
            <a:spLocks noChangeArrowheads="1"/>
          </p:cNvSpPr>
          <p:nvPr/>
        </p:nvSpPr>
        <p:spPr bwMode="auto">
          <a:xfrm>
            <a:off x="252413" y="2968625"/>
            <a:ext cx="863758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just" eaLnBrk="1" hangingPunct="1">
              <a:lnSpc>
                <a:spcPct val="120000"/>
              </a:lnSpc>
              <a:spcBef>
                <a:spcPct val="20000"/>
              </a:spcBef>
              <a:buClr>
                <a:schemeClr val="hlink"/>
              </a:buClr>
              <a:buSzPct val="75000"/>
              <a:buFont typeface="Wingdings" pitchFamily="2" charset="2"/>
              <a:buBlip>
                <a:blip r:embed="rId5"/>
              </a:buBlip>
            </a:pPr>
            <a:r>
              <a:rPr lang="zh-CN" altLang="en-US" sz="2800"/>
              <a:t>称上述误差 </a:t>
            </a:r>
            <a:r>
              <a:rPr lang="en-US" altLang="zh-CN" sz="2800" i="1"/>
              <a:t>T</a:t>
            </a:r>
            <a:r>
              <a:rPr lang="en-US" altLang="zh-CN" sz="2800" i="1" baseline="-25000"/>
              <a:t>n</a:t>
            </a:r>
            <a:r>
              <a:rPr lang="en-US" altLang="zh-CN" sz="2800" baseline="-25000">
                <a:latin typeface="Symbol" pitchFamily="18" charset="2"/>
              </a:rPr>
              <a:t>+</a:t>
            </a:r>
            <a:r>
              <a:rPr lang="en-US" altLang="zh-CN" sz="2800" baseline="-25000"/>
              <a:t>1</a:t>
            </a:r>
            <a:r>
              <a:rPr lang="en-US" altLang="zh-CN" sz="3200"/>
              <a:t> </a:t>
            </a:r>
            <a:r>
              <a:rPr lang="zh-CN" altLang="en-US" sz="2800"/>
              <a:t>为该常微分方程数值算法的</a:t>
            </a:r>
            <a:r>
              <a:rPr lang="zh-CN" altLang="en-US" sz="2800">
                <a:solidFill>
                  <a:srgbClr val="FF0000"/>
                </a:solidFill>
              </a:rPr>
              <a:t>局部截断误差</a:t>
            </a:r>
          </a:p>
        </p:txBody>
      </p:sp>
      <p:sp>
        <p:nvSpPr>
          <p:cNvPr id="6" name="Rectangle 9"/>
          <p:cNvSpPr>
            <a:spLocks noChangeArrowheads="1"/>
          </p:cNvSpPr>
          <p:nvPr/>
        </p:nvSpPr>
        <p:spPr bwMode="auto">
          <a:xfrm>
            <a:off x="252413" y="4192588"/>
            <a:ext cx="863758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just" eaLnBrk="1" hangingPunct="1">
              <a:lnSpc>
                <a:spcPct val="120000"/>
              </a:lnSpc>
              <a:spcBef>
                <a:spcPct val="20000"/>
              </a:spcBef>
              <a:buClr>
                <a:schemeClr val="hlink"/>
              </a:buClr>
              <a:buSzPct val="75000"/>
              <a:buFont typeface="Wingdings" pitchFamily="2" charset="2"/>
              <a:buBlip>
                <a:blip r:embed="rId5"/>
              </a:buBlip>
            </a:pPr>
            <a:r>
              <a:rPr lang="zh-CN" altLang="en-US" sz="2800"/>
              <a:t>如果某个常微分方程数值算法的局部截断误差可表示为</a:t>
            </a:r>
            <a:r>
              <a:rPr lang="en-US" altLang="zh-CN" sz="2800" i="1"/>
              <a:t> </a:t>
            </a:r>
            <a:r>
              <a:rPr lang="en-US" altLang="zh-CN" sz="2800" i="1">
                <a:solidFill>
                  <a:srgbClr val="FF0000"/>
                </a:solidFill>
              </a:rPr>
              <a:t>O</a:t>
            </a:r>
            <a:r>
              <a:rPr lang="en-US" altLang="zh-CN" sz="2800">
                <a:solidFill>
                  <a:srgbClr val="FF0000"/>
                </a:solidFill>
              </a:rPr>
              <a:t>(</a:t>
            </a:r>
            <a:r>
              <a:rPr lang="en-US" altLang="zh-CN" sz="2800" i="1">
                <a:solidFill>
                  <a:srgbClr val="FF0000"/>
                </a:solidFill>
              </a:rPr>
              <a:t>h</a:t>
            </a:r>
            <a:r>
              <a:rPr lang="en-US" altLang="zh-CN" sz="1400" i="1">
                <a:solidFill>
                  <a:srgbClr val="FF0000"/>
                </a:solidFill>
              </a:rPr>
              <a:t> </a:t>
            </a:r>
            <a:r>
              <a:rPr lang="en-US" altLang="zh-CN" sz="2800" i="1" baseline="30000">
                <a:solidFill>
                  <a:srgbClr val="FF0000"/>
                </a:solidFill>
              </a:rPr>
              <a:t>p</a:t>
            </a:r>
            <a:r>
              <a:rPr lang="en-US" altLang="zh-CN" sz="2800" baseline="30000">
                <a:solidFill>
                  <a:srgbClr val="FF0000"/>
                </a:solidFill>
                <a:latin typeface="Symbol" pitchFamily="18" charset="2"/>
              </a:rPr>
              <a:t>+</a:t>
            </a:r>
            <a:r>
              <a:rPr lang="en-US" altLang="zh-CN" sz="2800" baseline="30000">
                <a:solidFill>
                  <a:srgbClr val="FF0000"/>
                </a:solidFill>
              </a:rPr>
              <a:t>1</a:t>
            </a:r>
            <a:r>
              <a:rPr lang="en-US" altLang="zh-CN" sz="2800">
                <a:solidFill>
                  <a:srgbClr val="FF0000"/>
                </a:solidFill>
              </a:rPr>
              <a:t>)</a:t>
            </a:r>
            <a:r>
              <a:rPr lang="zh-CN" altLang="en-US" sz="2800"/>
              <a:t>，则称该数值算法的精度是 </a:t>
            </a:r>
            <a:r>
              <a:rPr lang="en-US" altLang="zh-CN" sz="2800" i="1">
                <a:solidFill>
                  <a:srgbClr val="FF0000"/>
                </a:solidFill>
              </a:rPr>
              <a:t>p</a:t>
            </a:r>
            <a:r>
              <a:rPr lang="en-US" altLang="zh-CN" sz="2800"/>
              <a:t> </a:t>
            </a:r>
            <a:r>
              <a:rPr lang="zh-CN" altLang="en-US" sz="2800"/>
              <a:t>阶</a:t>
            </a:r>
          </a:p>
        </p:txBody>
      </p:sp>
      <p:sp>
        <p:nvSpPr>
          <p:cNvPr id="7" name="Rectangle 11"/>
          <p:cNvSpPr>
            <a:spLocks noChangeArrowheads="1"/>
          </p:cNvSpPr>
          <p:nvPr/>
        </p:nvSpPr>
        <p:spPr bwMode="auto">
          <a:xfrm>
            <a:off x="252413" y="5416550"/>
            <a:ext cx="863758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just" eaLnBrk="1" hangingPunct="1">
              <a:lnSpc>
                <a:spcPct val="120000"/>
              </a:lnSpc>
              <a:spcBef>
                <a:spcPct val="20000"/>
              </a:spcBef>
              <a:buClr>
                <a:schemeClr val="hlink"/>
              </a:buClr>
              <a:buSzPct val="75000"/>
              <a:buFont typeface="Wingdings" pitchFamily="2" charset="2"/>
              <a:buBlip>
                <a:blip r:embed="rId5"/>
              </a:buBlip>
            </a:pPr>
            <a:r>
              <a:rPr lang="zh-CN" altLang="en-US" sz="2800"/>
              <a:t>欧拉法的精度为一阶；梯形公式欧拉法的精度为二阶。</a:t>
            </a:r>
          </a:p>
        </p:txBody>
      </p:sp>
      <p:sp>
        <p:nvSpPr>
          <p:cNvPr id="44040" name="TextBox 7"/>
          <p:cNvSpPr txBox="1">
            <a:spLocks noChangeArrowheads="1"/>
          </p:cNvSpPr>
          <p:nvPr/>
        </p:nvSpPr>
        <p:spPr bwMode="auto">
          <a:xfrm>
            <a:off x="252413" y="188913"/>
            <a:ext cx="54721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t>4. </a:t>
            </a:r>
            <a:r>
              <a:rPr lang="zh-CN" altLang="en-US" sz="3200" dirty="0"/>
              <a:t>局部截断误差及算法的精度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3" presetClass="entr" presetSubtype="32"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strVal val="4*#ppt_w"/>
                                          </p:val>
                                        </p:tav>
                                        <p:tav tm="100000">
                                          <p:val>
                                            <p:strVal val="#ppt_w"/>
                                          </p:val>
                                        </p:tav>
                                      </p:tavLst>
                                    </p:anim>
                                    <p:anim calcmode="lin" valueType="num">
                                      <p:cBhvr>
                                        <p:cTn id="15" dur="500" fill="hold"/>
                                        <p:tgtEl>
                                          <p:spTgt spid="4"/>
                                        </p:tgtEl>
                                        <p:attrNameLst>
                                          <p:attrName>ppt_h</p:attrName>
                                        </p:attrNameLst>
                                      </p:cBhvr>
                                      <p:tavLst>
                                        <p:tav tm="0">
                                          <p:val>
                                            <p:strVal val="4*#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5"/>
                                        </p:tgtEl>
                                        <p:attrNameLst>
                                          <p:attrName>style.visibility</p:attrName>
                                        </p:attrNameLst>
                                      </p:cBhvr>
                                      <p:to>
                                        <p:strVal val="visible"/>
                                      </p:to>
                                    </p:set>
                                    <p:anim calcmode="discrete" valueType="clr">
                                      <p:cBhvr override="childStyle">
                                        <p:cTn id="20"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5"/>
                                        </p:tgtEl>
                                        <p:attrNameLst>
                                          <p:attrName>fillcolor</p:attrName>
                                        </p:attrNameLst>
                                      </p:cBhvr>
                                      <p:tavLst>
                                        <p:tav tm="0">
                                          <p:val>
                                            <p:clrVal>
                                              <a:schemeClr val="accent2"/>
                                            </p:clrVal>
                                          </p:val>
                                        </p:tav>
                                        <p:tav tm="50000">
                                          <p:val>
                                            <p:clrVal>
                                              <a:schemeClr val="hlink"/>
                                            </p:clrVal>
                                          </p:val>
                                        </p:tav>
                                      </p:tavLst>
                                    </p:anim>
                                    <p:set>
                                      <p:cBhvr>
                                        <p:cTn id="22" dur="80"/>
                                        <p:tgtEl>
                                          <p:spTgt spid="5"/>
                                        </p:tgtEl>
                                        <p:attrNameLst>
                                          <p:attrName>fill.type</p:attrName>
                                        </p:attrNameLst>
                                      </p:cBhvr>
                                      <p:to>
                                        <p:strVal val="solid"/>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6"/>
                                        </p:tgtEl>
                                        <p:attrNameLst>
                                          <p:attrName>style.visibility</p:attrName>
                                        </p:attrNameLst>
                                      </p:cBhvr>
                                      <p:to>
                                        <p:strVal val="visible"/>
                                      </p:to>
                                    </p:set>
                                    <p:anim calcmode="discrete" valueType="clr">
                                      <p:cBhvr override="childStyle">
                                        <p:cTn id="27"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6"/>
                                        </p:tgtEl>
                                        <p:attrNameLst>
                                          <p:attrName>fillcolor</p:attrName>
                                        </p:attrNameLst>
                                      </p:cBhvr>
                                      <p:tavLst>
                                        <p:tav tm="0">
                                          <p:val>
                                            <p:clrVal>
                                              <a:schemeClr val="accent2"/>
                                            </p:clrVal>
                                          </p:val>
                                        </p:tav>
                                        <p:tav tm="50000">
                                          <p:val>
                                            <p:clrVal>
                                              <a:schemeClr val="hlink"/>
                                            </p:clrVal>
                                          </p:val>
                                        </p:tav>
                                      </p:tavLst>
                                    </p:anim>
                                    <p:set>
                                      <p:cBhvr>
                                        <p:cTn id="29" dur="80"/>
                                        <p:tgtEl>
                                          <p:spTgt spid="6"/>
                                        </p:tgtEl>
                                        <p:attrNameLst>
                                          <p:attrName>fill.type</p:attrName>
                                        </p:attrNameLst>
                                      </p:cBhvr>
                                      <p:to>
                                        <p:strVal val="solid"/>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7" presetClass="entr" presetSubtype="0" fill="hold" grpId="0" nodeType="clickEffect">
                                  <p:stCondLst>
                                    <p:cond delay="0"/>
                                  </p:stCondLst>
                                  <p:iterate type="lt">
                                    <p:tmPct val="50000"/>
                                  </p:iterate>
                                  <p:childTnLst>
                                    <p:set>
                                      <p:cBhvr>
                                        <p:cTn id="33" dur="1" fill="hold">
                                          <p:stCondLst>
                                            <p:cond delay="0"/>
                                          </p:stCondLst>
                                        </p:cTn>
                                        <p:tgtEl>
                                          <p:spTgt spid="7"/>
                                        </p:tgtEl>
                                        <p:attrNameLst>
                                          <p:attrName>style.visibility</p:attrName>
                                        </p:attrNameLst>
                                      </p:cBhvr>
                                      <p:to>
                                        <p:strVal val="visible"/>
                                      </p:to>
                                    </p:set>
                                    <p:anim calcmode="discrete" valueType="clr">
                                      <p:cBhvr override="childStyle">
                                        <p:cTn id="34"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7"/>
                                        </p:tgtEl>
                                        <p:attrNameLst>
                                          <p:attrName>fillcolor</p:attrName>
                                        </p:attrNameLst>
                                      </p:cBhvr>
                                      <p:tavLst>
                                        <p:tav tm="0">
                                          <p:val>
                                            <p:clrVal>
                                              <a:schemeClr val="accent2"/>
                                            </p:clrVal>
                                          </p:val>
                                        </p:tav>
                                        <p:tav tm="50000">
                                          <p:val>
                                            <p:clrVal>
                                              <a:schemeClr val="hlink"/>
                                            </p:clrVal>
                                          </p:val>
                                        </p:tav>
                                      </p:tavLst>
                                    </p:anim>
                                    <p:set>
                                      <p:cBhvr>
                                        <p:cTn id="36"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7106"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8987713-BAE1-45F2-BDE4-260F5518DADF}" type="slidenum">
              <a:rPr lang="en-US" altLang="zh-CN" sz="1400"/>
              <a:pPr eaLnBrk="1" hangingPunct="1"/>
              <a:t>66</a:t>
            </a:fld>
            <a:endParaRPr lang="en-US" altLang="zh-CN" sz="1400"/>
          </a:p>
        </p:txBody>
      </p:sp>
      <p:grpSp>
        <p:nvGrpSpPr>
          <p:cNvPr id="3" name="Group 20"/>
          <p:cNvGrpSpPr>
            <a:grpSpLocks/>
          </p:cNvGrpSpPr>
          <p:nvPr/>
        </p:nvGrpSpPr>
        <p:grpSpPr bwMode="auto">
          <a:xfrm>
            <a:off x="230188" y="1204913"/>
            <a:ext cx="8418512" cy="2333625"/>
            <a:chOff x="249" y="759"/>
            <a:chExt cx="5303" cy="1470"/>
          </a:xfrm>
        </p:grpSpPr>
        <p:sp>
          <p:nvSpPr>
            <p:cNvPr id="47117" name="Text Box 13"/>
            <p:cNvSpPr txBox="1">
              <a:spLocks noChangeArrowheads="1"/>
            </p:cNvSpPr>
            <p:nvPr/>
          </p:nvSpPr>
          <p:spPr bwMode="auto">
            <a:xfrm>
              <a:off x="249" y="759"/>
              <a:ext cx="5303" cy="1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lang="zh-CN" altLang="en-US" sz="2800" dirty="0">
                  <a:solidFill>
                    <a:srgbClr val="FF0000"/>
                  </a:solidFill>
                  <a:ea typeface="黑体" pitchFamily="49" charset="-122"/>
                </a:rPr>
                <a:t>定义</a:t>
              </a:r>
              <a:r>
                <a:rPr lang="zh-CN" altLang="en-US" sz="2800" dirty="0"/>
                <a:t>：若求解某初值问题的单步数值法，                 </a:t>
              </a:r>
              <a:endParaRPr lang="en-US" altLang="zh-CN" sz="2800" dirty="0"/>
            </a:p>
            <a:p>
              <a:pPr eaLnBrk="1" hangingPunct="1">
                <a:lnSpc>
                  <a:spcPct val="120000"/>
                </a:lnSpc>
                <a:spcBef>
                  <a:spcPct val="20000"/>
                </a:spcBef>
              </a:pPr>
              <a:endParaRPr lang="en-US" altLang="zh-CN" sz="2800" dirty="0"/>
            </a:p>
            <a:p>
              <a:pPr eaLnBrk="1" hangingPunct="1">
                <a:lnSpc>
                  <a:spcPct val="120000"/>
                </a:lnSpc>
                <a:spcBef>
                  <a:spcPct val="20000"/>
                </a:spcBef>
              </a:pPr>
              <a:r>
                <a:rPr lang="zh-CN" altLang="en-US" sz="2800" dirty="0"/>
                <a:t>对于固定的                      ， 当 </a:t>
              </a:r>
              <a:r>
                <a:rPr lang="en-US" altLang="zh-CN" sz="2800" i="1" dirty="0"/>
                <a:t>h </a:t>
              </a:r>
              <a:r>
                <a:rPr lang="en-US" altLang="zh-CN" sz="2800" dirty="0">
                  <a:sym typeface="Symbol" pitchFamily="18" charset="2"/>
                </a:rPr>
                <a:t></a:t>
              </a:r>
              <a:r>
                <a:rPr lang="en-US" altLang="zh-CN" sz="2800" i="1" dirty="0"/>
                <a:t> </a:t>
              </a:r>
              <a:r>
                <a:rPr lang="en-US" altLang="zh-CN" sz="2800" dirty="0"/>
                <a:t>0 </a:t>
              </a:r>
              <a:r>
                <a:rPr lang="zh-CN" altLang="en-US" sz="2800" dirty="0"/>
                <a:t>且 </a:t>
              </a:r>
              <a:r>
                <a:rPr lang="en-US" altLang="zh-CN" sz="2800" i="1" dirty="0"/>
                <a:t>n </a:t>
              </a:r>
              <a:r>
                <a:rPr lang="en-US" altLang="zh-CN" sz="2800" dirty="0">
                  <a:sym typeface="Symbol" pitchFamily="18" charset="2"/>
                </a:rPr>
                <a:t></a:t>
              </a:r>
              <a:r>
                <a:rPr lang="en-US" altLang="zh-CN" sz="2800" i="1" dirty="0"/>
                <a:t> </a:t>
              </a:r>
              <a:r>
                <a:rPr lang="en-US" altLang="zh-CN" sz="2800" dirty="0">
                  <a:sym typeface="Symbol" pitchFamily="18" charset="2"/>
                </a:rPr>
                <a:t> </a:t>
              </a:r>
              <a:r>
                <a:rPr lang="zh-CN" altLang="en-US" sz="2800" dirty="0">
                  <a:sym typeface="Symbol" pitchFamily="18" charset="2"/>
                </a:rPr>
                <a:t>时，它的近似解趋向于精确解 </a:t>
              </a:r>
              <a:r>
                <a:rPr lang="en-US" altLang="zh-CN" sz="2800" i="1" dirty="0">
                  <a:sym typeface="Symbol" pitchFamily="18" charset="2"/>
                </a:rPr>
                <a:t>y</a:t>
              </a:r>
              <a:r>
                <a:rPr lang="en-US" altLang="zh-CN" sz="2800" dirty="0">
                  <a:sym typeface="Symbol" pitchFamily="18" charset="2"/>
                </a:rPr>
                <a:t>(</a:t>
              </a:r>
              <a:r>
                <a:rPr lang="en-US" altLang="zh-CN" sz="2800" i="1" dirty="0" err="1">
                  <a:sym typeface="Symbol" pitchFamily="18" charset="2"/>
                </a:rPr>
                <a:t>x</a:t>
              </a:r>
              <a:r>
                <a:rPr lang="en-US" altLang="zh-CN" sz="2800" i="1" baseline="-25000" dirty="0" err="1">
                  <a:sym typeface="Symbol" pitchFamily="18" charset="2"/>
                </a:rPr>
                <a:t>n</a:t>
              </a:r>
              <a:r>
                <a:rPr lang="en-US" altLang="zh-CN" sz="2800" dirty="0">
                  <a:sym typeface="Symbol" pitchFamily="18" charset="2"/>
                </a:rPr>
                <a:t>)</a:t>
              </a:r>
              <a:r>
                <a:rPr lang="zh-CN" altLang="en-US" sz="2800" dirty="0">
                  <a:sym typeface="Symbol" pitchFamily="18" charset="2"/>
                </a:rPr>
                <a:t>，即：</a:t>
              </a:r>
              <a:endParaRPr lang="zh-CN" altLang="en-US" sz="2800" dirty="0"/>
            </a:p>
          </p:txBody>
        </p:sp>
        <p:graphicFrame>
          <p:nvGraphicFramePr>
            <p:cNvPr id="47118" name="Object 14"/>
            <p:cNvGraphicFramePr>
              <a:graphicFrameLocks noChangeAspect="1"/>
            </p:cNvGraphicFramePr>
            <p:nvPr/>
          </p:nvGraphicFramePr>
          <p:xfrm>
            <a:off x="1455" y="1575"/>
            <a:ext cx="1168" cy="272"/>
          </p:xfrm>
          <a:graphic>
            <a:graphicData uri="http://schemas.openxmlformats.org/presentationml/2006/ole">
              <mc:AlternateContent xmlns:mc="http://schemas.openxmlformats.org/markup-compatibility/2006">
                <mc:Choice xmlns:v="urn:schemas-microsoft-com:vml" Requires="v">
                  <p:oleObj name="Equation" r:id="rId3" imgW="1854200" imgH="431800" progId="Equation.DSMT4">
                    <p:embed/>
                  </p:oleObj>
                </mc:Choice>
                <mc:Fallback>
                  <p:oleObj name="Equation" r:id="rId3" imgW="1854200" imgH="4318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 y="1575"/>
                          <a:ext cx="1168"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 name="Object 16"/>
          <p:cNvGraphicFramePr>
            <a:graphicFrameLocks noChangeAspect="1"/>
          </p:cNvGraphicFramePr>
          <p:nvPr/>
        </p:nvGraphicFramePr>
        <p:xfrm>
          <a:off x="5424488" y="2916238"/>
          <a:ext cx="2565400" cy="622300"/>
        </p:xfrm>
        <a:graphic>
          <a:graphicData uri="http://schemas.openxmlformats.org/presentationml/2006/ole">
            <mc:AlternateContent xmlns:mc="http://schemas.openxmlformats.org/markup-compatibility/2006">
              <mc:Choice xmlns:v="urn:schemas-microsoft-com:vml" Requires="v">
                <p:oleObj name="Equation" r:id="rId5" imgW="2565400" imgH="622300" progId="Equation.DSMT4">
                  <p:embed/>
                </p:oleObj>
              </mc:Choice>
              <mc:Fallback>
                <p:oleObj name="Equation" r:id="rId5" imgW="2565400" imgH="622300" progId="Equation.DSMT4">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4488" y="2916238"/>
                        <a:ext cx="25654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18"/>
          <p:cNvSpPr>
            <a:spLocks noChangeArrowheads="1"/>
          </p:cNvSpPr>
          <p:nvPr/>
        </p:nvSpPr>
        <p:spPr bwMode="auto">
          <a:xfrm>
            <a:off x="325438" y="3538538"/>
            <a:ext cx="4114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a:t>则称该单步法是收敛的。</a:t>
            </a:r>
          </a:p>
        </p:txBody>
      </p:sp>
      <p:sp>
        <p:nvSpPr>
          <p:cNvPr id="8" name="Text Box 22"/>
          <p:cNvSpPr txBox="1">
            <a:spLocks noChangeArrowheads="1"/>
          </p:cNvSpPr>
          <p:nvPr/>
        </p:nvSpPr>
        <p:spPr bwMode="auto">
          <a:xfrm>
            <a:off x="230188" y="4386263"/>
            <a:ext cx="8418512"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lang="zh-CN" altLang="en-US" sz="2800">
                <a:solidFill>
                  <a:srgbClr val="FF0000"/>
                </a:solidFill>
                <a:ea typeface="黑体" pitchFamily="49" charset="-122"/>
              </a:rPr>
              <a:t>定义</a:t>
            </a:r>
            <a:r>
              <a:rPr lang="zh-CN" altLang="en-US" sz="2800"/>
              <a:t>：称 </a:t>
            </a:r>
            <a:r>
              <a:rPr lang="en-US" altLang="zh-CN" sz="2800" i="1">
                <a:sym typeface="Symbol" pitchFamily="18" charset="2"/>
              </a:rPr>
              <a:t>y</a:t>
            </a:r>
            <a:r>
              <a:rPr lang="en-US" altLang="zh-CN" sz="2800">
                <a:sym typeface="Symbol" pitchFamily="18" charset="2"/>
              </a:rPr>
              <a:t>(</a:t>
            </a:r>
            <a:r>
              <a:rPr lang="en-US" altLang="zh-CN" sz="2800" i="1">
                <a:sym typeface="Symbol" pitchFamily="18" charset="2"/>
              </a:rPr>
              <a:t>x</a:t>
            </a:r>
            <a:r>
              <a:rPr lang="en-US" altLang="zh-CN" sz="2800" i="1" baseline="-25000">
                <a:sym typeface="Symbol" pitchFamily="18" charset="2"/>
              </a:rPr>
              <a:t>n</a:t>
            </a:r>
            <a:r>
              <a:rPr lang="en-US" altLang="zh-CN" sz="2800">
                <a:sym typeface="Symbol" pitchFamily="18" charset="2"/>
              </a:rPr>
              <a:t>) </a:t>
            </a:r>
            <a:r>
              <a:rPr lang="en-US" altLang="zh-CN" sz="2800">
                <a:latin typeface="Symbol" pitchFamily="18" charset="2"/>
                <a:sym typeface="Symbol" pitchFamily="18" charset="2"/>
              </a:rPr>
              <a:t>-</a:t>
            </a:r>
            <a:r>
              <a:rPr lang="en-US" altLang="zh-CN" sz="2800">
                <a:sym typeface="Symbol" pitchFamily="18" charset="2"/>
              </a:rPr>
              <a:t> </a:t>
            </a:r>
            <a:r>
              <a:rPr lang="en-US" altLang="zh-CN" sz="2800" i="1">
                <a:sym typeface="Symbol" pitchFamily="18" charset="2"/>
              </a:rPr>
              <a:t>y</a:t>
            </a:r>
            <a:r>
              <a:rPr lang="en-US" altLang="zh-CN" sz="2800" i="1" baseline="-25000">
                <a:sym typeface="Symbol" pitchFamily="18" charset="2"/>
              </a:rPr>
              <a:t>n</a:t>
            </a:r>
            <a:r>
              <a:rPr lang="en-US" altLang="zh-CN" sz="2800" i="1">
                <a:sym typeface="Symbol" pitchFamily="18" charset="2"/>
              </a:rPr>
              <a:t> </a:t>
            </a:r>
            <a:r>
              <a:rPr lang="zh-CN" altLang="en-US" sz="2800">
                <a:sym typeface="Symbol" pitchFamily="18" charset="2"/>
              </a:rPr>
              <a:t>为单步法的近似解 </a:t>
            </a:r>
            <a:r>
              <a:rPr lang="en-US" altLang="zh-CN" sz="2800" i="1">
                <a:sym typeface="Symbol" pitchFamily="18" charset="2"/>
              </a:rPr>
              <a:t>y</a:t>
            </a:r>
            <a:r>
              <a:rPr lang="en-US" altLang="zh-CN" sz="2800" i="1" baseline="-25000">
                <a:sym typeface="Symbol" pitchFamily="18" charset="2"/>
              </a:rPr>
              <a:t>n</a:t>
            </a:r>
            <a:r>
              <a:rPr lang="en-US" altLang="zh-CN" sz="2800" i="1">
                <a:sym typeface="Symbol" pitchFamily="18" charset="2"/>
              </a:rPr>
              <a:t> </a:t>
            </a:r>
            <a:r>
              <a:rPr lang="zh-CN" altLang="en-US" sz="2800">
                <a:sym typeface="Symbol" pitchFamily="18" charset="2"/>
              </a:rPr>
              <a:t>的</a:t>
            </a:r>
            <a:r>
              <a:rPr lang="zh-CN" altLang="en-US" sz="2800">
                <a:solidFill>
                  <a:srgbClr val="FF0000"/>
                </a:solidFill>
                <a:sym typeface="Symbol" pitchFamily="18" charset="2"/>
              </a:rPr>
              <a:t>整体截断</a:t>
            </a:r>
          </a:p>
          <a:p>
            <a:pPr eaLnBrk="1" hangingPunct="1">
              <a:lnSpc>
                <a:spcPct val="120000"/>
              </a:lnSpc>
              <a:spcBef>
                <a:spcPct val="20000"/>
              </a:spcBef>
            </a:pPr>
            <a:r>
              <a:rPr lang="zh-CN" altLang="en-US" sz="2800">
                <a:sym typeface="Symbol" pitchFamily="18" charset="2"/>
              </a:rPr>
              <a:t>            </a:t>
            </a:r>
            <a:r>
              <a:rPr lang="zh-CN" altLang="en-US" sz="2800">
                <a:solidFill>
                  <a:srgbClr val="FF0000"/>
                </a:solidFill>
                <a:sym typeface="Symbol" pitchFamily="18" charset="2"/>
              </a:rPr>
              <a:t>误差</a:t>
            </a:r>
            <a:r>
              <a:rPr lang="zh-CN" altLang="en-US" sz="2800">
                <a:sym typeface="Symbol" pitchFamily="18" charset="2"/>
              </a:rPr>
              <a:t>。</a:t>
            </a:r>
          </a:p>
        </p:txBody>
      </p:sp>
      <p:sp>
        <p:nvSpPr>
          <p:cNvPr id="9" name="Rectangle 25"/>
          <p:cNvSpPr>
            <a:spLocks noChangeArrowheads="1"/>
          </p:cNvSpPr>
          <p:nvPr/>
        </p:nvSpPr>
        <p:spPr bwMode="auto">
          <a:xfrm>
            <a:off x="777875" y="5980113"/>
            <a:ext cx="1970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2800">
                <a:solidFill>
                  <a:srgbClr val="FF0000"/>
                </a:solidFill>
              </a:rPr>
              <a:t>单步法收敛</a:t>
            </a:r>
          </a:p>
        </p:txBody>
      </p:sp>
      <p:grpSp>
        <p:nvGrpSpPr>
          <p:cNvPr id="10" name="Group 31"/>
          <p:cNvGrpSpPr>
            <a:grpSpLocks/>
          </p:cNvGrpSpPr>
          <p:nvPr/>
        </p:nvGrpSpPr>
        <p:grpSpPr bwMode="auto">
          <a:xfrm>
            <a:off x="3071813" y="5767388"/>
            <a:ext cx="5411787" cy="946150"/>
            <a:chOff x="2039" y="3633"/>
            <a:chExt cx="3409" cy="596"/>
          </a:xfrm>
        </p:grpSpPr>
        <p:sp>
          <p:nvSpPr>
            <p:cNvPr id="47115" name="Rectangle 27"/>
            <p:cNvSpPr>
              <a:spLocks noChangeArrowheads="1"/>
            </p:cNvSpPr>
            <p:nvPr/>
          </p:nvSpPr>
          <p:spPr bwMode="auto">
            <a:xfrm>
              <a:off x="3107" y="3633"/>
              <a:ext cx="2341"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2800" i="1">
                  <a:solidFill>
                    <a:srgbClr val="FF0000"/>
                  </a:solidFill>
                </a:rPr>
                <a:t>h </a:t>
              </a:r>
              <a:r>
                <a:rPr lang="en-US" altLang="zh-CN" sz="2800">
                  <a:solidFill>
                    <a:srgbClr val="FF0000"/>
                  </a:solidFill>
                  <a:sym typeface="Symbol" pitchFamily="18" charset="2"/>
                </a:rPr>
                <a:t></a:t>
              </a:r>
              <a:r>
                <a:rPr lang="en-US" altLang="zh-CN" sz="2800" i="1">
                  <a:solidFill>
                    <a:srgbClr val="FF0000"/>
                  </a:solidFill>
                </a:rPr>
                <a:t> </a:t>
              </a:r>
              <a:r>
                <a:rPr lang="en-US" altLang="zh-CN" sz="2800">
                  <a:solidFill>
                    <a:srgbClr val="FF0000"/>
                  </a:solidFill>
                </a:rPr>
                <a:t>0 </a:t>
              </a:r>
              <a:r>
                <a:rPr lang="zh-CN" altLang="en-US" sz="2800">
                  <a:solidFill>
                    <a:srgbClr val="FF0000"/>
                  </a:solidFill>
                </a:rPr>
                <a:t>且 </a:t>
              </a:r>
              <a:r>
                <a:rPr lang="en-US" altLang="zh-CN" sz="2800" i="1">
                  <a:solidFill>
                    <a:srgbClr val="FF0000"/>
                  </a:solidFill>
                </a:rPr>
                <a:t>n </a:t>
              </a:r>
              <a:r>
                <a:rPr lang="en-US" altLang="zh-CN" sz="2800">
                  <a:solidFill>
                    <a:srgbClr val="FF0000"/>
                  </a:solidFill>
                  <a:sym typeface="Symbol" pitchFamily="18" charset="2"/>
                </a:rPr>
                <a:t></a:t>
              </a:r>
              <a:r>
                <a:rPr lang="en-US" altLang="zh-CN" sz="2800" i="1">
                  <a:solidFill>
                    <a:srgbClr val="FF0000"/>
                  </a:solidFill>
                </a:rPr>
                <a:t> </a:t>
              </a:r>
              <a:r>
                <a:rPr lang="en-US" altLang="zh-CN" sz="2800">
                  <a:solidFill>
                    <a:srgbClr val="FF0000"/>
                  </a:solidFill>
                  <a:sym typeface="Symbol" pitchFamily="18" charset="2"/>
                </a:rPr>
                <a:t> </a:t>
              </a:r>
              <a:r>
                <a:rPr lang="zh-CN" altLang="en-US" sz="2800">
                  <a:solidFill>
                    <a:srgbClr val="FF0000"/>
                  </a:solidFill>
                  <a:sym typeface="Symbol" pitchFamily="18" charset="2"/>
                </a:rPr>
                <a:t>时，</a:t>
              </a:r>
              <a:r>
                <a:rPr lang="en-US" altLang="zh-CN" sz="2800" i="1">
                  <a:solidFill>
                    <a:srgbClr val="FF0000"/>
                  </a:solidFill>
                  <a:sym typeface="Symbol" pitchFamily="18" charset="2"/>
                </a:rPr>
                <a:t>y</a:t>
              </a:r>
              <a:r>
                <a:rPr lang="en-US" altLang="zh-CN" sz="2800" i="1" baseline="-25000">
                  <a:solidFill>
                    <a:srgbClr val="FF0000"/>
                  </a:solidFill>
                  <a:sym typeface="Symbol" pitchFamily="18" charset="2"/>
                </a:rPr>
                <a:t>n</a:t>
              </a:r>
              <a:r>
                <a:rPr lang="en-US" altLang="zh-CN" sz="2800" i="1">
                  <a:solidFill>
                    <a:srgbClr val="FF0000"/>
                  </a:solidFill>
                  <a:sym typeface="Symbol" pitchFamily="18" charset="2"/>
                </a:rPr>
                <a:t> </a:t>
              </a:r>
              <a:r>
                <a:rPr lang="zh-CN" altLang="en-US" sz="2800">
                  <a:solidFill>
                    <a:srgbClr val="FF0000"/>
                  </a:solidFill>
                  <a:sym typeface="Symbol" pitchFamily="18" charset="2"/>
                </a:rPr>
                <a:t>的整体截断误差 </a:t>
              </a:r>
              <a:r>
                <a:rPr lang="en-US" altLang="zh-CN" sz="2800">
                  <a:solidFill>
                    <a:srgbClr val="FF0000"/>
                  </a:solidFill>
                  <a:sym typeface="Symbol" pitchFamily="18" charset="2"/>
                </a:rPr>
                <a:t></a:t>
              </a:r>
              <a:r>
                <a:rPr lang="en-US" altLang="zh-CN" sz="2800" i="1">
                  <a:solidFill>
                    <a:srgbClr val="FF0000"/>
                  </a:solidFill>
                </a:rPr>
                <a:t> </a:t>
              </a:r>
              <a:r>
                <a:rPr lang="en-US" altLang="zh-CN" sz="2800">
                  <a:solidFill>
                    <a:srgbClr val="FF0000"/>
                  </a:solidFill>
                </a:rPr>
                <a:t>0 </a:t>
              </a:r>
              <a:endParaRPr lang="zh-CN" altLang="en-US" sz="2800">
                <a:solidFill>
                  <a:srgbClr val="FF0000"/>
                </a:solidFill>
              </a:endParaRPr>
            </a:p>
          </p:txBody>
        </p:sp>
        <p:sp>
          <p:nvSpPr>
            <p:cNvPr id="47116" name="AutoShape 30"/>
            <p:cNvSpPr>
              <a:spLocks noChangeArrowheads="1"/>
            </p:cNvSpPr>
            <p:nvPr/>
          </p:nvSpPr>
          <p:spPr bwMode="auto">
            <a:xfrm>
              <a:off x="2039" y="3821"/>
              <a:ext cx="861" cy="220"/>
            </a:xfrm>
            <a:prstGeom prst="leftRightArrow">
              <a:avLst>
                <a:gd name="adj1" fmla="val 50000"/>
                <a:gd name="adj2" fmla="val 78273"/>
              </a:avLst>
            </a:prstGeom>
            <a:solidFill>
              <a:srgbClr val="FF00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pSp>
      <p:sp>
        <p:nvSpPr>
          <p:cNvPr id="47113" name="TextBox 12"/>
          <p:cNvSpPr txBox="1">
            <a:spLocks noChangeArrowheads="1"/>
          </p:cNvSpPr>
          <p:nvPr/>
        </p:nvSpPr>
        <p:spPr bwMode="auto">
          <a:xfrm>
            <a:off x="179388" y="85725"/>
            <a:ext cx="71516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600" dirty="0"/>
              <a:t>5. </a:t>
            </a:r>
            <a:r>
              <a:rPr lang="zh-CN" altLang="en-US" sz="3600" dirty="0"/>
              <a:t>单步法的收敛性和稳定性</a:t>
            </a:r>
          </a:p>
        </p:txBody>
      </p:sp>
      <p:graphicFrame>
        <p:nvGraphicFramePr>
          <p:cNvPr id="14" name="对象 13"/>
          <p:cNvGraphicFramePr>
            <a:graphicFrameLocks noChangeAspect="1"/>
          </p:cNvGraphicFramePr>
          <p:nvPr/>
        </p:nvGraphicFramePr>
        <p:xfrm>
          <a:off x="2555875" y="1912938"/>
          <a:ext cx="3517900" cy="431800"/>
        </p:xfrm>
        <a:graphic>
          <a:graphicData uri="http://schemas.openxmlformats.org/presentationml/2006/ole">
            <mc:AlternateContent xmlns:mc="http://schemas.openxmlformats.org/markup-compatibility/2006">
              <mc:Choice xmlns:v="urn:schemas-microsoft-com:vml" Requires="v">
                <p:oleObj name="Equation" r:id="rId7" imgW="3517900" imgH="431800" progId="Equation.DSMT4">
                  <p:embed/>
                </p:oleObj>
              </mc:Choice>
              <mc:Fallback>
                <p:oleObj name="Equation" r:id="rId7" imgW="3517900" imgH="431800" progId="Equation.DSMT4">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1912938"/>
                        <a:ext cx="35179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in)">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par>
                          <p:cTn id="13" fill="hold" nodeType="with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7"/>
                                        </p:tgtEl>
                                        <p:attrNameLst>
                                          <p:attrName>style.visibility</p:attrName>
                                        </p:attrNameLst>
                                      </p:cBhvr>
                                      <p:to>
                                        <p:strVal val="visible"/>
                                      </p:to>
                                    </p:set>
                                    <p:anim calcmode="discrete" valueType="clr">
                                      <p:cBhvr override="childStyle">
                                        <p:cTn id="21"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7"/>
                                        </p:tgtEl>
                                        <p:attrNameLst>
                                          <p:attrName>fillcolor</p:attrName>
                                        </p:attrNameLst>
                                      </p:cBhvr>
                                      <p:tavLst>
                                        <p:tav tm="0">
                                          <p:val>
                                            <p:clrVal>
                                              <a:schemeClr val="accent2"/>
                                            </p:clrVal>
                                          </p:val>
                                        </p:tav>
                                        <p:tav tm="50000">
                                          <p:val>
                                            <p:clrVal>
                                              <a:schemeClr val="hlink"/>
                                            </p:clrVal>
                                          </p:val>
                                        </p:tav>
                                      </p:tavLst>
                                    </p:anim>
                                    <p:set>
                                      <p:cBhvr>
                                        <p:cTn id="23" dur="80"/>
                                        <p:tgtEl>
                                          <p:spTgt spid="7"/>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8">
                                            <p:txEl>
                                              <p:pRg st="0" end="0"/>
                                            </p:txEl>
                                          </p:spTgt>
                                        </p:tgtEl>
                                        <p:attrNameLst>
                                          <p:attrName>style.visibility</p:attrName>
                                        </p:attrNameLst>
                                      </p:cBhvr>
                                      <p:to>
                                        <p:strVal val="visible"/>
                                      </p:to>
                                    </p:set>
                                    <p:anim calcmode="discrete" valueType="clr">
                                      <p:cBhvr override="childStyle">
                                        <p:cTn id="28" dur="80"/>
                                        <p:tgtEl>
                                          <p:spTgt spid="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8">
                                            <p:txEl>
                                              <p:pRg st="0" end="0"/>
                                            </p:txEl>
                                          </p:spTgt>
                                        </p:tgtEl>
                                        <p:attrNameLst>
                                          <p:attrName>fillcolor</p:attrName>
                                        </p:attrNameLst>
                                      </p:cBhvr>
                                      <p:tavLst>
                                        <p:tav tm="0">
                                          <p:val>
                                            <p:clrVal>
                                              <a:schemeClr val="accent2"/>
                                            </p:clrVal>
                                          </p:val>
                                        </p:tav>
                                        <p:tav tm="50000">
                                          <p:val>
                                            <p:clrVal>
                                              <a:schemeClr val="hlink"/>
                                            </p:clrVal>
                                          </p:val>
                                        </p:tav>
                                      </p:tavLst>
                                    </p:anim>
                                    <p:set>
                                      <p:cBhvr>
                                        <p:cTn id="30" dur="80"/>
                                        <p:tgtEl>
                                          <p:spTgt spid="8">
                                            <p:txEl>
                                              <p:pRg st="0" end="0"/>
                                            </p:txEl>
                                          </p:spTgt>
                                        </p:tgtEl>
                                        <p:attrNameLst>
                                          <p:attrName>fill.type</p:attrName>
                                        </p:attrNameLst>
                                      </p:cBhvr>
                                      <p:to>
                                        <p:strVal val="solid"/>
                                      </p:to>
                                    </p:set>
                                  </p:childTnLst>
                                </p:cTn>
                              </p:par>
                            </p:childTnLst>
                          </p:cTn>
                        </p:par>
                        <p:par>
                          <p:cTn id="31" fill="hold">
                            <p:stCondLst>
                              <p:cond delay="1120"/>
                            </p:stCondLst>
                            <p:childTnLst>
                              <p:par>
                                <p:cTn id="32" presetID="27" presetClass="entr" presetSubtype="0" fill="hold" nodeType="afterEffect">
                                  <p:stCondLst>
                                    <p:cond delay="0"/>
                                  </p:stCondLst>
                                  <p:iterate type="lt">
                                    <p:tmPct val="50000"/>
                                  </p:iterate>
                                  <p:childTnLst>
                                    <p:set>
                                      <p:cBhvr>
                                        <p:cTn id="33" dur="1" fill="hold">
                                          <p:stCondLst>
                                            <p:cond delay="0"/>
                                          </p:stCondLst>
                                        </p:cTn>
                                        <p:tgtEl>
                                          <p:spTgt spid="8">
                                            <p:txEl>
                                              <p:pRg st="1" end="1"/>
                                            </p:txEl>
                                          </p:spTgt>
                                        </p:tgtEl>
                                        <p:attrNameLst>
                                          <p:attrName>style.visibility</p:attrName>
                                        </p:attrNameLst>
                                      </p:cBhvr>
                                      <p:to>
                                        <p:strVal val="visible"/>
                                      </p:to>
                                    </p:set>
                                    <p:anim calcmode="discrete" valueType="clr">
                                      <p:cBhvr override="childStyle">
                                        <p:cTn id="34" dur="80"/>
                                        <p:tgtEl>
                                          <p:spTgt spid="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8">
                                            <p:txEl>
                                              <p:pRg st="1" end="1"/>
                                            </p:txEl>
                                          </p:spTgt>
                                        </p:tgtEl>
                                        <p:attrNameLst>
                                          <p:attrName>fillcolor</p:attrName>
                                        </p:attrNameLst>
                                      </p:cBhvr>
                                      <p:tavLst>
                                        <p:tav tm="0">
                                          <p:val>
                                            <p:clrVal>
                                              <a:schemeClr val="accent2"/>
                                            </p:clrVal>
                                          </p:val>
                                        </p:tav>
                                        <p:tav tm="50000">
                                          <p:val>
                                            <p:clrVal>
                                              <a:schemeClr val="hlink"/>
                                            </p:clrVal>
                                          </p:val>
                                        </p:tav>
                                      </p:tavLst>
                                    </p:anim>
                                    <p:set>
                                      <p:cBhvr>
                                        <p:cTn id="36" dur="80"/>
                                        <p:tgtEl>
                                          <p:spTgt spid="8">
                                            <p:txEl>
                                              <p:pRg st="1" end="1"/>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linds(horizontal)">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lide(fromLeft)">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8130"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ABECCCFE-1CEE-4BCA-A8E2-C0C140960B76}" type="slidenum">
              <a:rPr lang="en-US" altLang="zh-CN" sz="1400"/>
              <a:pPr eaLnBrk="1" hangingPunct="1"/>
              <a:t>67</a:t>
            </a:fld>
            <a:endParaRPr lang="en-US" altLang="zh-CN" sz="1400"/>
          </a:p>
        </p:txBody>
      </p:sp>
      <p:sp>
        <p:nvSpPr>
          <p:cNvPr id="3" name="Rectangle 3"/>
          <p:cNvSpPr txBox="1">
            <a:spLocks noChangeArrowheads="1"/>
          </p:cNvSpPr>
          <p:nvPr/>
        </p:nvSpPr>
        <p:spPr>
          <a:xfrm>
            <a:off x="153988" y="79375"/>
            <a:ext cx="2232025" cy="565150"/>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宋体" charset="-12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宋体" charset="-122"/>
              </a:defRPr>
            </a:lvl2pPr>
            <a:lvl3pPr marL="1143000" indent="-228600" algn="l" rtl="0" eaLnBrk="0" fontAlgn="base" hangingPunct="0">
              <a:spcBef>
                <a:spcPct val="20000"/>
              </a:spcBef>
              <a:spcAft>
                <a:spcPct val="0"/>
              </a:spcAft>
              <a:buChar char="•"/>
              <a:defRPr kumimoji="1" sz="2400">
                <a:solidFill>
                  <a:schemeClr val="tx1"/>
                </a:solidFill>
                <a:latin typeface="+mn-lt"/>
                <a:ea typeface="宋体" charset="-122"/>
              </a:defRPr>
            </a:lvl3pPr>
            <a:lvl4pPr marL="1600200" indent="-228600" algn="l" rtl="0" eaLnBrk="0" fontAlgn="base" hangingPunct="0">
              <a:spcBef>
                <a:spcPct val="20000"/>
              </a:spcBef>
              <a:spcAft>
                <a:spcPct val="0"/>
              </a:spcAft>
              <a:buChar char="–"/>
              <a:defRPr kumimoji="1" sz="2000">
                <a:solidFill>
                  <a:schemeClr val="tx1"/>
                </a:solidFill>
                <a:latin typeface="+mn-lt"/>
                <a:ea typeface="宋体" charset="-122"/>
              </a:defRPr>
            </a:lvl4pPr>
            <a:lvl5pPr marL="2057400" indent="-228600" algn="l" rtl="0" eaLnBrk="0" fontAlgn="base" hangingPunct="0">
              <a:spcBef>
                <a:spcPct val="20000"/>
              </a:spcBef>
              <a:spcAft>
                <a:spcPct val="0"/>
              </a:spcAft>
              <a:buChar char="»"/>
              <a:defRPr kumimoji="1" sz="2000">
                <a:solidFill>
                  <a:schemeClr val="tx1"/>
                </a:solidFill>
                <a:latin typeface="+mn-lt"/>
                <a:ea typeface="宋体"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10000"/>
              </a:lnSpc>
              <a:buFont typeface="Wingdings" pitchFamily="2" charset="2"/>
              <a:buNone/>
              <a:defRPr/>
            </a:pPr>
            <a:r>
              <a:rPr lang="zh-CN" altLang="en-US" kern="0">
                <a:solidFill>
                  <a:srgbClr val="FF0000"/>
                </a:solidFill>
                <a:ea typeface="黑体" pitchFamily="2" charset="-122"/>
              </a:rPr>
              <a:t>收敛性定理</a:t>
            </a:r>
          </a:p>
        </p:txBody>
      </p:sp>
      <p:sp>
        <p:nvSpPr>
          <p:cNvPr id="4" name="Rectangle 7"/>
          <p:cNvSpPr>
            <a:spLocks noChangeArrowheads="1"/>
          </p:cNvSpPr>
          <p:nvPr/>
        </p:nvSpPr>
        <p:spPr bwMode="auto">
          <a:xfrm>
            <a:off x="296863" y="4687888"/>
            <a:ext cx="7561262" cy="531812"/>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2800" dirty="0">
                <a:solidFill>
                  <a:srgbClr val="FF0000"/>
                </a:solidFill>
                <a:latin typeface="Tahoma" pitchFamily="34" charset="0"/>
              </a:rPr>
              <a:t>若某单步法满足以上条件，则该方法是收敛的</a:t>
            </a:r>
          </a:p>
        </p:txBody>
      </p:sp>
      <p:sp>
        <p:nvSpPr>
          <p:cNvPr id="5" name="Text Box 9"/>
          <p:cNvSpPr txBox="1">
            <a:spLocks noChangeArrowheads="1"/>
          </p:cNvSpPr>
          <p:nvPr/>
        </p:nvSpPr>
        <p:spPr bwMode="auto">
          <a:xfrm>
            <a:off x="153988" y="3319463"/>
            <a:ext cx="7634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zh-CN" altLang="en-US" sz="2800"/>
              <a:t>则该单步法的整体截断误差为：</a:t>
            </a:r>
          </a:p>
        </p:txBody>
      </p:sp>
      <p:grpSp>
        <p:nvGrpSpPr>
          <p:cNvPr id="6" name="Group 15"/>
          <p:cNvGrpSpPr>
            <a:grpSpLocks/>
          </p:cNvGrpSpPr>
          <p:nvPr/>
        </p:nvGrpSpPr>
        <p:grpSpPr bwMode="auto">
          <a:xfrm>
            <a:off x="136525" y="730250"/>
            <a:ext cx="8510588" cy="1117600"/>
            <a:chOff x="284" y="1208"/>
            <a:chExt cx="5361" cy="704"/>
          </a:xfrm>
        </p:grpSpPr>
        <p:sp>
          <p:nvSpPr>
            <p:cNvPr id="48140" name="Text Box 8"/>
            <p:cNvSpPr txBox="1">
              <a:spLocks noChangeArrowheads="1"/>
            </p:cNvSpPr>
            <p:nvPr/>
          </p:nvSpPr>
          <p:spPr bwMode="auto">
            <a:xfrm>
              <a:off x="284" y="1208"/>
              <a:ext cx="5361"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just" eaLnBrk="1" hangingPunct="1">
                <a:lnSpc>
                  <a:spcPct val="120000"/>
                </a:lnSpc>
                <a:spcBef>
                  <a:spcPct val="20000"/>
                </a:spcBef>
              </a:pPr>
              <a:r>
                <a:rPr lang="zh-CN" altLang="en-US" sz="2800"/>
                <a:t>　　若单步法                                      具有 </a:t>
              </a:r>
              <a:r>
                <a:rPr lang="en-US" altLang="zh-CN" sz="2800" i="1"/>
                <a:t>p</a:t>
              </a:r>
              <a:r>
                <a:rPr lang="en-US" altLang="zh-CN" sz="2800"/>
                <a:t> </a:t>
              </a:r>
              <a:r>
                <a:rPr lang="zh-CN" altLang="en-US" sz="2800"/>
                <a:t>阶精度，且增量函数                 关于 </a:t>
              </a:r>
              <a:r>
                <a:rPr lang="en-US" altLang="zh-CN" sz="2800" i="1"/>
                <a:t>y</a:t>
              </a:r>
              <a:r>
                <a:rPr lang="en-US" altLang="zh-CN" sz="2800"/>
                <a:t> </a:t>
              </a:r>
              <a:r>
                <a:rPr lang="zh-CN" altLang="en-US" sz="2800"/>
                <a:t>满足：</a:t>
              </a:r>
            </a:p>
          </p:txBody>
        </p:sp>
        <p:graphicFrame>
          <p:nvGraphicFramePr>
            <p:cNvPr id="48141" name="Object 10"/>
            <p:cNvGraphicFramePr>
              <a:graphicFrameLocks noChangeAspect="1"/>
            </p:cNvGraphicFramePr>
            <p:nvPr/>
          </p:nvGraphicFramePr>
          <p:xfrm>
            <a:off x="1717" y="1230"/>
            <a:ext cx="2216" cy="272"/>
          </p:xfrm>
          <a:graphic>
            <a:graphicData uri="http://schemas.openxmlformats.org/presentationml/2006/ole">
              <mc:AlternateContent xmlns:mc="http://schemas.openxmlformats.org/markup-compatibility/2006">
                <mc:Choice xmlns:v="urn:schemas-microsoft-com:vml" Requires="v">
                  <p:oleObj name="Equation" r:id="rId3" imgW="3517900" imgH="431800" progId="Equation.DSMT4">
                    <p:embed/>
                  </p:oleObj>
                </mc:Choice>
                <mc:Fallback>
                  <p:oleObj name="Equation" r:id="rId3" imgW="3517900" imgH="4318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 y="1230"/>
                          <a:ext cx="221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2" name="Object 11"/>
            <p:cNvGraphicFramePr>
              <a:graphicFrameLocks noChangeAspect="1"/>
            </p:cNvGraphicFramePr>
            <p:nvPr/>
          </p:nvGraphicFramePr>
          <p:xfrm>
            <a:off x="1528" y="1632"/>
            <a:ext cx="944" cy="248"/>
          </p:xfrm>
          <a:graphic>
            <a:graphicData uri="http://schemas.openxmlformats.org/presentationml/2006/ole">
              <mc:AlternateContent xmlns:mc="http://schemas.openxmlformats.org/markup-compatibility/2006">
                <mc:Choice xmlns:v="urn:schemas-microsoft-com:vml" Requires="v">
                  <p:oleObj name="Equation" r:id="rId5" imgW="1497950" imgH="393529" progId="Equation.DSMT4">
                    <p:embed/>
                  </p:oleObj>
                </mc:Choice>
                <mc:Fallback>
                  <p:oleObj name="Equation" r:id="rId5" imgW="1497950" imgH="393529"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 y="1632"/>
                          <a:ext cx="944"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 name="Object 14"/>
          <p:cNvGraphicFramePr>
            <a:graphicFrameLocks noChangeAspect="1"/>
          </p:cNvGraphicFramePr>
          <p:nvPr/>
        </p:nvGraphicFramePr>
        <p:xfrm>
          <a:off x="2847975" y="3895725"/>
          <a:ext cx="2819400" cy="482600"/>
        </p:xfrm>
        <a:graphic>
          <a:graphicData uri="http://schemas.openxmlformats.org/presentationml/2006/ole">
            <mc:AlternateContent xmlns:mc="http://schemas.openxmlformats.org/markup-compatibility/2006">
              <mc:Choice xmlns:v="urn:schemas-microsoft-com:vml" Requires="v">
                <p:oleObj name="Equation" r:id="rId7" imgW="2819400" imgH="482600" progId="Equation.DSMT4">
                  <p:embed/>
                </p:oleObj>
              </mc:Choice>
              <mc:Fallback>
                <p:oleObj name="Equation" r:id="rId7" imgW="2819400" imgH="4826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7975" y="3895725"/>
                        <a:ext cx="28194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 name="Group 23"/>
          <p:cNvGrpSpPr>
            <a:grpSpLocks/>
          </p:cNvGrpSpPr>
          <p:nvPr/>
        </p:nvGrpSpPr>
        <p:grpSpPr bwMode="auto">
          <a:xfrm>
            <a:off x="225425" y="1935163"/>
            <a:ext cx="7913688" cy="576262"/>
            <a:chOff x="340" y="1933"/>
            <a:chExt cx="4985" cy="363"/>
          </a:xfrm>
        </p:grpSpPr>
        <p:graphicFrame>
          <p:nvGraphicFramePr>
            <p:cNvPr id="48138" name="Object 13"/>
            <p:cNvGraphicFramePr>
              <a:graphicFrameLocks noChangeAspect="1"/>
            </p:cNvGraphicFramePr>
            <p:nvPr/>
          </p:nvGraphicFramePr>
          <p:xfrm>
            <a:off x="2245" y="1955"/>
            <a:ext cx="3080" cy="320"/>
          </p:xfrm>
          <a:graphic>
            <a:graphicData uri="http://schemas.openxmlformats.org/presentationml/2006/ole">
              <mc:AlternateContent xmlns:mc="http://schemas.openxmlformats.org/markup-compatibility/2006">
                <mc:Choice xmlns:v="urn:schemas-microsoft-com:vml" Requires="v">
                  <p:oleObj name="Equation" r:id="rId9" imgW="4889500" imgH="508000" progId="Equation.DSMT4">
                    <p:embed/>
                  </p:oleObj>
                </mc:Choice>
                <mc:Fallback>
                  <p:oleObj name="Equation" r:id="rId9" imgW="4889500" imgH="5080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5" y="1955"/>
                          <a:ext cx="3080"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9" name="Rectangle 21"/>
            <p:cNvSpPr>
              <a:spLocks noChangeArrowheads="1"/>
            </p:cNvSpPr>
            <p:nvPr/>
          </p:nvSpPr>
          <p:spPr bwMode="auto">
            <a:xfrm>
              <a:off x="340" y="1933"/>
              <a:ext cx="2733"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20000"/>
                </a:spcBef>
                <a:buClr>
                  <a:schemeClr val="hlink"/>
                </a:buClr>
                <a:buSzPct val="75000"/>
                <a:buFont typeface="Wingdings" pitchFamily="2" charset="2"/>
                <a:buBlip>
                  <a:blip r:embed="rId11"/>
                </a:buBlip>
              </a:pPr>
              <a:r>
                <a:rPr lang="en-US" altLang="zh-CN" sz="2800" dirty="0" err="1"/>
                <a:t>Lipschitz</a:t>
              </a:r>
              <a:r>
                <a:rPr lang="en-US" altLang="zh-CN" sz="2800" dirty="0"/>
                <a:t> </a:t>
              </a:r>
              <a:r>
                <a:rPr lang="zh-CN" altLang="en-US" sz="2800" dirty="0"/>
                <a:t>条件： </a:t>
              </a:r>
            </a:p>
          </p:txBody>
        </p:sp>
      </p:grpSp>
      <p:sp>
        <p:nvSpPr>
          <p:cNvPr id="14" name="Rectangle 26"/>
          <p:cNvSpPr>
            <a:spLocks noChangeArrowheads="1"/>
          </p:cNvSpPr>
          <p:nvPr/>
        </p:nvSpPr>
        <p:spPr bwMode="auto">
          <a:xfrm>
            <a:off x="225425" y="2598738"/>
            <a:ext cx="43386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20000"/>
              </a:spcBef>
              <a:buClr>
                <a:schemeClr val="hlink"/>
              </a:buClr>
              <a:buSzPct val="75000"/>
              <a:buFont typeface="Wingdings" pitchFamily="2" charset="2"/>
              <a:buBlip>
                <a:blip r:embed="rId11"/>
              </a:buBlip>
            </a:pPr>
            <a:r>
              <a:rPr lang="zh-CN" altLang="en-US" sz="2800" dirty="0"/>
              <a:t>初值 </a:t>
            </a:r>
            <a:r>
              <a:rPr lang="en-US" altLang="zh-CN" sz="2800" i="1" dirty="0"/>
              <a:t>y</a:t>
            </a:r>
            <a:r>
              <a:rPr lang="en-US" altLang="zh-CN" sz="2800" baseline="-25000" dirty="0"/>
              <a:t>0</a:t>
            </a:r>
            <a:r>
              <a:rPr lang="en-US" altLang="zh-CN" sz="2800" dirty="0"/>
              <a:t> </a:t>
            </a:r>
            <a:r>
              <a:rPr lang="zh-CN" altLang="en-US" sz="2800" dirty="0"/>
              <a:t>是准确的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10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5"/>
                                        </p:tgtEl>
                                        <p:attrNameLst>
                                          <p:attrName>style.visibility</p:attrName>
                                        </p:attrNameLst>
                                      </p:cBhvr>
                                      <p:to>
                                        <p:strVal val="visible"/>
                                      </p:to>
                                    </p:set>
                                    <p:anim calcmode="discrete" valueType="clr">
                                      <p:cBhvr override="childStyle">
                                        <p:cTn id="22"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5"/>
                                        </p:tgtEl>
                                        <p:attrNameLst>
                                          <p:attrName>fillcolor</p:attrName>
                                        </p:attrNameLst>
                                      </p:cBhvr>
                                      <p:tavLst>
                                        <p:tav tm="0">
                                          <p:val>
                                            <p:clrVal>
                                              <a:schemeClr val="accent2"/>
                                            </p:clrVal>
                                          </p:val>
                                        </p:tav>
                                        <p:tav tm="50000">
                                          <p:val>
                                            <p:clrVal>
                                              <a:schemeClr val="hlink"/>
                                            </p:clrVal>
                                          </p:val>
                                        </p:tav>
                                      </p:tavLst>
                                    </p:anim>
                                    <p:set>
                                      <p:cBhvr>
                                        <p:cTn id="24" dur="80"/>
                                        <p:tgtEl>
                                          <p:spTgt spid="5"/>
                                        </p:tgtEl>
                                        <p:attrNameLst>
                                          <p:attrName>fill.type</p:attrName>
                                        </p:attrNameLst>
                                      </p:cBhvr>
                                      <p:to>
                                        <p:strVal val="solid"/>
                                      </p:to>
                                    </p:set>
                                  </p:childTnLst>
                                </p:cTn>
                              </p:par>
                            </p:childTnLst>
                          </p:cTn>
                        </p:par>
                        <p:par>
                          <p:cTn id="25" fill="hold" nodeType="afterGroup">
                            <p:stCondLst>
                              <p:cond delay="600"/>
                            </p:stCondLst>
                            <p:childTnLst>
                              <p:par>
                                <p:cTn id="26" presetID="9" presetClass="entr" presetSubtype="0"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1000" fill="hold"/>
                                        <p:tgtEl>
                                          <p:spTgt spid="4"/>
                                        </p:tgtEl>
                                        <p:attrNameLst>
                                          <p:attrName>ppt_w</p:attrName>
                                        </p:attrNameLst>
                                      </p:cBhvr>
                                      <p:tavLst>
                                        <p:tav tm="0">
                                          <p:val>
                                            <p:fltVal val="0"/>
                                          </p:val>
                                        </p:tav>
                                        <p:tav tm="100000">
                                          <p:val>
                                            <p:strVal val="#ppt_w"/>
                                          </p:val>
                                        </p:tav>
                                      </p:tavLst>
                                    </p:anim>
                                    <p:anim calcmode="lin" valueType="num">
                                      <p:cBhvr>
                                        <p:cTn id="34" dur="1000" fill="hold"/>
                                        <p:tgtEl>
                                          <p:spTgt spid="4"/>
                                        </p:tgtEl>
                                        <p:attrNameLst>
                                          <p:attrName>ppt_h</p:attrName>
                                        </p:attrNameLst>
                                      </p:cBhvr>
                                      <p:tavLst>
                                        <p:tav tm="0">
                                          <p:val>
                                            <p:fltVal val="0"/>
                                          </p:val>
                                        </p:tav>
                                        <p:tav tm="100000">
                                          <p:val>
                                            <p:strVal val="#ppt_h"/>
                                          </p:val>
                                        </p:tav>
                                      </p:tavLst>
                                    </p:anim>
                                    <p:anim calcmode="lin" valueType="num">
                                      <p:cBhvr>
                                        <p:cTn id="3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504" y="116632"/>
            <a:ext cx="7992888" cy="461665"/>
          </a:xfrm>
          <a:prstGeom prst="rect">
            <a:avLst/>
          </a:prstGeom>
          <a:noFill/>
        </p:spPr>
        <p:txBody>
          <a:bodyPr wrap="square" rtlCol="0">
            <a:spAutoFit/>
          </a:bodyPr>
          <a:lstStyle/>
          <a:p>
            <a:r>
              <a:rPr lang="zh-CN" altLang="en-US" dirty="0"/>
              <a:t>例子：设如下的一阶常微分初值问题：</a:t>
            </a:r>
          </a:p>
        </p:txBody>
      </p:sp>
      <mc:AlternateContent xmlns:mc="http://schemas.openxmlformats.org/markup-compatibility/2006" xmlns:a14="http://schemas.microsoft.com/office/drawing/2010/main">
        <mc:Choice Requires="a14">
          <p:sp>
            <p:nvSpPr>
              <p:cNvPr id="3" name="TextBox 2"/>
              <p:cNvSpPr txBox="1"/>
              <p:nvPr/>
            </p:nvSpPr>
            <p:spPr>
              <a:xfrm>
                <a:off x="1550304" y="709677"/>
                <a:ext cx="243560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𝑦</m:t>
                          </m:r>
                        </m:e>
                        <m:sup>
                          <m:r>
                            <a:rPr lang="en-US" altLang="zh-CN" b="0" i="1" smtClean="0">
                              <a:latin typeface="Cambria Math"/>
                            </a:rPr>
                            <m:t>′</m:t>
                          </m:r>
                        </m:sup>
                      </m:sSup>
                      <m:r>
                        <a:rPr lang="en-US" altLang="zh-CN" i="1" smtClean="0">
                          <a:latin typeface="Cambria Math"/>
                        </a:rPr>
                        <m:t>=</m:t>
                      </m:r>
                      <m:sSup>
                        <m:sSupPr>
                          <m:ctrlPr>
                            <a:rPr lang="en-US" altLang="zh-CN" i="1" smtClean="0">
                              <a:latin typeface="Cambria Math" panose="02040503050406030204" pitchFamily="18" charset="0"/>
                            </a:rPr>
                          </m:ctrlPr>
                        </m:sSupPr>
                        <m:e>
                          <m:r>
                            <a:rPr lang="en-US" altLang="zh-CN" b="0" i="1" smtClean="0">
                              <a:latin typeface="Cambria Math"/>
                            </a:rPr>
                            <m:t>𝑥</m:t>
                          </m:r>
                        </m:e>
                        <m:sup>
                          <m:r>
                            <a:rPr lang="en-US" altLang="zh-CN" b="0" i="1" smtClean="0">
                              <a:latin typeface="Cambria Math"/>
                            </a:rPr>
                            <m:t>2</m:t>
                          </m:r>
                        </m:sup>
                      </m:sSup>
                      <m:r>
                        <a:rPr lang="en-US" altLang="zh-CN" b="0" i="1" smtClean="0">
                          <a:latin typeface="Cambria Math"/>
                        </a:rPr>
                        <m:t>∗</m:t>
                      </m:r>
                      <m:r>
                        <a:rPr lang="en-US" altLang="zh-CN" b="0" i="1" smtClean="0">
                          <a:latin typeface="Cambria Math"/>
                        </a:rPr>
                        <m:t>𝑦</m:t>
                      </m:r>
                      <m:r>
                        <a:rPr lang="en-US" altLang="zh-CN" b="0" i="1" smtClean="0">
                          <a:latin typeface="Cambria Math"/>
                        </a:rPr>
                        <m:t>+5</m:t>
                      </m:r>
                      <m:r>
                        <a:rPr lang="en-US" altLang="zh-CN" b="0" i="1" smtClean="0">
                          <a:latin typeface="Cambria Math"/>
                        </a:rPr>
                        <m:t>𝑥</m:t>
                      </m:r>
                    </m:oMath>
                  </m:oMathPara>
                </a14:m>
                <a:endParaRPr lang="zh-CN" alt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1550304" y="709677"/>
                <a:ext cx="2435603" cy="461665"/>
              </a:xfrm>
              <a:prstGeom prst="rect">
                <a:avLst/>
              </a:prstGeom>
              <a:blipFill rotWithShape="1">
                <a:blip r:embed="rId3"/>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550304" y="1269369"/>
                <a:ext cx="143488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𝑦</m:t>
                      </m:r>
                      <m:r>
                        <a:rPr lang="en-US" altLang="zh-CN" b="0" i="1" smtClean="0">
                          <a:latin typeface="Cambria Math"/>
                        </a:rPr>
                        <m:t>(0)=1</m:t>
                      </m:r>
                    </m:oMath>
                  </m:oMathPara>
                </a14:m>
                <a:endParaRPr lang="zh-CN" alt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550304" y="1269369"/>
                <a:ext cx="1434880" cy="461665"/>
              </a:xfrm>
              <a:prstGeom prst="rect">
                <a:avLst/>
              </a:prstGeom>
              <a:blipFill rotWithShape="1">
                <a:blip r:embed="rId4"/>
                <a:stretch>
                  <a:fillRect b="-184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096276" y="1054908"/>
                <a:ext cx="174772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0≤</m:t>
                      </m:r>
                      <m:r>
                        <a:rPr lang="en-US" altLang="zh-CN" b="0" i="1" smtClean="0">
                          <a:latin typeface="Cambria Math"/>
                        </a:rPr>
                        <m:t>𝑥</m:t>
                      </m:r>
                      <m:r>
                        <a:rPr lang="en-US" altLang="zh-CN" b="0" i="1" smtClean="0">
                          <a:latin typeface="Cambria Math"/>
                        </a:rPr>
                        <m:t>≤10</m:t>
                      </m:r>
                    </m:oMath>
                  </m:oMathPara>
                </a14:m>
                <a:endParaRPr lang="zh-CN" alt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096276" y="1054908"/>
                <a:ext cx="1747722" cy="461665"/>
              </a:xfrm>
              <a:prstGeom prst="rect">
                <a:avLst/>
              </a:prstGeom>
              <a:blipFill rotWithShape="1">
                <a:blip r:embed="rId5"/>
                <a:stretch>
                  <a:fillRect/>
                </a:stretch>
              </a:blipFill>
            </p:spPr>
            <p:txBody>
              <a:bodyPr/>
              <a:lstStyle/>
              <a:p>
                <a:r>
                  <a:rPr lang="zh-CN" altLang="en-US">
                    <a:noFill/>
                  </a:rPr>
                  <a:t> </a:t>
                </a:r>
              </a:p>
            </p:txBody>
          </p:sp>
        </mc:Fallback>
      </mc:AlternateContent>
      <p:sp>
        <p:nvSpPr>
          <p:cNvPr id="7" name="TextBox 6"/>
          <p:cNvSpPr txBox="1"/>
          <p:nvPr/>
        </p:nvSpPr>
        <p:spPr>
          <a:xfrm>
            <a:off x="35496" y="1752458"/>
            <a:ext cx="7704856" cy="461665"/>
          </a:xfrm>
          <a:prstGeom prst="rect">
            <a:avLst/>
          </a:prstGeom>
          <a:noFill/>
        </p:spPr>
        <p:txBody>
          <a:bodyPr wrap="square" rtlCol="0">
            <a:spAutoFit/>
          </a:bodyPr>
          <a:lstStyle/>
          <a:p>
            <a:r>
              <a:rPr lang="zh-CN" altLang="en-US" dirty="0"/>
              <a:t>对该问题采用显式欧拉方法，证明其数值解是收敛的。</a:t>
            </a:r>
          </a:p>
        </p:txBody>
      </p:sp>
      <p:sp>
        <p:nvSpPr>
          <p:cNvPr id="8" name="TextBox 7"/>
          <p:cNvSpPr txBox="1"/>
          <p:nvPr/>
        </p:nvSpPr>
        <p:spPr>
          <a:xfrm>
            <a:off x="323528" y="2420888"/>
            <a:ext cx="2444577" cy="461665"/>
          </a:xfrm>
          <a:prstGeom prst="rect">
            <a:avLst/>
          </a:prstGeom>
          <a:noFill/>
        </p:spPr>
        <p:txBody>
          <a:bodyPr wrap="square" rtlCol="0">
            <a:spAutoFit/>
          </a:bodyPr>
          <a:lstStyle/>
          <a:p>
            <a:r>
              <a:rPr lang="zh-CN" altLang="en-US" dirty="0"/>
              <a:t>显式欧拉公式：</a:t>
            </a:r>
          </a:p>
        </p:txBody>
      </p:sp>
      <p:graphicFrame>
        <p:nvGraphicFramePr>
          <p:cNvPr id="9" name="对象 8"/>
          <p:cNvGraphicFramePr>
            <a:graphicFrameLocks noChangeAspect="1"/>
          </p:cNvGraphicFramePr>
          <p:nvPr>
            <p:extLst>
              <p:ext uri="{D42A27DB-BD31-4B8C-83A1-F6EECF244321}">
                <p14:modId xmlns:p14="http://schemas.microsoft.com/office/powerpoint/2010/main" val="3990677263"/>
              </p:ext>
            </p:extLst>
          </p:nvPr>
        </p:nvGraphicFramePr>
        <p:xfrm>
          <a:off x="2483768" y="2275475"/>
          <a:ext cx="4163020" cy="752489"/>
        </p:xfrm>
        <a:graphic>
          <a:graphicData uri="http://schemas.openxmlformats.org/presentationml/2006/ole">
            <mc:AlternateContent xmlns:mc="http://schemas.openxmlformats.org/markup-compatibility/2006">
              <mc:Choice xmlns:v="urn:schemas-microsoft-com:vml" Requires="v">
                <p:oleObj name="Equation" r:id="rId6" imgW="5829300" imgH="1054100" progId="Equation.DSMT4">
                  <p:embed/>
                </p:oleObj>
              </mc:Choice>
              <mc:Fallback>
                <p:oleObj name="Equation" r:id="rId6" imgW="5829300" imgH="1054100" progId="Equation.DSMT4">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3768" y="2275475"/>
                        <a:ext cx="4163020" cy="752489"/>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10" name="TextBox 9"/>
              <p:cNvSpPr txBox="1"/>
              <p:nvPr/>
            </p:nvSpPr>
            <p:spPr>
              <a:xfrm>
                <a:off x="290689" y="3284984"/>
                <a:ext cx="7871194"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r>
                            <a:rPr lang="zh-CN" altLang="en-US" i="1" smtClean="0">
                              <a:latin typeface="Cambria Math"/>
                            </a:rPr>
                            <m:t>𝜑</m:t>
                          </m:r>
                          <m:d>
                            <m:dPr>
                              <m:ctrlPr>
                                <a:rPr lang="en-US" altLang="zh-CN" b="0" i="1" smtClean="0">
                                  <a:latin typeface="Cambria Math" panose="02040503050406030204" pitchFamily="18" charset="0"/>
                                </a:rPr>
                              </m:ctrlPr>
                            </m:dPr>
                            <m:e>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1,</m:t>
                              </m:r>
                              <m:r>
                                <a:rPr lang="en-US" altLang="zh-CN" b="0" i="1" smtClean="0">
                                  <a:latin typeface="Cambria Math"/>
                                </a:rPr>
                                <m:t>h</m:t>
                              </m:r>
                            </m:e>
                          </m:d>
                          <m:r>
                            <a:rPr lang="en-US" altLang="zh-CN" b="0" i="1" smtClean="0">
                              <a:latin typeface="Cambria Math"/>
                            </a:rPr>
                            <m:t>−</m:t>
                          </m:r>
                          <m:r>
                            <a:rPr lang="zh-CN" altLang="en-US" b="0" i="1" smtClean="0">
                              <a:latin typeface="Cambria Math"/>
                            </a:rPr>
                            <m:t>𝜑</m:t>
                          </m:r>
                          <m:r>
                            <a:rPr lang="en-US" altLang="zh-CN" b="0" i="1" smtClean="0">
                              <a:latin typeface="Cambria Math"/>
                            </a:rPr>
                            <m:t>(</m:t>
                          </m:r>
                          <m:r>
                            <a:rPr lang="en-US" altLang="zh-CN" b="0" i="1" smtClean="0">
                              <a:latin typeface="Cambria Math"/>
                            </a:rPr>
                            <m:t>𝑥</m:t>
                          </m:r>
                          <m:r>
                            <a:rPr lang="en-US" altLang="zh-CN" b="0" i="1" smtClean="0">
                              <a:latin typeface="Cambria Math"/>
                            </a:rPr>
                            <m:t>,</m:t>
                          </m:r>
                          <m:r>
                            <a:rPr lang="en-US" altLang="zh-CN" b="0" i="1" smtClean="0">
                              <a:latin typeface="Cambria Math"/>
                            </a:rPr>
                            <m:t>𝑦</m:t>
                          </m:r>
                          <m:r>
                            <a:rPr lang="en-US" altLang="zh-CN" b="0" i="1" smtClean="0">
                              <a:latin typeface="Cambria Math"/>
                            </a:rPr>
                            <m:t>2,</m:t>
                          </m:r>
                          <m:r>
                            <a:rPr lang="en-US" altLang="zh-CN" b="0" i="1" smtClean="0">
                              <a:latin typeface="Cambria Math"/>
                            </a:rPr>
                            <m:t>h</m:t>
                          </m:r>
                          <m:r>
                            <a:rPr lang="en-US" altLang="zh-CN" b="0" i="1" smtClean="0">
                              <a:latin typeface="Cambria Math"/>
                            </a:rPr>
                            <m:t>)</m:t>
                          </m:r>
                        </m:e>
                      </m:d>
                      <m:r>
                        <a:rPr lang="en-US" altLang="zh-CN" i="1" smtClean="0">
                          <a:latin typeface="Cambria Math"/>
                        </a:rPr>
                        <m:t>=</m:t>
                      </m:r>
                      <m:d>
                        <m:dPr>
                          <m:begChr m:val="|"/>
                          <m:endChr m:val="|"/>
                          <m:ctrlPr>
                            <a:rPr lang="en-US" altLang="zh-CN" i="1" smtClean="0">
                              <a:latin typeface="Cambria Math" panose="02040503050406030204" pitchFamily="18" charset="0"/>
                            </a:rPr>
                          </m:ctrlPr>
                        </m:dPr>
                        <m:e>
                          <m:sSup>
                            <m:sSupPr>
                              <m:ctrlPr>
                                <a:rPr lang="en-US" altLang="zh-CN" i="1" smtClean="0">
                                  <a:latin typeface="Cambria Math" panose="02040503050406030204" pitchFamily="18" charset="0"/>
                                </a:rPr>
                              </m:ctrlPr>
                            </m:sSupPr>
                            <m:e>
                              <m:r>
                                <a:rPr lang="en-US" altLang="zh-CN" b="0" i="1" smtClean="0">
                                  <a:latin typeface="Cambria Math"/>
                                </a:rPr>
                                <m:t>𝑥</m:t>
                              </m:r>
                            </m:e>
                            <m:sup>
                              <m:r>
                                <a:rPr lang="en-US" altLang="zh-CN" b="0" i="1" smtClean="0">
                                  <a:latin typeface="Cambria Math"/>
                                </a:rPr>
                                <m:t>2</m:t>
                              </m:r>
                            </m:sup>
                          </m:sSup>
                          <m:r>
                            <a:rPr lang="en-US" altLang="zh-CN" b="0" i="1" smtClean="0">
                              <a:latin typeface="Cambria Math"/>
                            </a:rPr>
                            <m:t>∗</m:t>
                          </m:r>
                          <m:r>
                            <a:rPr lang="en-US" altLang="zh-CN" b="0" i="1" smtClean="0">
                              <a:latin typeface="Cambria Math"/>
                            </a:rPr>
                            <m:t>𝑦</m:t>
                          </m:r>
                          <m:r>
                            <a:rPr lang="en-US" altLang="zh-CN" b="0" i="1" smtClean="0">
                              <a:latin typeface="Cambria Math"/>
                            </a:rPr>
                            <m:t>1+5</m:t>
                          </m:r>
                          <m:r>
                            <a:rPr lang="en-US" altLang="zh-CN" b="0" i="1" smtClean="0">
                              <a:latin typeface="Cambria Math"/>
                            </a:rPr>
                            <m:t>𝑥</m:t>
                          </m:r>
                          <m:r>
                            <a:rPr lang="en-US" altLang="zh-CN" b="0" i="1" smtClean="0">
                              <a:latin typeface="Cambria Math"/>
                            </a:rPr>
                            <m:t>−</m:t>
                          </m:r>
                          <m:sSup>
                            <m:sSupPr>
                              <m:ctrlPr>
                                <a:rPr lang="en-US" altLang="zh-CN" b="0" i="1" smtClean="0">
                                  <a:latin typeface="Cambria Math" panose="02040503050406030204" pitchFamily="18" charset="0"/>
                                </a:rPr>
                              </m:ctrlPr>
                            </m:sSupPr>
                            <m:e>
                              <m:r>
                                <a:rPr lang="en-US" altLang="zh-CN" b="0" i="1" smtClean="0">
                                  <a:latin typeface="Cambria Math"/>
                                </a:rPr>
                                <m:t>𝑥</m:t>
                              </m:r>
                            </m:e>
                            <m:sup>
                              <m:r>
                                <a:rPr lang="en-US" altLang="zh-CN" b="0" i="1" smtClean="0">
                                  <a:latin typeface="Cambria Math"/>
                                </a:rPr>
                                <m:t>2</m:t>
                              </m:r>
                            </m:sup>
                          </m:sSup>
                          <m:r>
                            <a:rPr lang="en-US" altLang="zh-CN" b="0" i="1" smtClean="0">
                              <a:latin typeface="Cambria Math"/>
                            </a:rPr>
                            <m:t>∗</m:t>
                          </m:r>
                          <m:r>
                            <a:rPr lang="en-US" altLang="zh-CN" b="0" i="1" smtClean="0">
                              <a:latin typeface="Cambria Math"/>
                            </a:rPr>
                            <m:t>𝑦</m:t>
                          </m:r>
                          <m:r>
                            <a:rPr lang="en-US" altLang="zh-CN" b="0" i="1" smtClean="0">
                              <a:latin typeface="Cambria Math"/>
                            </a:rPr>
                            <m:t>2−5</m:t>
                          </m:r>
                          <m:r>
                            <a:rPr lang="en-US" altLang="zh-CN" b="0" i="1" smtClean="0">
                              <a:latin typeface="Cambria Math"/>
                            </a:rPr>
                            <m:t>𝑥</m:t>
                          </m:r>
                        </m:e>
                      </m:d>
                    </m:oMath>
                  </m:oMathPara>
                </a14:m>
                <a:endParaRPr lang="en-US" altLang="zh-CN" i="1" dirty="0">
                  <a:latin typeface="Cambria Math"/>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a:rPr>
                        <m:t>=</m:t>
                      </m:r>
                      <m:sSup>
                        <m:sSupPr>
                          <m:ctrlPr>
                            <a:rPr lang="en-US" altLang="zh-CN" b="0" i="1" smtClean="0">
                              <a:latin typeface="Cambria Math" panose="02040503050406030204" pitchFamily="18" charset="0"/>
                            </a:rPr>
                          </m:ctrlPr>
                        </m:sSupPr>
                        <m:e>
                          <m:r>
                            <a:rPr lang="en-US" altLang="zh-CN" b="0" i="1" smtClean="0">
                              <a:latin typeface="Cambria Math"/>
                            </a:rPr>
                            <m:t>𝑥</m:t>
                          </m:r>
                        </m:e>
                        <m:sup>
                          <m:r>
                            <a:rPr lang="en-US" altLang="zh-CN" b="0" i="1" smtClean="0">
                              <a:latin typeface="Cambria Math"/>
                            </a:rPr>
                            <m:t>2</m:t>
                          </m:r>
                        </m:sup>
                      </m:sSup>
                      <m:d>
                        <m:dPr>
                          <m:begChr m:val="|"/>
                          <m:endChr m:val="|"/>
                          <m:ctrlPr>
                            <a:rPr lang="en-US" altLang="zh-CN" b="0" i="1" smtClean="0">
                              <a:latin typeface="Cambria Math" panose="02040503050406030204" pitchFamily="18" charset="0"/>
                            </a:rPr>
                          </m:ctrlPr>
                        </m:dPr>
                        <m:e>
                          <m:r>
                            <a:rPr lang="en-US" altLang="zh-CN" b="0" i="1" smtClean="0">
                              <a:latin typeface="Cambria Math"/>
                            </a:rPr>
                            <m:t>𝑦</m:t>
                          </m:r>
                          <m:r>
                            <a:rPr lang="en-US" altLang="zh-CN" b="0" i="1" smtClean="0">
                              <a:latin typeface="Cambria Math"/>
                            </a:rPr>
                            <m:t>1−</m:t>
                          </m:r>
                          <m:r>
                            <a:rPr lang="en-US" altLang="zh-CN" b="0" i="1" smtClean="0">
                              <a:latin typeface="Cambria Math"/>
                            </a:rPr>
                            <m:t>𝑦</m:t>
                          </m:r>
                          <m:r>
                            <a:rPr lang="en-US" altLang="zh-CN" b="0" i="1" smtClean="0">
                              <a:latin typeface="Cambria Math"/>
                            </a:rPr>
                            <m:t>2</m:t>
                          </m:r>
                        </m:e>
                      </m:d>
                      <m:r>
                        <a:rPr lang="en-US" altLang="zh-CN" b="0" i="1" smtClean="0">
                          <a:latin typeface="Cambria Math"/>
                        </a:rPr>
                        <m:t>≤100</m:t>
                      </m:r>
                      <m:d>
                        <m:dPr>
                          <m:begChr m:val="|"/>
                          <m:endChr m:val="|"/>
                          <m:ctrlPr>
                            <a:rPr lang="en-US" altLang="zh-CN" b="0" i="1" smtClean="0">
                              <a:latin typeface="Cambria Math" panose="02040503050406030204" pitchFamily="18" charset="0"/>
                            </a:rPr>
                          </m:ctrlPr>
                        </m:dPr>
                        <m:e>
                          <m:r>
                            <a:rPr lang="en-US" altLang="zh-CN" b="0" i="1" smtClean="0">
                              <a:latin typeface="Cambria Math"/>
                            </a:rPr>
                            <m:t>𝑦</m:t>
                          </m:r>
                          <m:r>
                            <a:rPr lang="en-US" altLang="zh-CN" b="0" i="1" smtClean="0">
                              <a:latin typeface="Cambria Math"/>
                            </a:rPr>
                            <m:t>1−</m:t>
                          </m:r>
                          <m:r>
                            <a:rPr lang="en-US" altLang="zh-CN" b="0" i="1" smtClean="0">
                              <a:latin typeface="Cambria Math"/>
                            </a:rPr>
                            <m:t>𝑦</m:t>
                          </m:r>
                          <m:r>
                            <a:rPr lang="en-US" altLang="zh-CN" b="0" i="1" smtClean="0">
                              <a:latin typeface="Cambria Math"/>
                            </a:rPr>
                            <m:t>2</m:t>
                          </m:r>
                        </m:e>
                      </m:d>
                    </m:oMath>
                  </m:oMathPara>
                </a14:m>
                <a:endParaRPr lang="en-US" altLang="zh-CN" dirty="0"/>
              </a:p>
            </p:txBody>
          </p:sp>
        </mc:Choice>
        <mc:Fallback xmlns="">
          <p:sp>
            <p:nvSpPr>
              <p:cNvPr id="10" name="TextBox 9"/>
              <p:cNvSpPr txBox="1">
                <a:spLocks noRot="1" noChangeAspect="1" noMove="1" noResize="1" noEditPoints="1" noAdjustHandles="1" noChangeArrowheads="1" noChangeShapeType="1" noTextEdit="1"/>
              </p:cNvSpPr>
              <p:nvPr/>
            </p:nvSpPr>
            <p:spPr>
              <a:xfrm>
                <a:off x="290689" y="3284984"/>
                <a:ext cx="7871194" cy="830997"/>
              </a:xfrm>
              <a:prstGeom prst="rect">
                <a:avLst/>
              </a:prstGeom>
              <a:blipFill rotWithShape="1">
                <a:blip r:embed="rId8"/>
                <a:stretch>
                  <a:fillRect b="-9559"/>
                </a:stretch>
              </a:blipFill>
            </p:spPr>
            <p:txBody>
              <a:bodyPr/>
              <a:lstStyle/>
              <a:p>
                <a:r>
                  <a:rPr lang="zh-CN" altLang="en-US">
                    <a:noFill/>
                  </a:rPr>
                  <a:t> </a:t>
                </a:r>
              </a:p>
            </p:txBody>
          </p:sp>
        </mc:Fallback>
      </mc:AlternateContent>
      <p:sp>
        <p:nvSpPr>
          <p:cNvPr id="11" name="TextBox 10"/>
          <p:cNvSpPr txBox="1"/>
          <p:nvPr/>
        </p:nvSpPr>
        <p:spPr>
          <a:xfrm>
            <a:off x="290689" y="4509120"/>
            <a:ext cx="8352928" cy="830997"/>
          </a:xfrm>
          <a:prstGeom prst="rect">
            <a:avLst/>
          </a:prstGeom>
          <a:noFill/>
        </p:spPr>
        <p:txBody>
          <a:bodyPr wrap="square" rtlCol="0">
            <a:spAutoFit/>
          </a:bodyPr>
          <a:lstStyle/>
          <a:p>
            <a:r>
              <a:rPr lang="zh-CN" altLang="en-US" dirty="0"/>
              <a:t>显式欧拉公式的增量函数满足</a:t>
            </a:r>
            <a:r>
              <a:rPr lang="en-US" altLang="zh-CN" dirty="0" err="1"/>
              <a:t>Lipschitz</a:t>
            </a:r>
            <a:r>
              <a:rPr lang="en-US" altLang="zh-CN" dirty="0"/>
              <a:t> </a:t>
            </a:r>
            <a:r>
              <a:rPr lang="zh-CN" altLang="en-US" dirty="0"/>
              <a:t>条件，因此其数值解是收敛的。</a:t>
            </a:r>
          </a:p>
        </p:txBody>
      </p:sp>
    </p:spTree>
    <p:extLst>
      <p:ext uri="{BB962C8B-B14F-4D97-AF65-F5344CB8AC3E}">
        <p14:creationId xmlns:p14="http://schemas.microsoft.com/office/powerpoint/2010/main" val="42554959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9"/>
          <p:cNvGrpSpPr>
            <a:grpSpLocks/>
          </p:cNvGrpSpPr>
          <p:nvPr/>
        </p:nvGrpSpPr>
        <p:grpSpPr bwMode="auto">
          <a:xfrm>
            <a:off x="323528" y="1408465"/>
            <a:ext cx="8602663" cy="2528888"/>
            <a:chOff x="192" y="2432"/>
            <a:chExt cx="5419" cy="1593"/>
          </a:xfrm>
        </p:grpSpPr>
        <p:sp>
          <p:nvSpPr>
            <p:cNvPr id="3" name="Text Box 20"/>
            <p:cNvSpPr txBox="1">
              <a:spLocks noChangeArrowheads="1"/>
            </p:cNvSpPr>
            <p:nvPr/>
          </p:nvSpPr>
          <p:spPr bwMode="auto">
            <a:xfrm>
              <a:off x="192" y="2432"/>
              <a:ext cx="5419" cy="1043"/>
            </a:xfrm>
            <a:prstGeom prst="rect">
              <a:avLst/>
            </a:prstGeom>
            <a:noFill/>
            <a:ln w="12700" cap="sq">
              <a:noFill/>
              <a:miter lim="800000"/>
              <a:headEnd type="none" w="sm" len="sm"/>
              <a:tailEnd type="none" w="sm" len="sm"/>
            </a:ln>
          </p:spPr>
          <p:txBody>
            <a:bodyPr/>
            <a:lstStyle/>
            <a:p>
              <a:pPr marL="1162050" indent="-1162050" algn="just">
                <a:lnSpc>
                  <a:spcPct val="150000"/>
                </a:lnSpc>
                <a:spcBef>
                  <a:spcPct val="20000"/>
                </a:spcBef>
              </a:pPr>
              <a:r>
                <a:rPr lang="zh-CN" altLang="en-US" sz="4000" dirty="0">
                  <a:solidFill>
                    <a:srgbClr val="FF0000"/>
                  </a:solidFill>
                  <a:ea typeface="黑体" pitchFamily="2" charset="-122"/>
                </a:rPr>
                <a:t>定义</a:t>
              </a:r>
              <a:r>
                <a:rPr lang="zh-CN" altLang="en-US" sz="3600" dirty="0"/>
                <a:t>：若一种数值方法在节点 </a:t>
              </a:r>
              <a:r>
                <a:rPr lang="en-US" altLang="zh-CN" sz="3600" i="1" dirty="0" err="1">
                  <a:latin typeface="Times New Roman" pitchFamily="18" charset="0"/>
                </a:rPr>
                <a:t>x</a:t>
              </a:r>
              <a:r>
                <a:rPr lang="en-US" altLang="zh-CN" sz="3600" i="1" baseline="-25000" dirty="0" err="1">
                  <a:latin typeface="Times New Roman" pitchFamily="18" charset="0"/>
                </a:rPr>
                <a:t>n</a:t>
              </a:r>
              <a:r>
                <a:rPr lang="en-US" altLang="zh-CN" sz="3600" dirty="0">
                  <a:latin typeface="Times New Roman" pitchFamily="18" charset="0"/>
                </a:rPr>
                <a:t> </a:t>
              </a:r>
              <a:r>
                <a:rPr lang="zh-CN" altLang="en-US" sz="3600" dirty="0">
                  <a:latin typeface="Times New Roman" pitchFamily="18" charset="0"/>
                </a:rPr>
                <a:t>处的数值解 </a:t>
              </a:r>
              <a:r>
                <a:rPr lang="en-US" altLang="zh-CN" sz="3600" i="1" dirty="0" err="1">
                  <a:latin typeface="Times New Roman" pitchFamily="18" charset="0"/>
                </a:rPr>
                <a:t>y</a:t>
              </a:r>
              <a:r>
                <a:rPr lang="en-US" altLang="zh-CN" sz="3600" i="1" baseline="-25000" dirty="0" err="1">
                  <a:latin typeface="Times New Roman" pitchFamily="18" charset="0"/>
                </a:rPr>
                <a:t>n</a:t>
              </a:r>
              <a:r>
                <a:rPr lang="en-US" altLang="zh-CN" sz="3600" i="1" baseline="-25000" dirty="0">
                  <a:latin typeface="Times New Roman" pitchFamily="18" charset="0"/>
                </a:rPr>
                <a:t> </a:t>
              </a:r>
              <a:r>
                <a:rPr lang="zh-CN" altLang="en-US" sz="3600" dirty="0">
                  <a:latin typeface="Times New Roman" pitchFamily="18" charset="0"/>
                </a:rPr>
                <a:t>的扰动         ，而在以后各节点 </a:t>
              </a:r>
              <a:r>
                <a:rPr lang="en-US" altLang="zh-CN" sz="3600" i="1" dirty="0" err="1">
                  <a:latin typeface="Times New Roman" pitchFamily="18" charset="0"/>
                </a:rPr>
                <a:t>y</a:t>
              </a:r>
              <a:r>
                <a:rPr lang="en-US" altLang="zh-CN" sz="3600" i="1" baseline="-25000" dirty="0" err="1">
                  <a:latin typeface="Times New Roman" pitchFamily="18" charset="0"/>
                </a:rPr>
                <a:t>m</a:t>
              </a:r>
              <a:r>
                <a:rPr lang="zh-CN" altLang="en-US" sz="3600" dirty="0">
                  <a:latin typeface="Times New Roman" pitchFamily="18" charset="0"/>
                </a:rPr>
                <a:t> </a:t>
              </a:r>
              <a:r>
                <a:rPr lang="en-US" altLang="zh-CN" sz="3600" dirty="0">
                  <a:latin typeface="Times New Roman" pitchFamily="18" charset="0"/>
                </a:rPr>
                <a:t>(</a:t>
              </a:r>
              <a:r>
                <a:rPr lang="en-US" altLang="zh-CN" sz="3600" i="1" dirty="0">
                  <a:latin typeface="Times New Roman" pitchFamily="18" charset="0"/>
                </a:rPr>
                <a:t>m </a:t>
              </a:r>
              <a:r>
                <a:rPr lang="en-US" altLang="zh-CN" sz="3600" dirty="0">
                  <a:latin typeface="Times New Roman" pitchFamily="18" charset="0"/>
                </a:rPr>
                <a:t>&gt; </a:t>
              </a:r>
              <a:r>
                <a:rPr lang="en-US" altLang="zh-CN" sz="3600" i="1" dirty="0">
                  <a:latin typeface="Times New Roman" pitchFamily="18" charset="0"/>
                </a:rPr>
                <a:t>n</a:t>
              </a:r>
              <a:r>
                <a:rPr lang="en-US" altLang="zh-CN" sz="3600" dirty="0">
                  <a:latin typeface="Times New Roman" pitchFamily="18" charset="0"/>
                </a:rPr>
                <a:t>) </a:t>
              </a:r>
              <a:r>
                <a:rPr lang="zh-CN" altLang="en-US" sz="3600" dirty="0">
                  <a:latin typeface="Times New Roman" pitchFamily="18" charset="0"/>
                </a:rPr>
                <a:t>上产生的扰动为     ，如果：</a:t>
              </a:r>
            </a:p>
          </p:txBody>
        </p:sp>
        <p:graphicFrame>
          <p:nvGraphicFramePr>
            <p:cNvPr id="4" name="Object 24"/>
            <p:cNvGraphicFramePr>
              <a:graphicFrameLocks noChangeAspect="1"/>
            </p:cNvGraphicFramePr>
            <p:nvPr>
              <p:extLst>
                <p:ext uri="{D42A27DB-BD31-4B8C-83A1-F6EECF244321}">
                  <p14:modId xmlns:p14="http://schemas.microsoft.com/office/powerpoint/2010/main" val="257651497"/>
                </p:ext>
              </p:extLst>
            </p:nvPr>
          </p:nvGraphicFramePr>
          <p:xfrm>
            <a:off x="4909" y="3657"/>
            <a:ext cx="346" cy="368"/>
          </p:xfrm>
          <a:graphic>
            <a:graphicData uri="http://schemas.openxmlformats.org/presentationml/2006/ole">
              <mc:AlternateContent xmlns:mc="http://schemas.openxmlformats.org/markup-compatibility/2006">
                <mc:Choice xmlns:v="urn:schemas-microsoft-com:vml" Requires="v">
                  <p:oleObj name="Equation" r:id="rId2" imgW="406080" imgH="431640" progId="Equation.DSMT4">
                    <p:embed/>
                  </p:oleObj>
                </mc:Choice>
                <mc:Fallback>
                  <p:oleObj name="Equation" r:id="rId2" imgW="406080" imgH="4316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9" y="3657"/>
                          <a:ext cx="346" cy="368"/>
                        </a:xfrm>
                        <a:prstGeom prst="rect">
                          <a:avLst/>
                        </a:prstGeom>
                        <a:noFill/>
                        <a:ln>
                          <a:noFill/>
                        </a:ln>
                        <a:effectLst/>
                      </p:spPr>
                    </p:pic>
                  </p:oleObj>
                </mc:Fallback>
              </mc:AlternateContent>
            </a:graphicData>
          </a:graphic>
        </p:graphicFrame>
        <p:graphicFrame>
          <p:nvGraphicFramePr>
            <p:cNvPr id="5" name="Object 26"/>
            <p:cNvGraphicFramePr>
              <a:graphicFrameLocks noChangeAspect="1"/>
            </p:cNvGraphicFramePr>
            <p:nvPr>
              <p:extLst>
                <p:ext uri="{D42A27DB-BD31-4B8C-83A1-F6EECF244321}">
                  <p14:modId xmlns:p14="http://schemas.microsoft.com/office/powerpoint/2010/main" val="3470013956"/>
                </p:ext>
              </p:extLst>
            </p:nvPr>
          </p:nvGraphicFramePr>
          <p:xfrm>
            <a:off x="2823" y="3158"/>
            <a:ext cx="680" cy="317"/>
          </p:xfrm>
          <a:graphic>
            <a:graphicData uri="http://schemas.openxmlformats.org/presentationml/2006/ole">
              <mc:AlternateContent xmlns:mc="http://schemas.openxmlformats.org/markup-compatibility/2006">
                <mc:Choice xmlns:v="urn:schemas-microsoft-com:vml" Requires="v">
                  <p:oleObj name="Equation" r:id="rId4" imgW="927000" imgH="431640" progId="Equation.DSMT4">
                    <p:embed/>
                  </p:oleObj>
                </mc:Choice>
                <mc:Fallback>
                  <p:oleObj name="Equation" r:id="rId4" imgW="927000" imgH="4316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3" y="3158"/>
                          <a:ext cx="680" cy="317"/>
                        </a:xfrm>
                        <a:prstGeom prst="rect">
                          <a:avLst/>
                        </a:prstGeom>
                        <a:noFill/>
                        <a:ln>
                          <a:noFill/>
                        </a:ln>
                        <a:effectLst/>
                      </p:spPr>
                    </p:pic>
                  </p:oleObj>
                </mc:Fallback>
              </mc:AlternateContent>
            </a:graphicData>
          </a:graphic>
        </p:graphicFrame>
      </p:grpSp>
      <p:graphicFrame>
        <p:nvGraphicFramePr>
          <p:cNvPr id="6" name="Object 11"/>
          <p:cNvGraphicFramePr>
            <a:graphicFrameLocks noChangeAspect="1"/>
          </p:cNvGraphicFramePr>
          <p:nvPr>
            <p:extLst>
              <p:ext uri="{D42A27DB-BD31-4B8C-83A1-F6EECF244321}">
                <p14:modId xmlns:p14="http://schemas.microsoft.com/office/powerpoint/2010/main" val="220717293"/>
              </p:ext>
            </p:extLst>
          </p:nvPr>
        </p:nvGraphicFramePr>
        <p:xfrm>
          <a:off x="2051720" y="4864849"/>
          <a:ext cx="6434142" cy="639316"/>
        </p:xfrm>
        <a:graphic>
          <a:graphicData uri="http://schemas.openxmlformats.org/presentationml/2006/ole">
            <mc:AlternateContent xmlns:mc="http://schemas.openxmlformats.org/markup-compatibility/2006">
              <mc:Choice xmlns:v="urn:schemas-microsoft-com:vml" Requires="v">
                <p:oleObj name="Equation" r:id="rId6" imgW="4991040" imgH="495000" progId="Equation.DSMT4">
                  <p:embed/>
                </p:oleObj>
              </mc:Choice>
              <mc:Fallback>
                <p:oleObj name="Equation" r:id="rId6" imgW="4991040" imgH="495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720" y="4864849"/>
                        <a:ext cx="6434142" cy="639316"/>
                      </a:xfrm>
                      <a:prstGeom prst="rect">
                        <a:avLst/>
                      </a:prstGeom>
                      <a:noFill/>
                      <a:ln>
                        <a:noFill/>
                      </a:ln>
                      <a:effectLst/>
                    </p:spPr>
                  </p:pic>
                </p:oleObj>
              </mc:Fallback>
            </mc:AlternateContent>
          </a:graphicData>
        </a:graphic>
      </p:graphicFrame>
      <p:sp>
        <p:nvSpPr>
          <p:cNvPr id="7" name="Rectangle 23"/>
          <p:cNvSpPr>
            <a:spLocks noChangeArrowheads="1"/>
          </p:cNvSpPr>
          <p:nvPr/>
        </p:nvSpPr>
        <p:spPr bwMode="auto">
          <a:xfrm>
            <a:off x="1475656" y="5805264"/>
            <a:ext cx="5743880" cy="646331"/>
          </a:xfrm>
          <a:prstGeom prst="rect">
            <a:avLst/>
          </a:prstGeom>
          <a:noFill/>
          <a:ln w="12700" cap="sq">
            <a:noFill/>
            <a:miter lim="800000"/>
            <a:headEnd type="none" w="sm" len="sm"/>
            <a:tailEnd type="none" w="sm" len="sm"/>
          </a:ln>
        </p:spPr>
        <p:txBody>
          <a:bodyPr wrap="none">
            <a:spAutoFit/>
          </a:bodyPr>
          <a:lstStyle/>
          <a:p>
            <a:r>
              <a:rPr lang="zh-CN" altLang="en-US" sz="3600" dirty="0">
                <a:latin typeface="Times New Roman" pitchFamily="18" charset="0"/>
              </a:rPr>
              <a:t>则称该数值方法是</a:t>
            </a:r>
            <a:r>
              <a:rPr lang="zh-CN" altLang="en-US" sz="3600" dirty="0">
                <a:solidFill>
                  <a:srgbClr val="FF0000"/>
                </a:solidFill>
                <a:latin typeface="Times New Roman" pitchFamily="18" charset="0"/>
              </a:rPr>
              <a:t>稳定</a:t>
            </a:r>
            <a:r>
              <a:rPr lang="zh-CN" altLang="en-US" sz="3600" dirty="0">
                <a:latin typeface="Times New Roman" pitchFamily="18" charset="0"/>
              </a:rPr>
              <a:t>的。</a:t>
            </a:r>
          </a:p>
        </p:txBody>
      </p:sp>
      <p:sp>
        <p:nvSpPr>
          <p:cNvPr id="8" name="Rectangle 2"/>
          <p:cNvSpPr txBox="1">
            <a:spLocks noChangeArrowheads="1"/>
          </p:cNvSpPr>
          <p:nvPr/>
        </p:nvSpPr>
        <p:spPr>
          <a:xfrm>
            <a:off x="107504" y="188640"/>
            <a:ext cx="7543800" cy="72008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a:lstStyle>
          <a:p>
            <a:pPr algn="l" eaLnBrk="1" hangingPunct="1"/>
            <a:r>
              <a:rPr kumimoji="0" lang="zh-CN" altLang="en-US" kern="0" dirty="0"/>
              <a:t>单步法的稳定性</a:t>
            </a:r>
          </a:p>
        </p:txBody>
      </p:sp>
    </p:spTree>
    <p:extLst>
      <p:ext uri="{BB962C8B-B14F-4D97-AF65-F5344CB8AC3E}">
        <p14:creationId xmlns:p14="http://schemas.microsoft.com/office/powerpoint/2010/main" val="190218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grpId="0" nodeType="clickEffect">
                                  <p:stCondLst>
                                    <p:cond delay="0"/>
                                  </p:stCondLst>
                                  <p:iterate type="lt">
                                    <p:tmPct val="50000"/>
                                  </p:iterate>
                                  <p:childTnLst>
                                    <p:set>
                                      <p:cBhvr>
                                        <p:cTn id="16" dur="1" fill="hold">
                                          <p:stCondLst>
                                            <p:cond delay="0"/>
                                          </p:stCondLst>
                                        </p:cTn>
                                        <p:tgtEl>
                                          <p:spTgt spid="7"/>
                                        </p:tgtEl>
                                        <p:attrNameLst>
                                          <p:attrName>style.visibility</p:attrName>
                                        </p:attrNameLst>
                                      </p:cBhvr>
                                      <p:to>
                                        <p:strVal val="visible"/>
                                      </p:to>
                                    </p:set>
                                    <p:anim calcmode="discrete" valueType="clr">
                                      <p:cBhvr override="childStyle">
                                        <p:cTn id="1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7"/>
                                        </p:tgtEl>
                                        <p:attrNameLst>
                                          <p:attrName>fillcolor</p:attrName>
                                        </p:attrNameLst>
                                      </p:cBhvr>
                                      <p:tavLst>
                                        <p:tav tm="0">
                                          <p:val>
                                            <p:clrVal>
                                              <a:schemeClr val="accent2"/>
                                            </p:clrVal>
                                          </p:val>
                                        </p:tav>
                                        <p:tav tm="50000">
                                          <p:val>
                                            <p:clrVal>
                                              <a:schemeClr val="hlink"/>
                                            </p:clrVal>
                                          </p:val>
                                        </p:tav>
                                      </p:tavLst>
                                    </p:anim>
                                    <p:set>
                                      <p:cBhvr>
                                        <p:cTn id="19"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542604" y="2199460"/>
            <a:ext cx="4572000" cy="779462"/>
          </a:xfrm>
          <a:prstGeom prst="rect">
            <a:avLst/>
          </a:prstGeom>
          <a:noFill/>
          <a:ln w="12700" cap="sq">
            <a:noFill/>
            <a:miter lim="800000"/>
            <a:headEnd type="none" w="sm" len="sm"/>
            <a:tailEnd type="none" w="sm" len="sm"/>
          </a:ln>
        </p:spPr>
        <p:txBody>
          <a:bodyPr>
            <a:spAutoFit/>
          </a:bodyPr>
          <a:lstStyle/>
          <a:p>
            <a:pPr>
              <a:spcBef>
                <a:spcPct val="50000"/>
              </a:spcBef>
            </a:pPr>
            <a:endParaRPr lang="zh-CN" altLang="en-US" b="0">
              <a:latin typeface="Tahoma" pitchFamily="34" charset="0"/>
            </a:endParaRPr>
          </a:p>
          <a:p>
            <a:pPr>
              <a:spcBef>
                <a:spcPct val="50000"/>
              </a:spcBef>
            </a:pPr>
            <a:endParaRPr lang="zh-CN" altLang="en-US" b="0">
              <a:latin typeface="Tahoma" pitchFamily="34" charset="0"/>
            </a:endParaRPr>
          </a:p>
        </p:txBody>
      </p:sp>
      <p:grpSp>
        <p:nvGrpSpPr>
          <p:cNvPr id="3" name="Group 15"/>
          <p:cNvGrpSpPr>
            <a:grpSpLocks/>
          </p:cNvGrpSpPr>
          <p:nvPr/>
        </p:nvGrpSpPr>
        <p:grpSpPr bwMode="auto">
          <a:xfrm>
            <a:off x="688132" y="2788123"/>
            <a:ext cx="6351656" cy="645169"/>
            <a:chOff x="381" y="1560"/>
            <a:chExt cx="3887" cy="336"/>
          </a:xfrm>
        </p:grpSpPr>
        <p:sp>
          <p:nvSpPr>
            <p:cNvPr id="4" name="Rectangle 6"/>
            <p:cNvSpPr>
              <a:spLocks noChangeArrowheads="1"/>
            </p:cNvSpPr>
            <p:nvPr/>
          </p:nvSpPr>
          <p:spPr bwMode="auto">
            <a:xfrm>
              <a:off x="381" y="1570"/>
              <a:ext cx="1361" cy="316"/>
            </a:xfrm>
            <a:prstGeom prst="rect">
              <a:avLst/>
            </a:prstGeom>
            <a:noFill/>
            <a:ln w="9525">
              <a:noFill/>
              <a:miter lim="800000"/>
              <a:headEnd/>
              <a:tailEnd/>
            </a:ln>
          </p:spPr>
          <p:txBody>
            <a:bodyPr/>
            <a:lstStyle/>
            <a:p>
              <a:pPr marL="360363" indent="-360363">
                <a:lnSpc>
                  <a:spcPct val="110000"/>
                </a:lnSpc>
                <a:spcBef>
                  <a:spcPct val="20000"/>
                </a:spcBef>
                <a:buClr>
                  <a:schemeClr val="hlink"/>
                </a:buClr>
                <a:buSzPct val="75000"/>
                <a:buFont typeface="Wingdings" pitchFamily="2" charset="2"/>
                <a:buChar char="Ø"/>
              </a:pPr>
              <a:r>
                <a:rPr lang="zh-CN" altLang="en-US" sz="3600" dirty="0">
                  <a:latin typeface="Times New Roman" pitchFamily="18" charset="0"/>
                </a:rPr>
                <a:t>欧拉法：</a:t>
              </a:r>
              <a:endParaRPr lang="en-US" altLang="zh-CN" sz="3600" dirty="0">
                <a:latin typeface="Times New Roman" pitchFamily="18" charset="0"/>
                <a:sym typeface="Symbol" pitchFamily="18" charset="2"/>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3355038857"/>
                </p:ext>
              </p:extLst>
            </p:nvPr>
          </p:nvGraphicFramePr>
          <p:xfrm>
            <a:off x="1788" y="1560"/>
            <a:ext cx="2480" cy="336"/>
          </p:xfrm>
          <a:graphic>
            <a:graphicData uri="http://schemas.openxmlformats.org/presentationml/2006/ole">
              <mc:AlternateContent xmlns:mc="http://schemas.openxmlformats.org/markup-compatibility/2006">
                <mc:Choice xmlns:v="urn:schemas-microsoft-com:vml" Requires="v">
                  <p:oleObj name="Equation" r:id="rId2" imgW="3187440" imgH="431640" progId="Equation.DSMT4">
                    <p:embed/>
                  </p:oleObj>
                </mc:Choice>
                <mc:Fallback>
                  <p:oleObj name="Equation" r:id="rId2" imgW="3187440" imgH="43164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8" y="1560"/>
                          <a:ext cx="2480" cy="336"/>
                        </a:xfrm>
                        <a:prstGeom prst="rect">
                          <a:avLst/>
                        </a:prstGeom>
                        <a:noFill/>
                        <a:ln>
                          <a:noFill/>
                        </a:ln>
                        <a:effectLst/>
                      </p:spPr>
                    </p:pic>
                  </p:oleObj>
                </mc:Fallback>
              </mc:AlternateContent>
            </a:graphicData>
          </a:graphic>
        </p:graphicFrame>
      </p:grpSp>
      <p:grpSp>
        <p:nvGrpSpPr>
          <p:cNvPr id="6" name="Group 26"/>
          <p:cNvGrpSpPr>
            <a:grpSpLocks/>
          </p:cNvGrpSpPr>
          <p:nvPr/>
        </p:nvGrpSpPr>
        <p:grpSpPr bwMode="auto">
          <a:xfrm>
            <a:off x="107504" y="500835"/>
            <a:ext cx="8964612" cy="2089150"/>
            <a:chOff x="113" y="845"/>
            <a:chExt cx="5647" cy="1316"/>
          </a:xfrm>
        </p:grpSpPr>
        <p:sp>
          <p:nvSpPr>
            <p:cNvPr id="7" name="Rectangle 13"/>
            <p:cNvSpPr>
              <a:spLocks noChangeArrowheads="1"/>
            </p:cNvSpPr>
            <p:nvPr/>
          </p:nvSpPr>
          <p:spPr bwMode="auto">
            <a:xfrm>
              <a:off x="113" y="845"/>
              <a:ext cx="5647" cy="896"/>
            </a:xfrm>
            <a:prstGeom prst="rect">
              <a:avLst/>
            </a:prstGeom>
            <a:noFill/>
            <a:ln w="12700" cap="sq">
              <a:noFill/>
              <a:miter lim="800000"/>
              <a:headEnd type="none" w="sm" len="sm"/>
              <a:tailEnd type="none" w="sm" len="sm"/>
            </a:ln>
          </p:spPr>
          <p:txBody>
            <a:bodyPr>
              <a:spAutoFit/>
            </a:bodyPr>
            <a:lstStyle/>
            <a:p>
              <a:pPr marL="365125" indent="-365125">
                <a:lnSpc>
                  <a:spcPct val="120000"/>
                </a:lnSpc>
                <a:spcBef>
                  <a:spcPct val="20000"/>
                </a:spcBef>
                <a:buClr>
                  <a:schemeClr val="hlink"/>
                </a:buClr>
                <a:buSzPct val="75000"/>
                <a:buFont typeface="Wingdings" pitchFamily="2" charset="2"/>
                <a:buBlip>
                  <a:blip r:embed="rId4"/>
                </a:buBlip>
              </a:pPr>
              <a:r>
                <a:rPr lang="zh-CN" altLang="en-US" sz="3600" dirty="0">
                  <a:latin typeface="Times New Roman" pitchFamily="18" charset="0"/>
                </a:rPr>
                <a:t>由于函数 </a:t>
              </a:r>
              <a:r>
                <a:rPr lang="en-US" altLang="zh-CN" sz="3600" i="1" dirty="0">
                  <a:latin typeface="Times New Roman" pitchFamily="18" charset="0"/>
                </a:rPr>
                <a:t>f </a:t>
              </a:r>
              <a:r>
                <a:rPr lang="en-US" altLang="zh-CN" sz="3600" dirty="0">
                  <a:latin typeface="Times New Roman" pitchFamily="18" charset="0"/>
                </a:rPr>
                <a:t> (</a:t>
              </a:r>
              <a:r>
                <a:rPr lang="en-US" altLang="zh-CN" sz="3600" i="1" dirty="0">
                  <a:latin typeface="Times New Roman" pitchFamily="18" charset="0"/>
                </a:rPr>
                <a:t>x</a:t>
              </a:r>
              <a:r>
                <a:rPr lang="en-US" altLang="zh-CN" sz="3600" dirty="0">
                  <a:latin typeface="Times New Roman" pitchFamily="18" charset="0"/>
                </a:rPr>
                <a:t>, </a:t>
              </a:r>
              <a:r>
                <a:rPr lang="en-US" altLang="zh-CN" sz="3600" i="1" dirty="0">
                  <a:latin typeface="Times New Roman" pitchFamily="18" charset="0"/>
                </a:rPr>
                <a:t>y</a:t>
              </a:r>
              <a:r>
                <a:rPr lang="en-US" altLang="zh-CN" sz="3600" dirty="0">
                  <a:latin typeface="Times New Roman" pitchFamily="18" charset="0"/>
                </a:rPr>
                <a:t>) </a:t>
              </a:r>
              <a:r>
                <a:rPr lang="zh-CN" altLang="en-US" sz="3600" dirty="0">
                  <a:latin typeface="Times New Roman" pitchFamily="18" charset="0"/>
                </a:rPr>
                <a:t>的多样性，数值稳定性的分析相当复杂，通常只研究模型方程</a:t>
              </a:r>
              <a:endParaRPr lang="en-US" altLang="zh-CN" sz="3600" dirty="0">
                <a:latin typeface="Times New Roman" pitchFamily="18" charset="0"/>
              </a:endParaRPr>
            </a:p>
          </p:txBody>
        </p:sp>
        <p:graphicFrame>
          <p:nvGraphicFramePr>
            <p:cNvPr id="8" name="Object 11"/>
            <p:cNvGraphicFramePr>
              <a:graphicFrameLocks noChangeAspect="1"/>
            </p:cNvGraphicFramePr>
            <p:nvPr>
              <p:extLst>
                <p:ext uri="{D42A27DB-BD31-4B8C-83A1-F6EECF244321}">
                  <p14:modId xmlns:p14="http://schemas.microsoft.com/office/powerpoint/2010/main" val="2698356691"/>
                </p:ext>
              </p:extLst>
            </p:nvPr>
          </p:nvGraphicFramePr>
          <p:xfrm>
            <a:off x="1701" y="1778"/>
            <a:ext cx="2357" cy="383"/>
          </p:xfrm>
          <a:graphic>
            <a:graphicData uri="http://schemas.openxmlformats.org/presentationml/2006/ole">
              <mc:AlternateContent xmlns:mc="http://schemas.openxmlformats.org/markup-compatibility/2006">
                <mc:Choice xmlns:v="urn:schemas-microsoft-com:vml" Requires="v">
                  <p:oleObj name="Equation" r:id="rId5" imgW="2501640" imgH="406080" progId="Equation.DSMT4">
                    <p:embed/>
                  </p:oleObj>
                </mc:Choice>
                <mc:Fallback>
                  <p:oleObj name="Equation" r:id="rId5" imgW="2501640" imgH="4060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1" y="1778"/>
                          <a:ext cx="2357" cy="383"/>
                        </a:xfrm>
                        <a:prstGeom prst="rect">
                          <a:avLst/>
                        </a:prstGeom>
                        <a:noFill/>
                        <a:ln>
                          <a:noFill/>
                        </a:ln>
                        <a:effectLst/>
                      </p:spPr>
                    </p:pic>
                  </p:oleObj>
                </mc:Fallback>
              </mc:AlternateContent>
            </a:graphicData>
          </a:graphic>
        </p:graphicFrame>
      </p:grpSp>
      <p:grpSp>
        <p:nvGrpSpPr>
          <p:cNvPr id="9" name="Group 25"/>
          <p:cNvGrpSpPr>
            <a:grpSpLocks/>
          </p:cNvGrpSpPr>
          <p:nvPr/>
        </p:nvGrpSpPr>
        <p:grpSpPr bwMode="auto">
          <a:xfrm>
            <a:off x="1022400" y="3754914"/>
            <a:ext cx="6575426" cy="1027113"/>
            <a:chOff x="607" y="1969"/>
            <a:chExt cx="4142" cy="647"/>
          </a:xfrm>
        </p:grpSpPr>
        <p:sp>
          <p:nvSpPr>
            <p:cNvPr id="10" name="Rectangle 17"/>
            <p:cNvSpPr>
              <a:spLocks noChangeArrowheads="1"/>
            </p:cNvSpPr>
            <p:nvPr/>
          </p:nvSpPr>
          <p:spPr bwMode="auto">
            <a:xfrm>
              <a:off x="607" y="1969"/>
              <a:ext cx="2255" cy="407"/>
            </a:xfrm>
            <a:prstGeom prst="rect">
              <a:avLst/>
            </a:prstGeom>
            <a:noFill/>
            <a:ln w="12700" cap="sq">
              <a:noFill/>
              <a:miter lim="800000"/>
              <a:headEnd type="none" w="sm" len="sm"/>
              <a:tailEnd type="none" w="sm" len="sm"/>
            </a:ln>
          </p:spPr>
          <p:txBody>
            <a:bodyPr>
              <a:spAutoFit/>
            </a:bodyPr>
            <a:lstStyle/>
            <a:p>
              <a:r>
                <a:rPr lang="zh-CN" altLang="en-US" sz="3600" dirty="0">
                  <a:latin typeface="Times New Roman" pitchFamily="18" charset="0"/>
                </a:rPr>
                <a:t>考察模型方程：</a:t>
              </a:r>
            </a:p>
          </p:txBody>
        </p:sp>
        <p:graphicFrame>
          <p:nvGraphicFramePr>
            <p:cNvPr id="11" name="Object 18"/>
            <p:cNvGraphicFramePr>
              <a:graphicFrameLocks noChangeAspect="1"/>
            </p:cNvGraphicFramePr>
            <p:nvPr>
              <p:extLst>
                <p:ext uri="{D42A27DB-BD31-4B8C-83A1-F6EECF244321}">
                  <p14:modId xmlns:p14="http://schemas.microsoft.com/office/powerpoint/2010/main" val="747926155"/>
                </p:ext>
              </p:extLst>
            </p:nvPr>
          </p:nvGraphicFramePr>
          <p:xfrm>
            <a:off x="2662" y="2277"/>
            <a:ext cx="2087" cy="339"/>
          </p:xfrm>
          <a:graphic>
            <a:graphicData uri="http://schemas.openxmlformats.org/presentationml/2006/ole">
              <mc:AlternateContent xmlns:mc="http://schemas.openxmlformats.org/markup-compatibility/2006">
                <mc:Choice xmlns:v="urn:schemas-microsoft-com:vml" Requires="v">
                  <p:oleObj name="Equation" r:id="rId7" imgW="2501640" imgH="406080" progId="Equation.DSMT4">
                    <p:embed/>
                  </p:oleObj>
                </mc:Choice>
                <mc:Fallback>
                  <p:oleObj name="Equation" r:id="rId7" imgW="2501640" imgH="4060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2" y="2277"/>
                          <a:ext cx="2087" cy="339"/>
                        </a:xfrm>
                        <a:prstGeom prst="rect">
                          <a:avLst/>
                        </a:prstGeom>
                        <a:noFill/>
                        <a:ln>
                          <a:noFill/>
                        </a:ln>
                        <a:effectLst/>
                      </p:spPr>
                    </p:pic>
                  </p:oleObj>
                </mc:Fallback>
              </mc:AlternateContent>
            </a:graphicData>
          </a:graphic>
        </p:graphicFrame>
      </p:grpSp>
      <p:grpSp>
        <p:nvGrpSpPr>
          <p:cNvPr id="12" name="Group 24"/>
          <p:cNvGrpSpPr>
            <a:grpSpLocks/>
          </p:cNvGrpSpPr>
          <p:nvPr/>
        </p:nvGrpSpPr>
        <p:grpSpPr bwMode="auto">
          <a:xfrm>
            <a:off x="992312" y="4892209"/>
            <a:ext cx="5178425" cy="896938"/>
            <a:chOff x="605" y="2614"/>
            <a:chExt cx="3262" cy="565"/>
          </a:xfrm>
        </p:grpSpPr>
        <p:graphicFrame>
          <p:nvGraphicFramePr>
            <p:cNvPr id="13" name="Object 8"/>
            <p:cNvGraphicFramePr>
              <a:graphicFrameLocks noChangeAspect="1"/>
            </p:cNvGraphicFramePr>
            <p:nvPr>
              <p:extLst>
                <p:ext uri="{D42A27DB-BD31-4B8C-83A1-F6EECF244321}">
                  <p14:modId xmlns:p14="http://schemas.microsoft.com/office/powerpoint/2010/main" val="2724271482"/>
                </p:ext>
              </p:extLst>
            </p:nvPr>
          </p:nvGraphicFramePr>
          <p:xfrm>
            <a:off x="1793" y="2817"/>
            <a:ext cx="2074" cy="362"/>
          </p:xfrm>
          <a:graphic>
            <a:graphicData uri="http://schemas.openxmlformats.org/presentationml/2006/ole">
              <mc:AlternateContent xmlns:mc="http://schemas.openxmlformats.org/markup-compatibility/2006">
                <mc:Choice xmlns:v="urn:schemas-microsoft-com:vml" Requires="v">
                  <p:oleObj name="Equation" r:id="rId8" imgW="2476440" imgH="431640" progId="Equation.DSMT4">
                    <p:embed/>
                  </p:oleObj>
                </mc:Choice>
                <mc:Fallback>
                  <p:oleObj name="Equation" r:id="rId8" imgW="2476440" imgH="43164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3" y="2817"/>
                          <a:ext cx="2074" cy="362"/>
                        </a:xfrm>
                        <a:prstGeom prst="rect">
                          <a:avLst/>
                        </a:prstGeom>
                        <a:noFill/>
                        <a:ln>
                          <a:noFill/>
                        </a:ln>
                        <a:effectLst/>
                      </p:spPr>
                    </p:pic>
                  </p:oleObj>
                </mc:Fallback>
              </mc:AlternateContent>
            </a:graphicData>
          </a:graphic>
        </p:graphicFrame>
        <p:sp>
          <p:nvSpPr>
            <p:cNvPr id="14" name="Rectangle 20"/>
            <p:cNvSpPr>
              <a:spLocks noChangeArrowheads="1"/>
            </p:cNvSpPr>
            <p:nvPr/>
          </p:nvSpPr>
          <p:spPr bwMode="auto">
            <a:xfrm>
              <a:off x="605" y="2614"/>
              <a:ext cx="672" cy="407"/>
            </a:xfrm>
            <a:prstGeom prst="rect">
              <a:avLst/>
            </a:prstGeom>
            <a:noFill/>
            <a:ln w="12700" cap="sq">
              <a:noFill/>
              <a:miter lim="800000"/>
              <a:headEnd type="none" w="sm" len="sm"/>
              <a:tailEnd type="none" w="sm" len="sm"/>
            </a:ln>
          </p:spPr>
          <p:txBody>
            <a:bodyPr>
              <a:spAutoFit/>
            </a:bodyPr>
            <a:lstStyle/>
            <a:p>
              <a:r>
                <a:rPr lang="zh-CN" altLang="en-US" sz="3600" dirty="0">
                  <a:latin typeface="Times New Roman" pitchFamily="18" charset="0"/>
                </a:rPr>
                <a:t>即：</a:t>
              </a:r>
            </a:p>
          </p:txBody>
        </p:sp>
      </p:grpSp>
      <p:sp>
        <p:nvSpPr>
          <p:cNvPr id="16" name="TextBox 15"/>
          <p:cNvSpPr txBox="1"/>
          <p:nvPr/>
        </p:nvSpPr>
        <p:spPr>
          <a:xfrm>
            <a:off x="6372200" y="6021288"/>
            <a:ext cx="2448272" cy="707886"/>
          </a:xfrm>
          <a:prstGeom prst="rect">
            <a:avLst/>
          </a:prstGeom>
          <a:noFill/>
        </p:spPr>
        <p:txBody>
          <a:bodyPr wrap="square" rtlCol="0">
            <a:spAutoFit/>
          </a:bodyPr>
          <a:lstStyle/>
          <a:p>
            <a:r>
              <a:rPr lang="zh-CN" altLang="en-US" sz="4000" dirty="0"/>
              <a:t>见习题 </a:t>
            </a:r>
            <a:r>
              <a:rPr lang="en-US" altLang="zh-CN" sz="4000" dirty="0"/>
              <a:t>9</a:t>
            </a:r>
            <a:endParaRPr lang="zh-CN" altLang="en-US" sz="4000" dirty="0"/>
          </a:p>
        </p:txBody>
      </p:sp>
    </p:spTree>
    <p:extLst>
      <p:ext uri="{BB962C8B-B14F-4D97-AF65-F5344CB8AC3E}">
        <p14:creationId xmlns:p14="http://schemas.microsoft.com/office/powerpoint/2010/main" val="226806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downRigh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9155"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17A6A3E-76E7-412B-BCB0-A3B30D6D6AC3}" type="slidenum">
              <a:rPr lang="en-US" altLang="zh-CN" sz="1400"/>
              <a:pPr eaLnBrk="1" hangingPunct="1"/>
              <a:t>71</a:t>
            </a:fld>
            <a:endParaRPr lang="en-US" altLang="zh-CN" sz="1400"/>
          </a:p>
        </p:txBody>
      </p:sp>
      <p:sp>
        <p:nvSpPr>
          <p:cNvPr id="16" name="Rectangle 1026"/>
          <p:cNvSpPr txBox="1">
            <a:spLocks noChangeArrowheads="1"/>
          </p:cNvSpPr>
          <p:nvPr/>
        </p:nvSpPr>
        <p:spPr>
          <a:xfrm>
            <a:off x="1115616" y="116632"/>
            <a:ext cx="6337300" cy="865188"/>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宋体" charset="-122"/>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SimSun" pitchFamily="2" charset="-122"/>
              </a:defRPr>
            </a:lvl6pPr>
            <a:lvl7pPr marL="914400" algn="ctr" rtl="0" fontAlgn="base">
              <a:spcBef>
                <a:spcPct val="0"/>
              </a:spcBef>
              <a:spcAft>
                <a:spcPct val="0"/>
              </a:spcAft>
              <a:defRPr kumimoji="1" sz="4400">
                <a:solidFill>
                  <a:schemeClr val="tx2"/>
                </a:solidFill>
                <a:latin typeface="Times New Roman" pitchFamily="18" charset="0"/>
                <a:ea typeface="SimSun" pitchFamily="2" charset="-122"/>
              </a:defRPr>
            </a:lvl7pPr>
            <a:lvl8pPr marL="1371600" algn="ctr" rtl="0" fontAlgn="base">
              <a:spcBef>
                <a:spcPct val="0"/>
              </a:spcBef>
              <a:spcAft>
                <a:spcPct val="0"/>
              </a:spcAft>
              <a:defRPr kumimoji="1" sz="4400">
                <a:solidFill>
                  <a:schemeClr val="tx2"/>
                </a:solidFill>
                <a:latin typeface="Times New Roman" pitchFamily="18" charset="0"/>
                <a:ea typeface="SimSun" pitchFamily="2" charset="-122"/>
              </a:defRPr>
            </a:lvl8pPr>
            <a:lvl9pPr marL="1828800" algn="ctr" rtl="0" fontAlgn="base">
              <a:spcBef>
                <a:spcPct val="0"/>
              </a:spcBef>
              <a:spcAft>
                <a:spcPct val="0"/>
              </a:spcAft>
              <a:defRPr kumimoji="1" sz="4400">
                <a:solidFill>
                  <a:schemeClr val="tx2"/>
                </a:solidFill>
                <a:latin typeface="Times New Roman" pitchFamily="18" charset="0"/>
                <a:ea typeface="SimSun" pitchFamily="2" charset="-122"/>
              </a:defRPr>
            </a:lvl9pPr>
          </a:lstStyle>
          <a:p>
            <a:pPr algn="l" eaLnBrk="1" hangingPunct="1">
              <a:lnSpc>
                <a:spcPct val="150000"/>
              </a:lnSpc>
              <a:defRPr/>
            </a:pPr>
            <a:r>
              <a:rPr lang="zh-CN" altLang="en-US" sz="3600" b="1" kern="0" dirty="0">
                <a:latin typeface="黑体" pitchFamily="49" charset="-122"/>
                <a:ea typeface="黑体" pitchFamily="49" charset="-122"/>
              </a:rPr>
              <a:t>第六章  非线性方程的求根</a:t>
            </a:r>
            <a:br>
              <a:rPr lang="zh-CN" altLang="en-US" sz="3600" b="1" kern="0" dirty="0">
                <a:latin typeface="黑体" pitchFamily="49" charset="-122"/>
                <a:ea typeface="黑体" pitchFamily="49" charset="-122"/>
              </a:rPr>
            </a:br>
            <a:endParaRPr lang="en-US" altLang="zh-CN" sz="2400" b="1" kern="0" dirty="0">
              <a:solidFill>
                <a:srgbClr val="008000"/>
              </a:solidFill>
            </a:endParaRPr>
          </a:p>
        </p:txBody>
      </p:sp>
      <p:sp>
        <p:nvSpPr>
          <p:cNvPr id="2" name="TextBox 1"/>
          <p:cNvSpPr txBox="1"/>
          <p:nvPr/>
        </p:nvSpPr>
        <p:spPr>
          <a:xfrm>
            <a:off x="827584" y="1268760"/>
            <a:ext cx="5040560" cy="584775"/>
          </a:xfrm>
          <a:prstGeom prst="rect">
            <a:avLst/>
          </a:prstGeom>
          <a:noFill/>
        </p:spPr>
        <p:txBody>
          <a:bodyPr wrap="square" rtlCol="0">
            <a:spAutoFit/>
          </a:bodyPr>
          <a:lstStyle/>
          <a:p>
            <a:r>
              <a:rPr lang="en-US" altLang="zh-CN" sz="3200" b="1" dirty="0"/>
              <a:t>1. </a:t>
            </a:r>
            <a:r>
              <a:rPr lang="zh-CN" altLang="en-US" sz="3200" b="1" dirty="0"/>
              <a:t>非线性方程求根的定义</a:t>
            </a:r>
          </a:p>
        </p:txBody>
      </p:sp>
      <p:sp>
        <p:nvSpPr>
          <p:cNvPr id="20" name="TextBox 19"/>
          <p:cNvSpPr txBox="1"/>
          <p:nvPr/>
        </p:nvSpPr>
        <p:spPr>
          <a:xfrm>
            <a:off x="827584" y="2124145"/>
            <a:ext cx="5040560" cy="584775"/>
          </a:xfrm>
          <a:prstGeom prst="rect">
            <a:avLst/>
          </a:prstGeom>
          <a:noFill/>
        </p:spPr>
        <p:txBody>
          <a:bodyPr wrap="square" rtlCol="0">
            <a:spAutoFit/>
          </a:bodyPr>
          <a:lstStyle/>
          <a:p>
            <a:r>
              <a:rPr lang="en-US" altLang="zh-CN" sz="3200" b="1" dirty="0"/>
              <a:t>2. </a:t>
            </a:r>
            <a:r>
              <a:rPr lang="zh-CN" altLang="en-US" sz="3200" b="1" dirty="0"/>
              <a:t>二分法求根</a:t>
            </a:r>
          </a:p>
        </p:txBody>
      </p:sp>
      <p:sp>
        <p:nvSpPr>
          <p:cNvPr id="25" name="TextBox 24"/>
          <p:cNvSpPr txBox="1"/>
          <p:nvPr/>
        </p:nvSpPr>
        <p:spPr>
          <a:xfrm>
            <a:off x="854426" y="3068960"/>
            <a:ext cx="5040560" cy="584775"/>
          </a:xfrm>
          <a:prstGeom prst="rect">
            <a:avLst/>
          </a:prstGeom>
          <a:noFill/>
        </p:spPr>
        <p:txBody>
          <a:bodyPr wrap="square" rtlCol="0">
            <a:spAutoFit/>
          </a:bodyPr>
          <a:lstStyle/>
          <a:p>
            <a:r>
              <a:rPr lang="en-US" altLang="zh-CN" sz="3200" b="1" dirty="0"/>
              <a:t>3.</a:t>
            </a:r>
            <a:r>
              <a:rPr lang="zh-CN" altLang="en-US" sz="3200" b="1" dirty="0"/>
              <a:t>迭代法求根</a:t>
            </a:r>
          </a:p>
        </p:txBody>
      </p:sp>
      <p:sp>
        <p:nvSpPr>
          <p:cNvPr id="3" name="TextBox 24">
            <a:extLst>
              <a:ext uri="{FF2B5EF4-FFF2-40B4-BE49-F238E27FC236}">
                <a16:creationId xmlns:a16="http://schemas.microsoft.com/office/drawing/2014/main" id="{BD33D2BF-19F2-A443-AB8C-B0F4AC5A9391}"/>
              </a:ext>
            </a:extLst>
          </p:cNvPr>
          <p:cNvSpPr txBox="1"/>
          <p:nvPr/>
        </p:nvSpPr>
        <p:spPr>
          <a:xfrm>
            <a:off x="890286" y="4002114"/>
            <a:ext cx="5040560" cy="584775"/>
          </a:xfrm>
          <a:prstGeom prst="rect">
            <a:avLst/>
          </a:prstGeom>
          <a:noFill/>
        </p:spPr>
        <p:txBody>
          <a:bodyPr wrap="square" rtlCol="0">
            <a:spAutoFit/>
          </a:bodyPr>
          <a:lstStyle/>
          <a:p>
            <a:r>
              <a:rPr lang="en-US" altLang="zh-CN" sz="3200" b="1" dirty="0"/>
              <a:t>4.</a:t>
            </a:r>
            <a:r>
              <a:rPr lang="zh-CN" altLang="en-US" sz="3200" b="1" dirty="0"/>
              <a:t>牛顿法</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C000">
            <a:alpha val="15000"/>
          </a:srgbClr>
        </a:solidFill>
        <a:effectLst/>
      </p:bgPr>
    </p:bg>
    <p:spTree>
      <p:nvGrpSpPr>
        <p:cNvPr id="1" name=""/>
        <p:cNvGrpSpPr/>
        <p:nvPr/>
      </p:nvGrpSpPr>
      <p:grpSpPr>
        <a:xfrm>
          <a:off x="0" y="0"/>
          <a:ext cx="0" cy="0"/>
          <a:chOff x="0" y="0"/>
          <a:chExt cx="0" cy="0"/>
        </a:xfrm>
      </p:grpSpPr>
      <p:sp>
        <p:nvSpPr>
          <p:cNvPr id="49155"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17A6A3E-76E7-412B-BCB0-A3B30D6D6AC3}" type="slidenum">
              <a:rPr lang="en-US" altLang="zh-CN" sz="1400"/>
              <a:pPr eaLnBrk="1" hangingPunct="1"/>
              <a:t>72</a:t>
            </a:fld>
            <a:endParaRPr lang="en-US" altLang="zh-CN" sz="1400"/>
          </a:p>
        </p:txBody>
      </p:sp>
      <p:sp>
        <p:nvSpPr>
          <p:cNvPr id="18" name="Text Box 88"/>
          <p:cNvSpPr txBox="1">
            <a:spLocks noChangeArrowheads="1"/>
          </p:cNvSpPr>
          <p:nvPr/>
        </p:nvSpPr>
        <p:spPr bwMode="auto">
          <a:xfrm>
            <a:off x="436563" y="3613051"/>
            <a:ext cx="8390438"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如果实数        满足                   ，则称        是方程</a:t>
            </a:r>
            <a:r>
              <a:rPr lang="en-US" altLang="zh-CN" sz="2400" dirty="0">
                <a:latin typeface="楷体_GB2312" pitchFamily="49" charset="-122"/>
                <a:ea typeface="楷体_GB2312" pitchFamily="49" charset="-122"/>
              </a:rPr>
              <a:t>(1.1)</a:t>
            </a:r>
            <a:r>
              <a:rPr lang="zh-CN" altLang="en-US" sz="2400" dirty="0">
                <a:latin typeface="楷体_GB2312" pitchFamily="49" charset="-122"/>
                <a:ea typeface="楷体_GB2312" pitchFamily="49" charset="-122"/>
              </a:rPr>
              <a:t>的</a:t>
            </a:r>
          </a:p>
          <a:p>
            <a:pPr eaLnBrk="1" hangingPunct="1">
              <a:lnSpc>
                <a:spcPct val="150000"/>
              </a:lnSpc>
              <a:spcBef>
                <a:spcPct val="0"/>
              </a:spcBef>
              <a:buFontTx/>
              <a:buNone/>
            </a:pPr>
            <a:r>
              <a:rPr lang="zh-CN" altLang="en-US" sz="2400" dirty="0">
                <a:solidFill>
                  <a:srgbClr val="FF0000"/>
                </a:solidFill>
                <a:latin typeface="楷体_GB2312" pitchFamily="49" charset="-122"/>
                <a:ea typeface="楷体_GB2312" pitchFamily="49" charset="-122"/>
              </a:rPr>
              <a:t>根</a:t>
            </a:r>
            <a:r>
              <a:rPr lang="zh-CN" altLang="en-US" sz="2400" dirty="0">
                <a:latin typeface="楷体_GB2312" pitchFamily="49" charset="-122"/>
                <a:ea typeface="楷体_GB2312" pitchFamily="49" charset="-122"/>
              </a:rPr>
              <a:t>，或称        是         的</a:t>
            </a:r>
            <a:r>
              <a:rPr lang="zh-CN" altLang="en-US" sz="2400" dirty="0">
                <a:solidFill>
                  <a:srgbClr val="FF0000"/>
                </a:solidFill>
                <a:latin typeface="楷体_GB2312" pitchFamily="49" charset="-122"/>
                <a:ea typeface="楷体_GB2312" pitchFamily="49" charset="-122"/>
              </a:rPr>
              <a:t>零点</a:t>
            </a:r>
            <a:r>
              <a:rPr lang="en-US" altLang="zh-CN" sz="2400" dirty="0">
                <a:latin typeface="楷体_GB2312" pitchFamily="49" charset="-122"/>
                <a:ea typeface="楷体_GB2312" pitchFamily="49" charset="-122"/>
              </a:rPr>
              <a:t>.</a:t>
            </a:r>
          </a:p>
        </p:txBody>
      </p:sp>
      <p:sp>
        <p:nvSpPr>
          <p:cNvPr id="19" name="灯片编号占位符 1"/>
          <p:cNvSpPr txBox="1">
            <a:spLocks/>
          </p:cNvSpPr>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1pPr>
            <a:lvl2pPr marL="742950" indent="-28575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2pPr>
            <a:lvl3pPr marL="11430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3pPr>
            <a:lvl4pPr marL="16002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4pPr>
            <a:lvl5pPr marL="2057400" indent="-228600" algn="l" rtl="0" eaLnBrk="0" fontAlgn="base" hangingPunct="0">
              <a:spcBef>
                <a:spcPct val="0"/>
              </a:spcBef>
              <a:spcAft>
                <a:spcPct val="0"/>
              </a:spcAft>
              <a:defRPr kumimoji="1" sz="24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0"/>
              </a:spcBef>
              <a:spcAft>
                <a:spcPct val="0"/>
              </a:spcAft>
              <a:defRPr kumimoji="1" sz="2400" kern="1200">
                <a:solidFill>
                  <a:schemeClr val="tx1"/>
                </a:solidFill>
                <a:latin typeface="Times New Roman" pitchFamily="18" charset="0"/>
                <a:ea typeface="宋体" charset="-122"/>
                <a:cs typeface="+mn-cs"/>
              </a:defRPr>
            </a:lvl9pPr>
          </a:lstStyle>
          <a:p>
            <a:pPr eaLnBrk="1" hangingPunct="1"/>
            <a:fld id="{517A6A3E-76E7-412B-BCB0-A3B30D6D6AC3}" type="slidenum">
              <a:rPr lang="en-US" altLang="zh-CN" sz="1400" smtClean="0"/>
              <a:pPr eaLnBrk="1" hangingPunct="1"/>
              <a:t>72</a:t>
            </a:fld>
            <a:endParaRPr lang="en-US" altLang="zh-CN" sz="1400"/>
          </a:p>
        </p:txBody>
      </p:sp>
      <p:sp>
        <p:nvSpPr>
          <p:cNvPr id="21" name="Text Box 33"/>
          <p:cNvSpPr txBox="1">
            <a:spLocks noChangeArrowheads="1"/>
          </p:cNvSpPr>
          <p:nvPr/>
        </p:nvSpPr>
        <p:spPr bwMode="auto">
          <a:xfrm>
            <a:off x="687646" y="2371462"/>
            <a:ext cx="7630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dirty="0">
                <a:latin typeface="楷体_GB2312" pitchFamily="49" charset="-122"/>
                <a:ea typeface="楷体_GB2312" pitchFamily="49" charset="-122"/>
              </a:rPr>
              <a:t>其中                                              也可以是无穷区间</a:t>
            </a:r>
            <a:r>
              <a:rPr lang="en-US" altLang="zh-CN" sz="2400" dirty="0">
                <a:latin typeface="楷体_GB2312" pitchFamily="49" charset="-122"/>
                <a:ea typeface="楷体_GB2312" pitchFamily="49" charset="-122"/>
              </a:rPr>
              <a:t>. </a:t>
            </a:r>
          </a:p>
        </p:txBody>
      </p:sp>
      <p:graphicFrame>
        <p:nvGraphicFramePr>
          <p:cNvPr id="25" name="Object 34"/>
          <p:cNvGraphicFramePr>
            <a:graphicFrameLocks noChangeAspect="1"/>
          </p:cNvGraphicFramePr>
          <p:nvPr>
            <p:extLst>
              <p:ext uri="{D42A27DB-BD31-4B8C-83A1-F6EECF244321}">
                <p14:modId xmlns:p14="http://schemas.microsoft.com/office/powerpoint/2010/main" val="4286808572"/>
              </p:ext>
            </p:extLst>
          </p:nvPr>
        </p:nvGraphicFramePr>
        <p:xfrm>
          <a:off x="1413917" y="2427838"/>
          <a:ext cx="4030910" cy="373207"/>
        </p:xfrm>
        <a:graphic>
          <a:graphicData uri="http://schemas.openxmlformats.org/presentationml/2006/ole">
            <mc:AlternateContent xmlns:mc="http://schemas.openxmlformats.org/markup-compatibility/2006">
              <mc:Choice xmlns:v="urn:schemas-microsoft-com:vml" Requires="v">
                <p:oleObj name="公式" r:id="rId2" imgW="1993680" imgH="203040" progId="Equation.3">
                  <p:embed/>
                </p:oleObj>
              </mc:Choice>
              <mc:Fallback>
                <p:oleObj name="公式" r:id="rId2" imgW="1993680" imgH="203040" progId="Equation.3">
                  <p:embed/>
                  <p:pic>
                    <p:nvPicPr>
                      <p:cNvPr id="0" name=""/>
                      <p:cNvPicPr>
                        <a:picLocks noChangeAspect="1" noChangeArrowheads="1"/>
                      </p:cNvPicPr>
                      <p:nvPr/>
                    </p:nvPicPr>
                    <p:blipFill>
                      <a:blip r:embed="rId3"/>
                      <a:srcRect/>
                      <a:stretch>
                        <a:fillRect/>
                      </a:stretch>
                    </p:blipFill>
                    <p:spPr bwMode="auto">
                      <a:xfrm>
                        <a:off x="1413917" y="2427838"/>
                        <a:ext cx="4030910" cy="373207"/>
                      </a:xfrm>
                      <a:prstGeom prst="rect">
                        <a:avLst/>
                      </a:prstGeom>
                      <a:noFill/>
                      <a:ln>
                        <a:noFill/>
                      </a:ln>
                      <a:effectLst/>
                    </p:spPr>
                  </p:pic>
                </p:oleObj>
              </mc:Fallback>
            </mc:AlternateContent>
          </a:graphicData>
        </a:graphic>
      </p:graphicFrame>
      <p:sp>
        <p:nvSpPr>
          <p:cNvPr id="26" name="Text Box 70"/>
          <p:cNvSpPr txBox="1">
            <a:spLocks noChangeArrowheads="1"/>
          </p:cNvSpPr>
          <p:nvPr/>
        </p:nvSpPr>
        <p:spPr bwMode="auto">
          <a:xfrm>
            <a:off x="611560" y="3083288"/>
            <a:ext cx="6192837"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90000"/>
              </a:lnSpc>
              <a:spcBef>
                <a:spcPct val="50000"/>
              </a:spcBef>
              <a:buFontTx/>
              <a:buNone/>
            </a:pPr>
            <a:r>
              <a:rPr lang="en-US" altLang="zh-CN" sz="2400" i="1" dirty="0">
                <a:ea typeface="楷体_GB2312" pitchFamily="49" charset="-122"/>
                <a:sym typeface="Symbol" pitchFamily="18" charset="2"/>
              </a:rPr>
              <a:t>f</a:t>
            </a:r>
            <a:r>
              <a:rPr lang="en-US" altLang="zh-CN" sz="2400" dirty="0">
                <a:ea typeface="楷体_GB2312" pitchFamily="49" charset="-122"/>
                <a:sym typeface="Symbol" pitchFamily="18" charset="2"/>
              </a:rPr>
              <a:t>(</a:t>
            </a:r>
            <a:r>
              <a:rPr lang="en-US" altLang="zh-CN" sz="2400" i="1" dirty="0">
                <a:ea typeface="楷体_GB2312" pitchFamily="49" charset="-122"/>
                <a:sym typeface="Symbol" pitchFamily="18" charset="2"/>
              </a:rPr>
              <a:t>x</a:t>
            </a:r>
            <a:r>
              <a:rPr lang="en-US" altLang="zh-CN" sz="2400" dirty="0">
                <a:ea typeface="楷体_GB2312" pitchFamily="49" charset="-122"/>
                <a:sym typeface="Symbol" pitchFamily="18" charset="2"/>
              </a:rPr>
              <a:t>)</a:t>
            </a:r>
            <a:r>
              <a:rPr lang="zh-CN" altLang="en-US" sz="2400" dirty="0">
                <a:ea typeface="楷体_GB2312" pitchFamily="49" charset="-122"/>
              </a:rPr>
              <a:t>是</a:t>
            </a:r>
            <a:r>
              <a:rPr lang="zh-CN" altLang="en-US" sz="2400" dirty="0">
                <a:solidFill>
                  <a:srgbClr val="FF0000"/>
                </a:solidFill>
                <a:ea typeface="楷体_GB2312" pitchFamily="49" charset="-122"/>
              </a:rPr>
              <a:t>高次多项式函数</a:t>
            </a:r>
            <a:r>
              <a:rPr lang="zh-CN" altLang="en-US" sz="2400" dirty="0">
                <a:ea typeface="楷体_GB2312" pitchFamily="49" charset="-122"/>
              </a:rPr>
              <a:t>或</a:t>
            </a:r>
            <a:r>
              <a:rPr lang="zh-CN" altLang="en-US" sz="2400" dirty="0">
                <a:solidFill>
                  <a:srgbClr val="FF0000"/>
                </a:solidFill>
                <a:ea typeface="楷体_GB2312" pitchFamily="49" charset="-122"/>
              </a:rPr>
              <a:t>超越函数</a:t>
            </a:r>
            <a:endParaRPr lang="zh-CN" altLang="en-US" sz="2400" baseline="30000" dirty="0">
              <a:solidFill>
                <a:srgbClr val="FF0000"/>
              </a:solidFill>
              <a:ea typeface="楷体_GB2312" pitchFamily="49" charset="-122"/>
              <a:sym typeface="Symbol" pitchFamily="18" charset="2"/>
            </a:endParaRPr>
          </a:p>
        </p:txBody>
      </p:sp>
      <p:sp>
        <p:nvSpPr>
          <p:cNvPr id="27" name="Text Box 32"/>
          <p:cNvSpPr txBox="1">
            <a:spLocks noChangeArrowheads="1"/>
          </p:cNvSpPr>
          <p:nvPr/>
        </p:nvSpPr>
        <p:spPr bwMode="auto">
          <a:xfrm>
            <a:off x="337188" y="1308959"/>
            <a:ext cx="4321175"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dirty="0">
                <a:latin typeface="楷体_GB2312" pitchFamily="49" charset="-122"/>
                <a:ea typeface="楷体_GB2312" pitchFamily="49" charset="-122"/>
              </a:rPr>
              <a:t>单变量非线性方程的一般形式 </a:t>
            </a:r>
          </a:p>
        </p:txBody>
      </p:sp>
      <p:grpSp>
        <p:nvGrpSpPr>
          <p:cNvPr id="28" name="Group 44"/>
          <p:cNvGrpSpPr>
            <a:grpSpLocks/>
          </p:cNvGrpSpPr>
          <p:nvPr/>
        </p:nvGrpSpPr>
        <p:grpSpPr bwMode="auto">
          <a:xfrm>
            <a:off x="2571750" y="1787426"/>
            <a:ext cx="5564188" cy="549275"/>
            <a:chOff x="1689" y="1900"/>
            <a:chExt cx="3505" cy="346"/>
          </a:xfrm>
        </p:grpSpPr>
        <p:graphicFrame>
          <p:nvGraphicFramePr>
            <p:cNvPr id="29" name="Object 22"/>
            <p:cNvGraphicFramePr>
              <a:graphicFrameLocks noChangeAspect="1"/>
            </p:cNvGraphicFramePr>
            <p:nvPr/>
          </p:nvGraphicFramePr>
          <p:xfrm>
            <a:off x="1689" y="1988"/>
            <a:ext cx="893" cy="237"/>
          </p:xfrm>
          <a:graphic>
            <a:graphicData uri="http://schemas.openxmlformats.org/presentationml/2006/ole">
              <mc:AlternateContent xmlns:mc="http://schemas.openxmlformats.org/markup-compatibility/2006">
                <mc:Choice xmlns:v="urn:schemas-microsoft-com:vml" Requires="v">
                  <p:oleObj name="公式" r:id="rId4" imgW="571465" imgH="171408" progId="Equation.3">
                    <p:embed/>
                  </p:oleObj>
                </mc:Choice>
                <mc:Fallback>
                  <p:oleObj name="公式" r:id="rId4" imgW="571465" imgH="17140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9" y="1988"/>
                          <a:ext cx="893"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Text Box 23"/>
            <p:cNvSpPr txBox="1">
              <a:spLocks noChangeArrowheads="1"/>
            </p:cNvSpPr>
            <p:nvPr/>
          </p:nvSpPr>
          <p:spPr bwMode="auto">
            <a:xfrm>
              <a:off x="4556" y="1900"/>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1.1</a:t>
              </a:r>
              <a:r>
                <a:rPr lang="zh-CN" altLang="en-US" sz="2000">
                  <a:solidFill>
                    <a:srgbClr val="FF0000"/>
                  </a:solidFill>
                  <a:ea typeface="楷体_GB2312" pitchFamily="49" charset="-122"/>
                </a:rPr>
                <a:t>）</a:t>
              </a:r>
            </a:p>
          </p:txBody>
        </p:sp>
      </p:grpSp>
      <p:graphicFrame>
        <p:nvGraphicFramePr>
          <p:cNvPr id="31" name="Object 89"/>
          <p:cNvGraphicFramePr>
            <a:graphicFrameLocks noChangeAspect="1"/>
          </p:cNvGraphicFramePr>
          <p:nvPr>
            <p:extLst>
              <p:ext uri="{D42A27DB-BD31-4B8C-83A1-F6EECF244321}">
                <p14:modId xmlns:p14="http://schemas.microsoft.com/office/powerpoint/2010/main" val="3736105811"/>
              </p:ext>
            </p:extLst>
          </p:nvPr>
        </p:nvGraphicFramePr>
        <p:xfrm>
          <a:off x="2170857" y="3853521"/>
          <a:ext cx="487362" cy="225425"/>
        </p:xfrm>
        <a:graphic>
          <a:graphicData uri="http://schemas.openxmlformats.org/presentationml/2006/ole">
            <mc:AlternateContent xmlns:mc="http://schemas.openxmlformats.org/markup-compatibility/2006">
              <mc:Choice xmlns:v="urn:schemas-microsoft-com:vml" Requires="v">
                <p:oleObj name="公式" r:id="rId6" imgW="266400" imgH="152280" progId="Equation.3">
                  <p:embed/>
                </p:oleObj>
              </mc:Choice>
              <mc:Fallback>
                <p:oleObj name="公式" r:id="rId6" imgW="266400" imgH="152280" progId="Equation.3">
                  <p:embed/>
                  <p:pic>
                    <p:nvPicPr>
                      <p:cNvPr id="0" name=""/>
                      <p:cNvPicPr>
                        <a:picLocks noChangeAspect="1" noChangeArrowheads="1"/>
                      </p:cNvPicPr>
                      <p:nvPr/>
                    </p:nvPicPr>
                    <p:blipFill>
                      <a:blip r:embed="rId7"/>
                      <a:srcRect/>
                      <a:stretch>
                        <a:fillRect/>
                      </a:stretch>
                    </p:blipFill>
                    <p:spPr bwMode="auto">
                      <a:xfrm>
                        <a:off x="2170857" y="3853521"/>
                        <a:ext cx="487362" cy="225425"/>
                      </a:xfrm>
                      <a:prstGeom prst="rect">
                        <a:avLst/>
                      </a:prstGeom>
                      <a:noFill/>
                      <a:ln>
                        <a:noFill/>
                      </a:ln>
                      <a:effectLst/>
                    </p:spPr>
                  </p:pic>
                </p:oleObj>
              </mc:Fallback>
            </mc:AlternateContent>
          </a:graphicData>
        </a:graphic>
      </p:graphicFrame>
      <p:graphicFrame>
        <p:nvGraphicFramePr>
          <p:cNvPr id="32" name="Object 90"/>
          <p:cNvGraphicFramePr>
            <a:graphicFrameLocks noChangeAspect="1"/>
          </p:cNvGraphicFramePr>
          <p:nvPr>
            <p:extLst>
              <p:ext uri="{D42A27DB-BD31-4B8C-83A1-F6EECF244321}">
                <p14:modId xmlns:p14="http://schemas.microsoft.com/office/powerpoint/2010/main" val="3597922359"/>
              </p:ext>
            </p:extLst>
          </p:nvPr>
        </p:nvGraphicFramePr>
        <p:xfrm>
          <a:off x="2803104" y="4297365"/>
          <a:ext cx="889000" cy="446088"/>
        </p:xfrm>
        <a:graphic>
          <a:graphicData uri="http://schemas.openxmlformats.org/presentationml/2006/ole">
            <mc:AlternateContent xmlns:mc="http://schemas.openxmlformats.org/markup-compatibility/2006">
              <mc:Choice xmlns:v="urn:schemas-microsoft-com:vml" Requires="v">
                <p:oleObj name="公式" r:id="rId8" imgW="342720" imgH="203040" progId="Equation.3">
                  <p:embed/>
                </p:oleObj>
              </mc:Choice>
              <mc:Fallback>
                <p:oleObj name="公式" r:id="rId8" imgW="342720" imgH="203040" progId="Equation.3">
                  <p:embed/>
                  <p:pic>
                    <p:nvPicPr>
                      <p:cNvPr id="0" name=""/>
                      <p:cNvPicPr>
                        <a:picLocks noChangeAspect="1" noChangeArrowheads="1"/>
                      </p:cNvPicPr>
                      <p:nvPr/>
                    </p:nvPicPr>
                    <p:blipFill>
                      <a:blip r:embed="rId9"/>
                      <a:srcRect/>
                      <a:stretch>
                        <a:fillRect/>
                      </a:stretch>
                    </p:blipFill>
                    <p:spPr bwMode="auto">
                      <a:xfrm>
                        <a:off x="2803104" y="4297365"/>
                        <a:ext cx="8890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91"/>
          <p:cNvGraphicFramePr>
            <a:graphicFrameLocks noChangeAspect="1"/>
          </p:cNvGraphicFramePr>
          <p:nvPr>
            <p:extLst>
              <p:ext uri="{D42A27DB-BD31-4B8C-83A1-F6EECF244321}">
                <p14:modId xmlns:p14="http://schemas.microsoft.com/office/powerpoint/2010/main" val="2192219597"/>
              </p:ext>
            </p:extLst>
          </p:nvPr>
        </p:nvGraphicFramePr>
        <p:xfrm>
          <a:off x="3429372" y="3754339"/>
          <a:ext cx="1790700" cy="446087"/>
        </p:xfrm>
        <a:graphic>
          <a:graphicData uri="http://schemas.openxmlformats.org/presentationml/2006/ole">
            <mc:AlternateContent xmlns:mc="http://schemas.openxmlformats.org/markup-compatibility/2006">
              <mc:Choice xmlns:v="urn:schemas-microsoft-com:vml" Requires="v">
                <p:oleObj name="公式" r:id="rId10" imgW="723600" imgH="203040" progId="Equation.3">
                  <p:embed/>
                </p:oleObj>
              </mc:Choice>
              <mc:Fallback>
                <p:oleObj name="公式" r:id="rId10" imgW="723600" imgH="203040" progId="Equation.3">
                  <p:embed/>
                  <p:pic>
                    <p:nvPicPr>
                      <p:cNvPr id="0" name=""/>
                      <p:cNvPicPr>
                        <a:picLocks noChangeAspect="1" noChangeArrowheads="1"/>
                      </p:cNvPicPr>
                      <p:nvPr/>
                    </p:nvPicPr>
                    <p:blipFill>
                      <a:blip r:embed="rId11"/>
                      <a:srcRect/>
                      <a:stretch>
                        <a:fillRect/>
                      </a:stretch>
                    </p:blipFill>
                    <p:spPr bwMode="auto">
                      <a:xfrm>
                        <a:off x="3429372" y="3754339"/>
                        <a:ext cx="17907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92"/>
          <p:cNvGraphicFramePr>
            <a:graphicFrameLocks noChangeAspect="1"/>
          </p:cNvGraphicFramePr>
          <p:nvPr>
            <p:extLst>
              <p:ext uri="{D42A27DB-BD31-4B8C-83A1-F6EECF244321}">
                <p14:modId xmlns:p14="http://schemas.microsoft.com/office/powerpoint/2010/main" val="2580096731"/>
              </p:ext>
            </p:extLst>
          </p:nvPr>
        </p:nvGraphicFramePr>
        <p:xfrm>
          <a:off x="5991225" y="3781425"/>
          <a:ext cx="711200" cy="328613"/>
        </p:xfrm>
        <a:graphic>
          <a:graphicData uri="http://schemas.openxmlformats.org/presentationml/2006/ole">
            <mc:AlternateContent xmlns:mc="http://schemas.openxmlformats.org/markup-compatibility/2006">
              <mc:Choice xmlns:v="urn:schemas-microsoft-com:vml" Requires="v">
                <p:oleObj name="公式" r:id="rId12" imgW="266400" imgH="152280" progId="Equation.3">
                  <p:embed/>
                </p:oleObj>
              </mc:Choice>
              <mc:Fallback>
                <p:oleObj name="公式" r:id="rId12" imgW="266400" imgH="152280" progId="Equation.3">
                  <p:embed/>
                  <p:pic>
                    <p:nvPicPr>
                      <p:cNvPr id="0" name=""/>
                      <p:cNvPicPr>
                        <a:picLocks noChangeAspect="1" noChangeArrowheads="1"/>
                      </p:cNvPicPr>
                      <p:nvPr/>
                    </p:nvPicPr>
                    <p:blipFill>
                      <a:blip r:embed="rId13"/>
                      <a:srcRect/>
                      <a:stretch>
                        <a:fillRect/>
                      </a:stretch>
                    </p:blipFill>
                    <p:spPr bwMode="auto">
                      <a:xfrm>
                        <a:off x="5991225" y="3781425"/>
                        <a:ext cx="71120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93"/>
          <p:cNvGraphicFramePr>
            <a:graphicFrameLocks noChangeAspect="1"/>
          </p:cNvGraphicFramePr>
          <p:nvPr>
            <p:extLst>
              <p:ext uri="{D42A27DB-BD31-4B8C-83A1-F6EECF244321}">
                <p14:modId xmlns:p14="http://schemas.microsoft.com/office/powerpoint/2010/main" val="1407085388"/>
              </p:ext>
            </p:extLst>
          </p:nvPr>
        </p:nvGraphicFramePr>
        <p:xfrm>
          <a:off x="1691680" y="4333776"/>
          <a:ext cx="711200" cy="328613"/>
        </p:xfrm>
        <a:graphic>
          <a:graphicData uri="http://schemas.openxmlformats.org/presentationml/2006/ole">
            <mc:AlternateContent xmlns:mc="http://schemas.openxmlformats.org/markup-compatibility/2006">
              <mc:Choice xmlns:v="urn:schemas-microsoft-com:vml" Requires="v">
                <p:oleObj name="公式" r:id="rId14" imgW="266400" imgH="152280" progId="Equation.3">
                  <p:embed/>
                </p:oleObj>
              </mc:Choice>
              <mc:Fallback>
                <p:oleObj name="公式" r:id="rId14" imgW="266400" imgH="152280" progId="Equation.3">
                  <p:embed/>
                  <p:pic>
                    <p:nvPicPr>
                      <p:cNvPr id="0" name=""/>
                      <p:cNvPicPr>
                        <a:picLocks noChangeAspect="1" noChangeArrowheads="1"/>
                      </p:cNvPicPr>
                      <p:nvPr/>
                    </p:nvPicPr>
                    <p:blipFill>
                      <a:blip r:embed="rId15"/>
                      <a:srcRect/>
                      <a:stretch>
                        <a:fillRect/>
                      </a:stretch>
                    </p:blipFill>
                    <p:spPr bwMode="auto">
                      <a:xfrm>
                        <a:off x="1691680" y="4333776"/>
                        <a:ext cx="71120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214312" y="296280"/>
            <a:ext cx="7069137" cy="584775"/>
          </a:xfrm>
          <a:prstGeom prst="rect">
            <a:avLst/>
          </a:prstGeom>
          <a:noFill/>
        </p:spPr>
        <p:txBody>
          <a:bodyPr wrap="square" rtlCol="0">
            <a:spAutoFit/>
          </a:bodyPr>
          <a:lstStyle/>
          <a:p>
            <a:r>
              <a:rPr lang="en-US" altLang="zh-CN" sz="3200" b="1" dirty="0"/>
              <a:t>1. </a:t>
            </a:r>
            <a:r>
              <a:rPr lang="zh-CN" altLang="en-US" sz="3200" b="1" dirty="0"/>
              <a:t>非线性方程求根的定义</a:t>
            </a:r>
          </a:p>
        </p:txBody>
      </p:sp>
    </p:spTree>
    <p:extLst>
      <p:ext uri="{BB962C8B-B14F-4D97-AF65-F5344CB8AC3E}">
        <p14:creationId xmlns:p14="http://schemas.microsoft.com/office/powerpoint/2010/main" val="23226013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017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6449819-AA0B-464D-B74C-680F95145D08}" type="slidenum">
              <a:rPr lang="en-US" altLang="zh-CN" sz="1400"/>
              <a:pPr eaLnBrk="1" hangingPunct="1"/>
              <a:t>73</a:t>
            </a:fld>
            <a:endParaRPr lang="en-US" altLang="zh-CN" sz="1400"/>
          </a:p>
        </p:txBody>
      </p:sp>
      <p:sp>
        <p:nvSpPr>
          <p:cNvPr id="50179" name="TextBox 3"/>
          <p:cNvSpPr txBox="1">
            <a:spLocks noChangeArrowheads="1"/>
          </p:cNvSpPr>
          <p:nvPr/>
        </p:nvSpPr>
        <p:spPr bwMode="auto">
          <a:xfrm>
            <a:off x="468313" y="-26988"/>
            <a:ext cx="3167062"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dirty="0"/>
              <a:t>2. </a:t>
            </a:r>
            <a:r>
              <a:rPr lang="zh-CN" altLang="en-US" sz="3200" dirty="0"/>
              <a:t>二分法求根</a:t>
            </a:r>
          </a:p>
        </p:txBody>
      </p:sp>
      <p:sp>
        <p:nvSpPr>
          <p:cNvPr id="5" name="Text Box 5"/>
          <p:cNvSpPr txBox="1">
            <a:spLocks noChangeArrowheads="1"/>
          </p:cNvSpPr>
          <p:nvPr/>
        </p:nvSpPr>
        <p:spPr bwMode="auto">
          <a:xfrm>
            <a:off x="827088" y="476250"/>
            <a:ext cx="67675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FontTx/>
              <a:buNone/>
            </a:pPr>
            <a:r>
              <a:rPr lang="zh-CN" altLang="en-US" sz="2400">
                <a:solidFill>
                  <a:srgbClr val="000000"/>
                </a:solidFill>
                <a:ea typeface="楷体_GB2312" pitchFamily="49" charset="-122"/>
              </a:rPr>
              <a:t>求解方程</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x</a:t>
            </a:r>
            <a:r>
              <a:rPr lang="en-US" altLang="zh-CN" sz="2400">
                <a:solidFill>
                  <a:srgbClr val="000000"/>
                </a:solidFill>
                <a:ea typeface="楷体_GB2312" pitchFamily="49" charset="-122"/>
              </a:rPr>
              <a:t>)= 0</a:t>
            </a:r>
            <a:r>
              <a:rPr lang="zh-CN" altLang="en-US" sz="2400">
                <a:solidFill>
                  <a:srgbClr val="000000"/>
                </a:solidFill>
                <a:ea typeface="楷体_GB2312" pitchFamily="49" charset="-122"/>
              </a:rPr>
              <a:t>的</a:t>
            </a:r>
            <a:r>
              <a:rPr lang="zh-CN" altLang="en-US" sz="2400">
                <a:solidFill>
                  <a:srgbClr val="FF0000"/>
                </a:solidFill>
                <a:ea typeface="楷体_GB2312" pitchFamily="49" charset="-122"/>
              </a:rPr>
              <a:t>近似根</a:t>
            </a:r>
            <a:r>
              <a:rPr lang="zh-CN" altLang="en-US" sz="2400">
                <a:solidFill>
                  <a:srgbClr val="000000"/>
                </a:solidFill>
                <a:ea typeface="楷体_GB2312" pitchFamily="49" charset="-122"/>
              </a:rPr>
              <a:t>的一种常用的简单方法。    </a:t>
            </a:r>
          </a:p>
        </p:txBody>
      </p:sp>
      <p:sp>
        <p:nvSpPr>
          <p:cNvPr id="6" name="Text Box 6"/>
          <p:cNvSpPr txBox="1">
            <a:spLocks noChangeArrowheads="1"/>
          </p:cNvSpPr>
          <p:nvPr/>
        </p:nvSpPr>
        <p:spPr bwMode="auto">
          <a:xfrm>
            <a:off x="395288" y="957263"/>
            <a:ext cx="12969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Clr>
                <a:srgbClr val="FF0000"/>
              </a:buClr>
              <a:buFont typeface="Wingdings" pitchFamily="2" charset="2"/>
              <a:buChar char="Ø"/>
            </a:pPr>
            <a:r>
              <a:rPr lang="zh-CN" altLang="en-US" sz="2400">
                <a:solidFill>
                  <a:srgbClr val="0000FF"/>
                </a:solidFill>
                <a:ea typeface="黑体" pitchFamily="49" charset="-122"/>
              </a:rPr>
              <a:t>原理</a:t>
            </a:r>
            <a:endParaRPr lang="zh-CN" altLang="en-US" sz="2400">
              <a:solidFill>
                <a:srgbClr val="0000FF"/>
              </a:solidFill>
              <a:ea typeface="楷体_GB2312" pitchFamily="49" charset="-122"/>
            </a:endParaRPr>
          </a:p>
        </p:txBody>
      </p:sp>
      <p:sp>
        <p:nvSpPr>
          <p:cNvPr id="7" name="Text Box 7"/>
          <p:cNvSpPr txBox="1">
            <a:spLocks noChangeArrowheads="1"/>
          </p:cNvSpPr>
          <p:nvPr/>
        </p:nvSpPr>
        <p:spPr bwMode="auto">
          <a:xfrm>
            <a:off x="395288" y="2036763"/>
            <a:ext cx="1727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Clr>
                <a:srgbClr val="FF0000"/>
              </a:buClr>
              <a:buFont typeface="Wingdings" pitchFamily="2" charset="2"/>
              <a:buChar char="Ø"/>
            </a:pPr>
            <a:r>
              <a:rPr lang="zh-CN" altLang="en-US" sz="2400">
                <a:solidFill>
                  <a:srgbClr val="0000FF"/>
                </a:solidFill>
                <a:latin typeface="黑体" pitchFamily="49" charset="-122"/>
                <a:ea typeface="黑体" pitchFamily="49" charset="-122"/>
              </a:rPr>
              <a:t>基本思想</a:t>
            </a:r>
            <a:endParaRPr lang="zh-CN" altLang="en-US" sz="2400">
              <a:solidFill>
                <a:srgbClr val="0000FF"/>
              </a:solidFill>
              <a:ea typeface="楷体_GB2312" pitchFamily="49" charset="-122"/>
            </a:endParaRPr>
          </a:p>
        </p:txBody>
      </p:sp>
      <p:sp>
        <p:nvSpPr>
          <p:cNvPr id="8" name="Text Box 9"/>
          <p:cNvSpPr txBox="1">
            <a:spLocks noChangeArrowheads="1"/>
          </p:cNvSpPr>
          <p:nvPr/>
        </p:nvSpPr>
        <p:spPr bwMode="auto">
          <a:xfrm>
            <a:off x="1331913" y="1028700"/>
            <a:ext cx="7416800"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FontTx/>
              <a:buNone/>
            </a:pPr>
            <a:r>
              <a:rPr lang="zh-CN" altLang="en-US" sz="2400">
                <a:solidFill>
                  <a:srgbClr val="000000"/>
                </a:solidFill>
                <a:ea typeface="楷体_GB2312" pitchFamily="49" charset="-122"/>
              </a:rPr>
              <a:t>设函数</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x</a:t>
            </a:r>
            <a:r>
              <a:rPr lang="en-US" altLang="zh-CN" sz="2400">
                <a:solidFill>
                  <a:srgbClr val="000000"/>
                </a:solidFill>
                <a:ea typeface="楷体_GB2312" pitchFamily="49" charset="-122"/>
              </a:rPr>
              <a:t>)</a:t>
            </a:r>
            <a:r>
              <a:rPr lang="zh-CN" altLang="en-US" sz="2400">
                <a:solidFill>
                  <a:srgbClr val="000000"/>
                </a:solidFill>
                <a:ea typeface="楷体_GB2312" pitchFamily="49" charset="-122"/>
              </a:rPr>
              <a:t>在闭区间</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a</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b</a:t>
            </a:r>
            <a:r>
              <a:rPr lang="en-US" altLang="zh-CN" sz="2400">
                <a:solidFill>
                  <a:srgbClr val="000000"/>
                </a:solidFill>
                <a:ea typeface="楷体_GB2312" pitchFamily="49" charset="-122"/>
              </a:rPr>
              <a:t>]</a:t>
            </a:r>
            <a:r>
              <a:rPr lang="zh-CN" altLang="en-US" sz="2400">
                <a:solidFill>
                  <a:srgbClr val="000000"/>
                </a:solidFill>
                <a:ea typeface="楷体_GB2312" pitchFamily="49" charset="-122"/>
              </a:rPr>
              <a:t>上连续</a:t>
            </a:r>
            <a:r>
              <a:rPr lang="en-US" altLang="zh-CN" sz="2400">
                <a:solidFill>
                  <a:srgbClr val="000000"/>
                </a:solidFill>
                <a:ea typeface="楷体_GB2312" pitchFamily="49" charset="-122"/>
              </a:rPr>
              <a:t>,</a:t>
            </a:r>
            <a:r>
              <a:rPr lang="zh-CN" altLang="en-US" sz="2400">
                <a:solidFill>
                  <a:srgbClr val="000000"/>
                </a:solidFill>
                <a:ea typeface="楷体_GB2312" pitchFamily="49" charset="-122"/>
              </a:rPr>
              <a:t>且</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a</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b</a:t>
            </a:r>
            <a:r>
              <a:rPr lang="en-US" altLang="zh-CN" sz="2400">
                <a:solidFill>
                  <a:srgbClr val="000000"/>
                </a:solidFill>
                <a:ea typeface="楷体_GB2312" pitchFamily="49" charset="-122"/>
              </a:rPr>
              <a:t>)&lt;0,</a:t>
            </a:r>
            <a:r>
              <a:rPr lang="zh-CN" altLang="en-US" sz="2400">
                <a:solidFill>
                  <a:srgbClr val="000000"/>
                </a:solidFill>
                <a:ea typeface="楷体_GB2312" pitchFamily="49" charset="-122"/>
              </a:rPr>
              <a:t>则 </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x</a:t>
            </a:r>
            <a:r>
              <a:rPr lang="en-US" altLang="zh-CN" sz="2400">
                <a:solidFill>
                  <a:srgbClr val="000000"/>
                </a:solidFill>
                <a:ea typeface="楷体_GB2312" pitchFamily="49" charset="-122"/>
              </a:rPr>
              <a:t>)= 0</a:t>
            </a:r>
            <a:r>
              <a:rPr lang="zh-CN" altLang="en-US" sz="2400">
                <a:solidFill>
                  <a:srgbClr val="000000"/>
                </a:solidFill>
                <a:ea typeface="楷体_GB2312" pitchFamily="49" charset="-122"/>
              </a:rPr>
              <a:t>在</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a</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b</a:t>
            </a:r>
            <a:r>
              <a:rPr lang="en-US" altLang="zh-CN" sz="2400">
                <a:solidFill>
                  <a:srgbClr val="000000"/>
                </a:solidFill>
                <a:ea typeface="楷体_GB2312" pitchFamily="49" charset="-122"/>
              </a:rPr>
              <a:t>)</a:t>
            </a:r>
            <a:r>
              <a:rPr lang="zh-CN" altLang="en-US" sz="2400">
                <a:solidFill>
                  <a:srgbClr val="000000"/>
                </a:solidFill>
                <a:ea typeface="楷体_GB2312" pitchFamily="49" charset="-122"/>
              </a:rPr>
              <a:t>内必有实根区间。</a:t>
            </a:r>
          </a:p>
        </p:txBody>
      </p:sp>
      <p:sp>
        <p:nvSpPr>
          <p:cNvPr id="9" name="Text Box 10"/>
          <p:cNvSpPr txBox="1">
            <a:spLocks noChangeArrowheads="1"/>
          </p:cNvSpPr>
          <p:nvPr/>
        </p:nvSpPr>
        <p:spPr bwMode="auto">
          <a:xfrm>
            <a:off x="684213" y="2613025"/>
            <a:ext cx="770413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FontTx/>
              <a:buNone/>
            </a:pPr>
            <a:r>
              <a:rPr lang="zh-CN" altLang="en-US" sz="2400">
                <a:solidFill>
                  <a:srgbClr val="000000"/>
                </a:solidFill>
                <a:ea typeface="楷体_GB2312" pitchFamily="49" charset="-122"/>
              </a:rPr>
              <a:t>逐步将区间二等分</a:t>
            </a:r>
            <a:r>
              <a:rPr lang="en-US" altLang="zh-CN" sz="2400">
                <a:solidFill>
                  <a:srgbClr val="000000"/>
                </a:solidFill>
                <a:ea typeface="楷体_GB2312" pitchFamily="49" charset="-122"/>
              </a:rPr>
              <a:t>, </a:t>
            </a:r>
            <a:r>
              <a:rPr lang="zh-CN" altLang="en-US" sz="2400">
                <a:solidFill>
                  <a:srgbClr val="000000"/>
                </a:solidFill>
                <a:ea typeface="楷体_GB2312" pitchFamily="49" charset="-122"/>
              </a:rPr>
              <a:t>通过判断区间端点</a:t>
            </a:r>
            <a:r>
              <a:rPr lang="en-US" altLang="zh-CN" sz="2400" i="1">
                <a:solidFill>
                  <a:srgbClr val="000000"/>
                </a:solidFill>
                <a:ea typeface="楷体_GB2312" pitchFamily="49" charset="-122"/>
              </a:rPr>
              <a:t>f</a:t>
            </a:r>
            <a:r>
              <a:rPr lang="en-US" altLang="zh-CN" sz="2400">
                <a:solidFill>
                  <a:srgbClr val="000000"/>
                </a:solidFill>
                <a:ea typeface="楷体_GB2312" pitchFamily="49" charset="-122"/>
              </a:rPr>
              <a:t>(</a:t>
            </a:r>
            <a:r>
              <a:rPr lang="en-US" altLang="zh-CN" sz="2400" i="1">
                <a:solidFill>
                  <a:srgbClr val="000000"/>
                </a:solidFill>
                <a:ea typeface="楷体_GB2312" pitchFamily="49" charset="-122"/>
              </a:rPr>
              <a:t>x</a:t>
            </a:r>
            <a:r>
              <a:rPr lang="en-US" altLang="zh-CN" sz="2400">
                <a:solidFill>
                  <a:srgbClr val="000000"/>
                </a:solidFill>
                <a:ea typeface="楷体_GB2312" pitchFamily="49" charset="-122"/>
              </a:rPr>
              <a:t>)</a:t>
            </a:r>
            <a:r>
              <a:rPr lang="zh-CN" altLang="en-US" sz="2400">
                <a:solidFill>
                  <a:srgbClr val="000000"/>
                </a:solidFill>
                <a:ea typeface="楷体_GB2312" pitchFamily="49" charset="-122"/>
              </a:rPr>
              <a:t>的符号</a:t>
            </a:r>
            <a:r>
              <a:rPr lang="en-US" altLang="zh-CN" sz="2400">
                <a:solidFill>
                  <a:srgbClr val="000000"/>
                </a:solidFill>
                <a:ea typeface="楷体_GB2312" pitchFamily="49" charset="-122"/>
              </a:rPr>
              <a:t>, </a:t>
            </a:r>
            <a:r>
              <a:rPr lang="zh-CN" altLang="en-US" sz="2400">
                <a:solidFill>
                  <a:srgbClr val="000000"/>
                </a:solidFill>
                <a:ea typeface="楷体_GB2312" pitchFamily="49" charset="-122"/>
              </a:rPr>
              <a:t>逐步将有根区间缩小</a:t>
            </a:r>
            <a:r>
              <a:rPr lang="en-US" altLang="zh-CN" sz="2400">
                <a:solidFill>
                  <a:srgbClr val="000000"/>
                </a:solidFill>
                <a:ea typeface="楷体_GB2312" pitchFamily="49" charset="-122"/>
              </a:rPr>
              <a:t>, </a:t>
            </a:r>
            <a:r>
              <a:rPr lang="zh-CN" altLang="en-US" sz="2400">
                <a:solidFill>
                  <a:srgbClr val="000000"/>
                </a:solidFill>
                <a:ea typeface="楷体_GB2312" pitchFamily="49" charset="-122"/>
              </a:rPr>
              <a:t>直至有根区间足够地小</a:t>
            </a:r>
            <a:r>
              <a:rPr lang="en-US" altLang="zh-CN" sz="2400">
                <a:solidFill>
                  <a:srgbClr val="000000"/>
                </a:solidFill>
                <a:ea typeface="楷体_GB2312" pitchFamily="49" charset="-122"/>
              </a:rPr>
              <a:t>, </a:t>
            </a:r>
            <a:r>
              <a:rPr lang="zh-CN" altLang="en-US" sz="2400">
                <a:solidFill>
                  <a:srgbClr val="000000"/>
                </a:solidFill>
                <a:ea typeface="楷体_GB2312" pitchFamily="49" charset="-122"/>
              </a:rPr>
              <a:t>便可求出</a:t>
            </a:r>
            <a:r>
              <a:rPr lang="zh-CN" altLang="en-US" sz="2400">
                <a:solidFill>
                  <a:srgbClr val="FF0000"/>
                </a:solidFill>
                <a:ea typeface="楷体_GB2312" pitchFamily="49" charset="-122"/>
              </a:rPr>
              <a:t>满足精度要求</a:t>
            </a:r>
            <a:r>
              <a:rPr lang="zh-CN" altLang="en-US" sz="2400">
                <a:solidFill>
                  <a:srgbClr val="000000"/>
                </a:solidFill>
                <a:ea typeface="楷体_GB2312" pitchFamily="49" charset="-122"/>
              </a:rPr>
              <a:t>的近似根。</a:t>
            </a:r>
          </a:p>
        </p:txBody>
      </p:sp>
      <p:sp>
        <p:nvSpPr>
          <p:cNvPr id="10" name="Text Box 11"/>
          <p:cNvSpPr txBox="1">
            <a:spLocks noChangeArrowheads="1"/>
          </p:cNvSpPr>
          <p:nvPr/>
        </p:nvSpPr>
        <p:spPr bwMode="auto">
          <a:xfrm>
            <a:off x="468313" y="4149725"/>
            <a:ext cx="1727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25000"/>
              </a:lnSpc>
              <a:spcBef>
                <a:spcPct val="5000"/>
              </a:spcBef>
              <a:buClr>
                <a:srgbClr val="FF0000"/>
              </a:buClr>
              <a:buFont typeface="Wingdings" pitchFamily="2" charset="2"/>
              <a:buChar char="Ø"/>
            </a:pPr>
            <a:r>
              <a:rPr lang="zh-CN" altLang="en-US" sz="2400">
                <a:solidFill>
                  <a:srgbClr val="0000FF"/>
                </a:solidFill>
                <a:latin typeface="黑体" pitchFamily="49" charset="-122"/>
                <a:ea typeface="黑体" pitchFamily="49" charset="-122"/>
              </a:rPr>
              <a:t>具体做法</a:t>
            </a:r>
            <a:endParaRPr lang="zh-CN" altLang="en-US" sz="2400">
              <a:solidFill>
                <a:srgbClr val="0000FF"/>
              </a:solidFill>
              <a:ea typeface="楷体_GB2312" pitchFamily="49" charset="-122"/>
            </a:endParaRPr>
          </a:p>
        </p:txBody>
      </p:sp>
      <p:grpSp>
        <p:nvGrpSpPr>
          <p:cNvPr id="11" name="Group 4"/>
          <p:cNvGrpSpPr>
            <a:grpSpLocks/>
          </p:cNvGrpSpPr>
          <p:nvPr/>
        </p:nvGrpSpPr>
        <p:grpSpPr bwMode="auto">
          <a:xfrm>
            <a:off x="1943100" y="3727450"/>
            <a:ext cx="6096000" cy="2895600"/>
            <a:chOff x="1056" y="2256"/>
            <a:chExt cx="3840" cy="1824"/>
          </a:xfrm>
        </p:grpSpPr>
        <p:sp>
          <p:nvSpPr>
            <p:cNvPr id="50205" name="Line 5"/>
            <p:cNvSpPr>
              <a:spLocks noChangeShapeType="1"/>
            </p:cNvSpPr>
            <p:nvPr/>
          </p:nvSpPr>
          <p:spPr bwMode="auto">
            <a:xfrm>
              <a:off x="2304" y="3360"/>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nvGrpSpPr>
            <p:cNvPr id="50206" name="Group 6"/>
            <p:cNvGrpSpPr>
              <a:grpSpLocks/>
            </p:cNvGrpSpPr>
            <p:nvPr/>
          </p:nvGrpSpPr>
          <p:grpSpPr bwMode="auto">
            <a:xfrm>
              <a:off x="1056" y="2256"/>
              <a:ext cx="3840" cy="1824"/>
              <a:chOff x="1056" y="2256"/>
              <a:chExt cx="3840" cy="1824"/>
            </a:xfrm>
          </p:grpSpPr>
          <p:sp>
            <p:nvSpPr>
              <p:cNvPr id="50207" name="Freeform 7"/>
              <p:cNvSpPr>
                <a:spLocks/>
              </p:cNvSpPr>
              <p:nvPr/>
            </p:nvSpPr>
            <p:spPr bwMode="auto">
              <a:xfrm>
                <a:off x="2304" y="2544"/>
                <a:ext cx="1776" cy="1152"/>
              </a:xfrm>
              <a:custGeom>
                <a:avLst/>
                <a:gdLst>
                  <a:gd name="T0" fmla="*/ 2232 w 1584"/>
                  <a:gd name="T1" fmla="*/ 0 h 1248"/>
                  <a:gd name="T2" fmla="*/ 1625 w 1584"/>
                  <a:gd name="T3" fmla="*/ 227 h 1248"/>
                  <a:gd name="T4" fmla="*/ 1082 w 1584"/>
                  <a:gd name="T5" fmla="*/ 567 h 1248"/>
                  <a:gd name="T6" fmla="*/ 744 w 1584"/>
                  <a:gd name="T7" fmla="*/ 831 h 1248"/>
                  <a:gd name="T8" fmla="*/ 0 w 1584"/>
                  <a:gd name="T9" fmla="*/ 981 h 1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4" h="1248">
                    <a:moveTo>
                      <a:pt x="1584" y="0"/>
                    </a:moveTo>
                    <a:cubicBezTo>
                      <a:pt x="1436" y="84"/>
                      <a:pt x="1288" y="168"/>
                      <a:pt x="1152" y="288"/>
                    </a:cubicBezTo>
                    <a:cubicBezTo>
                      <a:pt x="1016" y="408"/>
                      <a:pt x="872" y="592"/>
                      <a:pt x="768" y="720"/>
                    </a:cubicBezTo>
                    <a:cubicBezTo>
                      <a:pt x="664" y="848"/>
                      <a:pt x="656" y="968"/>
                      <a:pt x="528" y="1056"/>
                    </a:cubicBezTo>
                    <a:cubicBezTo>
                      <a:pt x="400" y="1144"/>
                      <a:pt x="200" y="1196"/>
                      <a:pt x="0" y="1248"/>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nvGrpSpPr>
              <p:cNvPr id="50208" name="Group 8"/>
              <p:cNvGrpSpPr>
                <a:grpSpLocks/>
              </p:cNvGrpSpPr>
              <p:nvPr/>
            </p:nvGrpSpPr>
            <p:grpSpPr bwMode="auto">
              <a:xfrm>
                <a:off x="1056" y="2256"/>
                <a:ext cx="3840" cy="1824"/>
                <a:chOff x="1056" y="2256"/>
                <a:chExt cx="3840" cy="1824"/>
              </a:xfrm>
            </p:grpSpPr>
            <p:sp>
              <p:nvSpPr>
                <p:cNvPr id="50209" name="Line 9"/>
                <p:cNvSpPr>
                  <a:spLocks noChangeShapeType="1"/>
                </p:cNvSpPr>
                <p:nvPr/>
              </p:nvSpPr>
              <p:spPr bwMode="auto">
                <a:xfrm>
                  <a:off x="1056" y="3360"/>
                  <a:ext cx="321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0210" name="Line 10"/>
                <p:cNvSpPr>
                  <a:spLocks noChangeShapeType="1"/>
                </p:cNvSpPr>
                <p:nvPr/>
              </p:nvSpPr>
              <p:spPr bwMode="auto">
                <a:xfrm flipV="1">
                  <a:off x="1968" y="2256"/>
                  <a:ext cx="0" cy="18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0211" name="Line 11"/>
                <p:cNvSpPr>
                  <a:spLocks noChangeShapeType="1"/>
                </p:cNvSpPr>
                <p:nvPr/>
              </p:nvSpPr>
              <p:spPr bwMode="auto">
                <a:xfrm>
                  <a:off x="4080" y="2544"/>
                  <a:ext cx="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aphicFrame>
              <p:nvGraphicFramePr>
                <p:cNvPr id="50212" name="Object 12"/>
                <p:cNvGraphicFramePr>
                  <a:graphicFrameLocks noChangeAspect="1"/>
                </p:cNvGraphicFramePr>
                <p:nvPr/>
              </p:nvGraphicFramePr>
              <p:xfrm>
                <a:off x="4128" y="2448"/>
                <a:ext cx="768" cy="256"/>
              </p:xfrm>
              <a:graphic>
                <a:graphicData uri="http://schemas.openxmlformats.org/presentationml/2006/ole">
                  <mc:AlternateContent xmlns:mc="http://schemas.openxmlformats.org/markup-compatibility/2006">
                    <mc:Choice xmlns:v="urn:schemas-microsoft-com:vml" Requires="v">
                      <p:oleObj name="Equation" r:id="rId3" imgW="580913" imgH="171408" progId="Equation.3">
                        <p:embed/>
                      </p:oleObj>
                    </mc:Choice>
                    <mc:Fallback>
                      <p:oleObj name="Equation" r:id="rId3" imgW="580913" imgH="171408"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8" y="2448"/>
                              <a:ext cx="76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3" name="Object 13"/>
                <p:cNvGraphicFramePr>
                  <a:graphicFrameLocks noChangeAspect="1"/>
                </p:cNvGraphicFramePr>
                <p:nvPr/>
              </p:nvGraphicFramePr>
              <p:xfrm>
                <a:off x="2240" y="3376"/>
                <a:ext cx="160" cy="176"/>
              </p:xfrm>
              <a:graphic>
                <a:graphicData uri="http://schemas.openxmlformats.org/presentationml/2006/ole">
                  <mc:AlternateContent xmlns:mc="http://schemas.openxmlformats.org/markup-compatibility/2006">
                    <mc:Choice xmlns:v="urn:schemas-microsoft-com:vml" Requires="v">
                      <p:oleObj name="Equation" r:id="rId5" imgW="95289" imgH="114182" progId="Equation.3">
                        <p:embed/>
                      </p:oleObj>
                    </mc:Choice>
                    <mc:Fallback>
                      <p:oleObj name="Equation" r:id="rId5" imgW="95289" imgH="114182"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0" y="3376"/>
                              <a:ext cx="160"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4" name="Object 14"/>
                <p:cNvGraphicFramePr>
                  <a:graphicFrameLocks noChangeAspect="1"/>
                </p:cNvGraphicFramePr>
                <p:nvPr/>
              </p:nvGraphicFramePr>
              <p:xfrm>
                <a:off x="4016" y="3360"/>
                <a:ext cx="160" cy="224"/>
              </p:xfrm>
              <a:graphic>
                <a:graphicData uri="http://schemas.openxmlformats.org/presentationml/2006/ole">
                  <mc:AlternateContent xmlns:mc="http://schemas.openxmlformats.org/markup-compatibility/2006">
                    <mc:Choice xmlns:v="urn:schemas-microsoft-com:vml" Requires="v">
                      <p:oleObj name="Equation" r:id="rId7" imgW="95289" imgH="152512" progId="Equation.3">
                        <p:embed/>
                      </p:oleObj>
                    </mc:Choice>
                    <mc:Fallback>
                      <p:oleObj name="Equation" r:id="rId7" imgW="95289" imgH="152512"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16" y="3360"/>
                              <a:ext cx="160"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5" name="Object 15"/>
                <p:cNvGraphicFramePr>
                  <a:graphicFrameLocks noChangeAspect="1"/>
                </p:cNvGraphicFramePr>
                <p:nvPr/>
              </p:nvGraphicFramePr>
              <p:xfrm>
                <a:off x="1760" y="3360"/>
                <a:ext cx="160" cy="176"/>
              </p:xfrm>
              <a:graphic>
                <a:graphicData uri="http://schemas.openxmlformats.org/presentationml/2006/ole">
                  <mc:AlternateContent xmlns:mc="http://schemas.openxmlformats.org/markup-compatibility/2006">
                    <mc:Choice xmlns:v="urn:schemas-microsoft-com:vml" Requires="v">
                      <p:oleObj name="Equation" r:id="rId9" imgW="95289" imgH="114182" progId="Equation.3">
                        <p:embed/>
                      </p:oleObj>
                    </mc:Choice>
                    <mc:Fallback>
                      <p:oleObj name="Equation" r:id="rId9" imgW="95289" imgH="114182"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0" y="3360"/>
                              <a:ext cx="160"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6" name="Object 16"/>
                <p:cNvGraphicFramePr>
                  <a:graphicFrameLocks noChangeAspect="1"/>
                </p:cNvGraphicFramePr>
                <p:nvPr/>
              </p:nvGraphicFramePr>
              <p:xfrm>
                <a:off x="4320" y="3312"/>
                <a:ext cx="176" cy="176"/>
              </p:xfrm>
              <a:graphic>
                <a:graphicData uri="http://schemas.openxmlformats.org/presentationml/2006/ole">
                  <mc:AlternateContent xmlns:mc="http://schemas.openxmlformats.org/markup-compatibility/2006">
                    <mc:Choice xmlns:v="urn:schemas-microsoft-com:vml" Requires="v">
                      <p:oleObj name="Equation" r:id="rId11" imgW="114185" imgH="114182" progId="Equation.3">
                        <p:embed/>
                      </p:oleObj>
                    </mc:Choice>
                    <mc:Fallback>
                      <p:oleObj name="Equation" r:id="rId11" imgW="114185" imgH="114182"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0" y="3312"/>
                              <a:ext cx="176"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7" name="Object 17"/>
                <p:cNvGraphicFramePr>
                  <a:graphicFrameLocks noChangeAspect="1"/>
                </p:cNvGraphicFramePr>
                <p:nvPr/>
              </p:nvGraphicFramePr>
              <p:xfrm>
                <a:off x="1680" y="2352"/>
                <a:ext cx="176" cy="208"/>
              </p:xfrm>
              <a:graphic>
                <a:graphicData uri="http://schemas.openxmlformats.org/presentationml/2006/ole">
                  <mc:AlternateContent xmlns:mc="http://schemas.openxmlformats.org/markup-compatibility/2006">
                    <mc:Choice xmlns:v="urn:schemas-microsoft-com:vml" Requires="v">
                      <p:oleObj name="Equation" r:id="rId13" imgW="114185" imgH="133347" progId="Equation.3">
                        <p:embed/>
                      </p:oleObj>
                    </mc:Choice>
                    <mc:Fallback>
                      <p:oleObj name="Equation" r:id="rId13" imgW="114185" imgH="133347"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0" y="2352"/>
                              <a:ext cx="176"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8" name="Object 18"/>
                <p:cNvGraphicFramePr>
                  <a:graphicFrameLocks noChangeAspect="1"/>
                </p:cNvGraphicFramePr>
                <p:nvPr/>
              </p:nvGraphicFramePr>
              <p:xfrm>
                <a:off x="2976" y="3344"/>
                <a:ext cx="240" cy="256"/>
              </p:xfrm>
              <a:graphic>
                <a:graphicData uri="http://schemas.openxmlformats.org/presentationml/2006/ole">
                  <mc:AlternateContent xmlns:mc="http://schemas.openxmlformats.org/markup-compatibility/2006">
                    <mc:Choice xmlns:v="urn:schemas-microsoft-com:vml" Requires="v">
                      <p:oleObj name="Equation" r:id="rId15" imgW="161965" imgH="171408" progId="Equation.3">
                        <p:embed/>
                      </p:oleObj>
                    </mc:Choice>
                    <mc:Fallback>
                      <p:oleObj name="Equation" r:id="rId15" imgW="161965" imgH="171408"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6" y="3344"/>
                              <a:ext cx="24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aphicFrame>
        <p:nvGraphicFramePr>
          <p:cNvPr id="26" name="Object 19"/>
          <p:cNvGraphicFramePr>
            <a:graphicFrameLocks noChangeAspect="1"/>
          </p:cNvGraphicFramePr>
          <p:nvPr/>
        </p:nvGraphicFramePr>
        <p:xfrm>
          <a:off x="5362575" y="5403850"/>
          <a:ext cx="85725" cy="85725"/>
        </p:xfrm>
        <a:graphic>
          <a:graphicData uri="http://schemas.openxmlformats.org/presentationml/2006/ole">
            <mc:AlternateContent xmlns:mc="http://schemas.openxmlformats.org/markup-compatibility/2006">
              <mc:Choice xmlns:v="urn:schemas-microsoft-com:vml" Requires="v">
                <p:oleObj name="Equation" r:id="rId17" imgW="85841" imgH="85839" progId="Equation.3">
                  <p:embed/>
                </p:oleObj>
              </mc:Choice>
              <mc:Fallback>
                <p:oleObj name="Equation" r:id="rId17" imgW="85841" imgH="85839"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62575" y="5403850"/>
                        <a:ext cx="85725" cy="85725"/>
                      </a:xfrm>
                      <a:prstGeom prst="rect">
                        <a:avLst/>
                      </a:prstGeom>
                      <a:solidFill>
                        <a:srgbClr val="0000FF"/>
                      </a:solidFill>
                      <a:ln>
                        <a:noFill/>
                      </a:ln>
                      <a:effectLst/>
                      <a:extLs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 name="Group 20"/>
          <p:cNvGrpSpPr>
            <a:grpSpLocks/>
          </p:cNvGrpSpPr>
          <p:nvPr/>
        </p:nvGrpSpPr>
        <p:grpSpPr bwMode="auto">
          <a:xfrm>
            <a:off x="5283200" y="5480050"/>
            <a:ext cx="1474788" cy="1385888"/>
            <a:chOff x="3161" y="3216"/>
            <a:chExt cx="831" cy="821"/>
          </a:xfrm>
        </p:grpSpPr>
        <p:sp>
          <p:nvSpPr>
            <p:cNvPr id="50203" name="Line 21"/>
            <p:cNvSpPr>
              <a:spLocks noChangeShapeType="1"/>
            </p:cNvSpPr>
            <p:nvPr/>
          </p:nvSpPr>
          <p:spPr bwMode="auto">
            <a:xfrm>
              <a:off x="3232" y="3216"/>
              <a:ext cx="0"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aphicFrame>
          <p:nvGraphicFramePr>
            <p:cNvPr id="50204" name="Object 22"/>
            <p:cNvGraphicFramePr>
              <a:graphicFrameLocks noChangeAspect="1"/>
            </p:cNvGraphicFramePr>
            <p:nvPr/>
          </p:nvGraphicFramePr>
          <p:xfrm>
            <a:off x="3161" y="3544"/>
            <a:ext cx="831" cy="493"/>
          </p:xfrm>
          <a:graphic>
            <a:graphicData uri="http://schemas.openxmlformats.org/presentationml/2006/ole">
              <mc:AlternateContent xmlns:mc="http://schemas.openxmlformats.org/markup-compatibility/2006">
                <mc:Choice xmlns:v="urn:schemas-microsoft-com:vml" Requires="v">
                  <p:oleObj name="公式" r:id="rId19" imgW="657306" imgH="380876" progId="Equation.3">
                    <p:embed/>
                  </p:oleObj>
                </mc:Choice>
                <mc:Fallback>
                  <p:oleObj name="公式" r:id="rId19" imgW="657306" imgH="380876" progId="Equation.3">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61" y="3544"/>
                          <a:ext cx="831" cy="4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0" name="Object 23"/>
          <p:cNvGraphicFramePr>
            <a:graphicFrameLocks noChangeAspect="1"/>
          </p:cNvGraphicFramePr>
          <p:nvPr/>
        </p:nvGraphicFramePr>
        <p:xfrm>
          <a:off x="6667500" y="6157913"/>
          <a:ext cx="942975" cy="593725"/>
        </p:xfrm>
        <a:graphic>
          <a:graphicData uri="http://schemas.openxmlformats.org/presentationml/2006/ole">
            <mc:AlternateContent xmlns:mc="http://schemas.openxmlformats.org/markup-compatibility/2006">
              <mc:Choice xmlns:v="urn:schemas-microsoft-com:vml" Requires="v">
                <p:oleObj name="Equation" r:id="rId21" imgW="314211" imgH="190573" progId="Equation.3">
                  <p:embed/>
                </p:oleObj>
              </mc:Choice>
              <mc:Fallback>
                <p:oleObj name="Equation" r:id="rId21" imgW="314211" imgH="190573" progId="Equation.3">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67500" y="6157913"/>
                        <a:ext cx="94297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4"/>
          <p:cNvGraphicFramePr>
            <a:graphicFrameLocks noChangeAspect="1"/>
          </p:cNvGraphicFramePr>
          <p:nvPr/>
        </p:nvGraphicFramePr>
        <p:xfrm>
          <a:off x="4622800" y="5403850"/>
          <a:ext cx="85725" cy="85725"/>
        </p:xfrm>
        <a:graphic>
          <a:graphicData uri="http://schemas.openxmlformats.org/presentationml/2006/ole">
            <mc:AlternateContent xmlns:mc="http://schemas.openxmlformats.org/markup-compatibility/2006">
              <mc:Choice xmlns:v="urn:schemas-microsoft-com:vml" Requires="v">
                <p:oleObj name="Equation" r:id="rId23" imgW="85841" imgH="85839" progId="Equation.3">
                  <p:embed/>
                </p:oleObj>
              </mc:Choice>
              <mc:Fallback>
                <p:oleObj name="Equation" r:id="rId23" imgW="85841" imgH="85839" progId="Equation.3">
                  <p:embed/>
                  <p:pic>
                    <p:nvPicPr>
                      <p:cNvPr id="0"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22800" y="5403850"/>
                        <a:ext cx="85725" cy="85725"/>
                      </a:xfrm>
                      <a:prstGeom prst="rect">
                        <a:avLst/>
                      </a:prstGeom>
                      <a:solidFill>
                        <a:srgbClr val="0000FF"/>
                      </a:solidFill>
                      <a:ln>
                        <a:noFill/>
                      </a:ln>
                      <a:effectLst/>
                      <a:extLs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2" name="Group 25"/>
          <p:cNvGrpSpPr>
            <a:grpSpLocks/>
          </p:cNvGrpSpPr>
          <p:nvPr/>
        </p:nvGrpSpPr>
        <p:grpSpPr bwMode="auto">
          <a:xfrm>
            <a:off x="3357563" y="5467350"/>
            <a:ext cx="1639887" cy="1365250"/>
            <a:chOff x="1947" y="3208"/>
            <a:chExt cx="1033" cy="860"/>
          </a:xfrm>
        </p:grpSpPr>
        <p:sp>
          <p:nvSpPr>
            <p:cNvPr id="50201" name="Line 26"/>
            <p:cNvSpPr>
              <a:spLocks noChangeShapeType="1"/>
            </p:cNvSpPr>
            <p:nvPr/>
          </p:nvSpPr>
          <p:spPr bwMode="auto">
            <a:xfrm>
              <a:off x="2768" y="3208"/>
              <a:ext cx="0" cy="51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aphicFrame>
          <p:nvGraphicFramePr>
            <p:cNvPr id="50202" name="Object 27"/>
            <p:cNvGraphicFramePr>
              <a:graphicFrameLocks noChangeAspect="1"/>
            </p:cNvGraphicFramePr>
            <p:nvPr/>
          </p:nvGraphicFramePr>
          <p:xfrm>
            <a:off x="1947" y="3544"/>
            <a:ext cx="1033" cy="524"/>
          </p:xfrm>
          <a:graphic>
            <a:graphicData uri="http://schemas.openxmlformats.org/presentationml/2006/ole">
              <mc:AlternateContent xmlns:mc="http://schemas.openxmlformats.org/markup-compatibility/2006">
                <mc:Choice xmlns:v="urn:schemas-microsoft-com:vml" Requires="v">
                  <p:oleObj name="公式" r:id="rId25" imgW="733429" imgH="380876" progId="Equation.3">
                    <p:embed/>
                  </p:oleObj>
                </mc:Choice>
                <mc:Fallback>
                  <p:oleObj name="公式" r:id="rId25" imgW="733429" imgH="380876" progId="Equation.3">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47" y="3544"/>
                          <a:ext cx="1033"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5" name="Object 28"/>
          <p:cNvGraphicFramePr>
            <a:graphicFrameLocks noChangeAspect="1"/>
          </p:cNvGraphicFramePr>
          <p:nvPr/>
        </p:nvGraphicFramePr>
        <p:xfrm>
          <a:off x="2447925" y="6154738"/>
          <a:ext cx="1012825" cy="593725"/>
        </p:xfrm>
        <a:graphic>
          <a:graphicData uri="http://schemas.openxmlformats.org/presentationml/2006/ole">
            <mc:AlternateContent xmlns:mc="http://schemas.openxmlformats.org/markup-compatibility/2006">
              <mc:Choice xmlns:v="urn:schemas-microsoft-com:vml" Requires="v">
                <p:oleObj name="Equation" r:id="rId27" imgW="342825" imgH="190573" progId="Equation.3">
                  <p:embed/>
                </p:oleObj>
              </mc:Choice>
              <mc:Fallback>
                <p:oleObj name="Equation" r:id="rId27" imgW="342825" imgH="190573" progId="Equation.3">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47925" y="6154738"/>
                        <a:ext cx="101282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29"/>
          <p:cNvGraphicFramePr>
            <a:graphicFrameLocks noChangeAspect="1"/>
          </p:cNvGraphicFramePr>
          <p:nvPr/>
        </p:nvGraphicFramePr>
        <p:xfrm>
          <a:off x="4991100" y="5403850"/>
          <a:ext cx="85725" cy="85725"/>
        </p:xfrm>
        <a:graphic>
          <a:graphicData uri="http://schemas.openxmlformats.org/presentationml/2006/ole">
            <mc:AlternateContent xmlns:mc="http://schemas.openxmlformats.org/markup-compatibility/2006">
              <mc:Choice xmlns:v="urn:schemas-microsoft-com:vml" Requires="v">
                <p:oleObj name="Equation" r:id="rId29" imgW="85841" imgH="85839" progId="Equation.3">
                  <p:embed/>
                </p:oleObj>
              </mc:Choice>
              <mc:Fallback>
                <p:oleObj name="Equation" r:id="rId29" imgW="85841" imgH="85839" progId="Equation.3">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991100" y="5403850"/>
                        <a:ext cx="85725" cy="85725"/>
                      </a:xfrm>
                      <a:prstGeom prst="rect">
                        <a:avLst/>
                      </a:prstGeom>
                      <a:solidFill>
                        <a:srgbClr val="0000FF"/>
                      </a:solidFill>
                      <a:ln>
                        <a:noFill/>
                      </a:ln>
                      <a:effectLst/>
                      <a:extLs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30"/>
          <p:cNvGraphicFramePr>
            <a:graphicFrameLocks noChangeAspect="1"/>
          </p:cNvGraphicFramePr>
          <p:nvPr/>
        </p:nvGraphicFramePr>
        <p:xfrm>
          <a:off x="2905125" y="4079875"/>
          <a:ext cx="1012825" cy="628650"/>
        </p:xfrm>
        <a:graphic>
          <a:graphicData uri="http://schemas.openxmlformats.org/presentationml/2006/ole">
            <mc:AlternateContent xmlns:mc="http://schemas.openxmlformats.org/markup-compatibility/2006">
              <mc:Choice xmlns:v="urn:schemas-microsoft-com:vml" Requires="v">
                <p:oleObj name="Equation" r:id="rId31" imgW="342825" imgH="200021" progId="Equation.3">
                  <p:embed/>
                </p:oleObj>
              </mc:Choice>
              <mc:Fallback>
                <p:oleObj name="Equation" r:id="rId31" imgW="342825" imgH="200021" progId="Equation.3">
                  <p:embed/>
                  <p:pic>
                    <p:nvPicPr>
                      <p:cNvPr id="0" name="Object 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05125" y="4079875"/>
                        <a:ext cx="1012825"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1"/>
          <p:cNvGraphicFramePr>
            <a:graphicFrameLocks noChangeAspect="1"/>
          </p:cNvGraphicFramePr>
          <p:nvPr/>
        </p:nvGraphicFramePr>
        <p:xfrm>
          <a:off x="3771900" y="4641850"/>
          <a:ext cx="323850" cy="765175"/>
        </p:xfrm>
        <a:graphic>
          <a:graphicData uri="http://schemas.openxmlformats.org/presentationml/2006/ole">
            <mc:AlternateContent xmlns:mc="http://schemas.openxmlformats.org/markup-compatibility/2006">
              <mc:Choice xmlns:v="urn:schemas-microsoft-com:vml" Requires="v">
                <p:oleObj name="Equation" r:id="rId33" imgW="133351" imgH="400042" progId="Equation.3">
                  <p:embed/>
                </p:oleObj>
              </mc:Choice>
              <mc:Fallback>
                <p:oleObj name="Equation" r:id="rId33" imgW="133351" imgH="400042" progId="Equation.3">
                  <p:embed/>
                  <p:pic>
                    <p:nvPicPr>
                      <p:cNvPr id="0" name="Object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771900" y="4641850"/>
                        <a:ext cx="32385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 name="Group 32"/>
          <p:cNvGrpSpPr>
            <a:grpSpLocks/>
          </p:cNvGrpSpPr>
          <p:nvPr/>
        </p:nvGrpSpPr>
        <p:grpSpPr bwMode="auto">
          <a:xfrm>
            <a:off x="3662363" y="3943350"/>
            <a:ext cx="1695450" cy="1460500"/>
            <a:chOff x="2139" y="2248"/>
            <a:chExt cx="1068" cy="920"/>
          </a:xfrm>
        </p:grpSpPr>
        <p:graphicFrame>
          <p:nvGraphicFramePr>
            <p:cNvPr id="50199" name="Object 33"/>
            <p:cNvGraphicFramePr>
              <a:graphicFrameLocks noChangeAspect="1"/>
            </p:cNvGraphicFramePr>
            <p:nvPr/>
          </p:nvGraphicFramePr>
          <p:xfrm>
            <a:off x="2139" y="2248"/>
            <a:ext cx="1068" cy="523"/>
          </p:xfrm>
          <a:graphic>
            <a:graphicData uri="http://schemas.openxmlformats.org/presentationml/2006/ole">
              <mc:AlternateContent xmlns:mc="http://schemas.openxmlformats.org/markup-compatibility/2006">
                <mc:Choice xmlns:v="urn:schemas-microsoft-com:vml" Requires="v">
                  <p:oleObj name="公式" r:id="rId35" imgW="762043" imgH="380876" progId="Equation.3">
                    <p:embed/>
                  </p:oleObj>
                </mc:Choice>
                <mc:Fallback>
                  <p:oleObj name="公式" r:id="rId35" imgW="762043" imgH="380876" progId="Equation.3">
                    <p:embed/>
                    <p:pic>
                      <p:nvPicPr>
                        <p:cNvPr id="0" name="Object 3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139" y="2248"/>
                          <a:ext cx="1068"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00" name="Line 34"/>
            <p:cNvSpPr>
              <a:spLocks noChangeShapeType="1"/>
            </p:cNvSpPr>
            <p:nvPr/>
          </p:nvSpPr>
          <p:spPr bwMode="auto">
            <a:xfrm flipV="1">
              <a:off x="2992" y="2640"/>
              <a:ext cx="0" cy="52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aphicFrame>
        <p:nvGraphicFramePr>
          <p:cNvPr id="42" name="Object 35"/>
          <p:cNvGraphicFramePr>
            <a:graphicFrameLocks noChangeAspect="1"/>
          </p:cNvGraphicFramePr>
          <p:nvPr/>
        </p:nvGraphicFramePr>
        <p:xfrm>
          <a:off x="7505700" y="6143625"/>
          <a:ext cx="942975" cy="593725"/>
        </p:xfrm>
        <a:graphic>
          <a:graphicData uri="http://schemas.openxmlformats.org/presentationml/2006/ole">
            <mc:AlternateContent xmlns:mc="http://schemas.openxmlformats.org/markup-compatibility/2006">
              <mc:Choice xmlns:v="urn:schemas-microsoft-com:vml" Requires="v">
                <p:oleObj name="Equation" r:id="rId37" imgW="314211" imgH="190573" progId="Equation.3">
                  <p:embed/>
                </p:oleObj>
              </mc:Choice>
              <mc:Fallback>
                <p:oleObj name="Equation" r:id="rId37" imgW="314211" imgH="190573" progId="Equation.3">
                  <p:embed/>
                  <p:pic>
                    <p:nvPicPr>
                      <p:cNvPr id="0" name="Object 35"/>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505700" y="6143625"/>
                        <a:ext cx="942975"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6"/>
          <p:cNvGraphicFramePr>
            <a:graphicFrameLocks noChangeAspect="1"/>
          </p:cNvGraphicFramePr>
          <p:nvPr/>
        </p:nvGraphicFramePr>
        <p:xfrm>
          <a:off x="8343900" y="6148388"/>
          <a:ext cx="942975" cy="628650"/>
        </p:xfrm>
        <a:graphic>
          <a:graphicData uri="http://schemas.openxmlformats.org/presentationml/2006/ole">
            <mc:AlternateContent xmlns:mc="http://schemas.openxmlformats.org/markup-compatibility/2006">
              <mc:Choice xmlns:v="urn:schemas-microsoft-com:vml" Requires="v">
                <p:oleObj name="Equation" r:id="rId39" imgW="314211" imgH="200021" progId="Equation.3">
                  <p:embed/>
                </p:oleObj>
              </mc:Choice>
              <mc:Fallback>
                <p:oleObj name="Equation" r:id="rId39" imgW="314211" imgH="200021" progId="Equation.3">
                  <p:embed/>
                  <p:pic>
                    <p:nvPicPr>
                      <p:cNvPr id="0" name="Object 36"/>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8343900" y="6148388"/>
                        <a:ext cx="942975"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10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10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checkerboard(across)">
                                      <p:cBhvr>
                                        <p:cTn id="32" dur="10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outVertical)">
                                      <p:cBhvr>
                                        <p:cTn id="37" dur="10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dissolve">
                                      <p:cBhvr>
                                        <p:cTn id="42" dur="1000"/>
                                        <p:tgtEl>
                                          <p:spTgt spid="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dissolve">
                                      <p:cBhvr>
                                        <p:cTn id="47" dur="1000"/>
                                        <p:tgtEl>
                                          <p:spTgt spid="2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dissolve">
                                      <p:cBhvr>
                                        <p:cTn id="52" dur="1000"/>
                                        <p:tgtEl>
                                          <p:spTgt spid="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dissolve">
                                      <p:cBhvr>
                                        <p:cTn id="57" dur="1000"/>
                                        <p:tgtEl>
                                          <p:spTgt spid="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dissolve">
                                      <p:cBhvr>
                                        <p:cTn id="62" dur="1000"/>
                                        <p:tgtEl>
                                          <p:spTgt spid="3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dissolve">
                                      <p:cBhvr>
                                        <p:cTn id="67" dur="1000"/>
                                        <p:tgtEl>
                                          <p:spTgt spid="3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dissolve">
                                      <p:cBhvr>
                                        <p:cTn id="72" dur="1000"/>
                                        <p:tgtEl>
                                          <p:spTgt spid="3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dissolve">
                                      <p:cBhvr>
                                        <p:cTn id="77" dur="1000"/>
                                        <p:tgtEl>
                                          <p:spTgt spid="4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dissolve">
                                      <p:cBhvr>
                                        <p:cTn id="82" dur="1000"/>
                                        <p:tgtEl>
                                          <p:spTgt spid="3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dissolve">
                                      <p:cBhvr>
                                        <p:cTn id="87" dur="1000"/>
                                        <p:tgtEl>
                                          <p:spTgt spid="3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dissolve">
                                      <p:cBhvr>
                                        <p:cTn id="92" dur="1000"/>
                                        <p:tgtEl>
                                          <p:spTgt spid="3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dissolve">
                                      <p:cBhvr>
                                        <p:cTn id="97"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120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9021BD5-F411-4FD3-A6D7-27A55FF4B3C8}" type="slidenum">
              <a:rPr lang="en-US" altLang="zh-CN" sz="1400">
                <a:solidFill>
                  <a:srgbClr val="000000"/>
                </a:solidFill>
              </a:rPr>
              <a:pPr eaLnBrk="1" hangingPunct="1"/>
              <a:t>74</a:t>
            </a:fld>
            <a:endParaRPr lang="en-US" altLang="zh-CN" sz="1400">
              <a:solidFill>
                <a:srgbClr val="000000"/>
              </a:solidFill>
            </a:endParaRPr>
          </a:p>
        </p:txBody>
      </p:sp>
      <p:sp>
        <p:nvSpPr>
          <p:cNvPr id="4" name="TextBox 3"/>
          <p:cNvSpPr txBox="1"/>
          <p:nvPr/>
        </p:nvSpPr>
        <p:spPr>
          <a:xfrm>
            <a:off x="611560" y="260648"/>
            <a:ext cx="6048672" cy="461665"/>
          </a:xfrm>
          <a:prstGeom prst="rect">
            <a:avLst/>
          </a:prstGeom>
          <a:noFill/>
        </p:spPr>
        <p:txBody>
          <a:bodyPr wrap="square" rtlCol="0">
            <a:spAutoFit/>
          </a:bodyPr>
          <a:lstStyle/>
          <a:p>
            <a:r>
              <a:rPr lang="zh-CN" altLang="en-US" dirty="0"/>
              <a:t>二分法的误差估计</a:t>
            </a:r>
          </a:p>
        </p:txBody>
      </p:sp>
      <p:graphicFrame>
        <p:nvGraphicFramePr>
          <p:cNvPr id="9" name="Object 1085"/>
          <p:cNvGraphicFramePr>
            <a:graphicFrameLocks noChangeAspect="1"/>
          </p:cNvGraphicFramePr>
          <p:nvPr>
            <p:extLst>
              <p:ext uri="{D42A27DB-BD31-4B8C-83A1-F6EECF244321}">
                <p14:modId xmlns:p14="http://schemas.microsoft.com/office/powerpoint/2010/main" val="4246314982"/>
              </p:ext>
            </p:extLst>
          </p:nvPr>
        </p:nvGraphicFramePr>
        <p:xfrm>
          <a:off x="1331640" y="921749"/>
          <a:ext cx="2865438" cy="469900"/>
        </p:xfrm>
        <a:graphic>
          <a:graphicData uri="http://schemas.openxmlformats.org/presentationml/2006/ole">
            <mc:AlternateContent xmlns:mc="http://schemas.openxmlformats.org/markup-compatibility/2006">
              <mc:Choice xmlns:v="urn:schemas-microsoft-com:vml" Requires="v">
                <p:oleObj name="Equation" r:id="rId3" imgW="1162095" imgH="209468" progId="Equation.3">
                  <p:embed/>
                </p:oleObj>
              </mc:Choice>
              <mc:Fallback>
                <p:oleObj name="Equation" r:id="rId3" imgW="1162095" imgH="20946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921749"/>
                        <a:ext cx="286543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1086"/>
          <p:cNvGrpSpPr>
            <a:grpSpLocks/>
          </p:cNvGrpSpPr>
          <p:nvPr/>
        </p:nvGrpSpPr>
        <p:grpSpPr bwMode="auto">
          <a:xfrm>
            <a:off x="4268167" y="836712"/>
            <a:ext cx="3832225" cy="549275"/>
            <a:chOff x="3024" y="2719"/>
            <a:chExt cx="2414" cy="346"/>
          </a:xfrm>
        </p:grpSpPr>
        <p:sp>
          <p:nvSpPr>
            <p:cNvPr id="11" name="Text Box 1087"/>
            <p:cNvSpPr txBox="1">
              <a:spLocks noChangeArrowheads="1"/>
            </p:cNvSpPr>
            <p:nvPr/>
          </p:nvSpPr>
          <p:spPr bwMode="auto">
            <a:xfrm>
              <a:off x="4800" y="2719"/>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1.3</a:t>
              </a:r>
              <a:r>
                <a:rPr lang="zh-CN" altLang="en-US" sz="2000">
                  <a:solidFill>
                    <a:srgbClr val="FF0000"/>
                  </a:solidFill>
                  <a:ea typeface="楷体_GB2312" pitchFamily="49" charset="-122"/>
                </a:rPr>
                <a:t>）</a:t>
              </a:r>
            </a:p>
          </p:txBody>
        </p:sp>
        <p:graphicFrame>
          <p:nvGraphicFramePr>
            <p:cNvPr id="12" name="Object 1088"/>
            <p:cNvGraphicFramePr>
              <a:graphicFrameLocks noChangeAspect="1"/>
            </p:cNvGraphicFramePr>
            <p:nvPr/>
          </p:nvGraphicFramePr>
          <p:xfrm>
            <a:off x="3024" y="2784"/>
            <a:ext cx="1254" cy="266"/>
          </p:xfrm>
          <a:graphic>
            <a:graphicData uri="http://schemas.openxmlformats.org/presentationml/2006/ole">
              <mc:AlternateContent xmlns:mc="http://schemas.openxmlformats.org/markup-compatibility/2006">
                <mc:Choice xmlns:v="urn:schemas-microsoft-com:vml" Requires="v">
                  <p:oleObj name="Equation" r:id="rId5" imgW="790657" imgH="180855" progId="Equation.3">
                    <p:embed/>
                  </p:oleObj>
                </mc:Choice>
                <mc:Fallback>
                  <p:oleObj name="Equation" r:id="rId5" imgW="790657" imgH="18085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 y="2784"/>
                          <a:ext cx="1254"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 name="TextBox 5"/>
          <p:cNvSpPr txBox="1"/>
          <p:nvPr/>
        </p:nvSpPr>
        <p:spPr>
          <a:xfrm>
            <a:off x="467544" y="1844823"/>
            <a:ext cx="7488832" cy="461665"/>
          </a:xfrm>
          <a:prstGeom prst="rect">
            <a:avLst/>
          </a:prstGeom>
          <a:noFill/>
        </p:spPr>
        <p:txBody>
          <a:bodyPr wrap="square" rtlCol="0">
            <a:spAutoFit/>
          </a:bodyPr>
          <a:lstStyle/>
          <a:p>
            <a:r>
              <a:rPr lang="zh-CN" altLang="en-US" dirty="0"/>
              <a:t>二分次数的估计</a:t>
            </a:r>
          </a:p>
        </p:txBody>
      </p:sp>
      <p:grpSp>
        <p:nvGrpSpPr>
          <p:cNvPr id="14" name="Group 1092"/>
          <p:cNvGrpSpPr>
            <a:grpSpLocks/>
          </p:cNvGrpSpPr>
          <p:nvPr/>
        </p:nvGrpSpPr>
        <p:grpSpPr bwMode="auto">
          <a:xfrm>
            <a:off x="1159381" y="3293293"/>
            <a:ext cx="5781675" cy="461962"/>
            <a:chOff x="374" y="2864"/>
            <a:chExt cx="3642" cy="291"/>
          </a:xfrm>
        </p:grpSpPr>
        <p:sp>
          <p:nvSpPr>
            <p:cNvPr id="15" name="Text Box 1093"/>
            <p:cNvSpPr txBox="1">
              <a:spLocks noChangeArrowheads="1"/>
            </p:cNvSpPr>
            <p:nvPr/>
          </p:nvSpPr>
          <p:spPr bwMode="auto">
            <a:xfrm>
              <a:off x="374" y="2864"/>
              <a:ext cx="364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dirty="0">
                  <a:latin typeface="楷体_GB2312" pitchFamily="49" charset="-122"/>
                  <a:ea typeface="楷体_GB2312" pitchFamily="49" charset="-122"/>
                </a:rPr>
                <a:t>只要二分足够多次（即   充分大），便有 </a:t>
              </a:r>
            </a:p>
          </p:txBody>
        </p:sp>
        <p:graphicFrame>
          <p:nvGraphicFramePr>
            <p:cNvPr id="16" name="Object 1094"/>
            <p:cNvGraphicFramePr>
              <a:graphicFrameLocks noChangeAspect="1"/>
            </p:cNvGraphicFramePr>
            <p:nvPr>
              <p:extLst>
                <p:ext uri="{D42A27DB-BD31-4B8C-83A1-F6EECF244321}">
                  <p14:modId xmlns:p14="http://schemas.microsoft.com/office/powerpoint/2010/main" val="4285927293"/>
                </p:ext>
              </p:extLst>
            </p:nvPr>
          </p:nvGraphicFramePr>
          <p:xfrm>
            <a:off x="2342" y="2929"/>
            <a:ext cx="190" cy="207"/>
          </p:xfrm>
          <a:graphic>
            <a:graphicData uri="http://schemas.openxmlformats.org/presentationml/2006/ole">
              <mc:AlternateContent xmlns:mc="http://schemas.openxmlformats.org/markup-compatibility/2006">
                <mc:Choice xmlns:v="urn:schemas-microsoft-com:vml" Requires="v">
                  <p:oleObj name="Equation" r:id="rId7" imgW="76123" imgH="133347" progId="Equation.3">
                    <p:embed/>
                  </p:oleObj>
                </mc:Choice>
                <mc:Fallback>
                  <p:oleObj name="Equation" r:id="rId7" imgW="76123" imgH="13334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2" y="2929"/>
                          <a:ext cx="190"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7" name="Object 1095"/>
          <p:cNvGraphicFramePr>
            <a:graphicFrameLocks noChangeAspect="1"/>
          </p:cNvGraphicFramePr>
          <p:nvPr>
            <p:extLst>
              <p:ext uri="{D42A27DB-BD31-4B8C-83A1-F6EECF244321}">
                <p14:modId xmlns:p14="http://schemas.microsoft.com/office/powerpoint/2010/main" val="2287708876"/>
              </p:ext>
            </p:extLst>
          </p:nvPr>
        </p:nvGraphicFramePr>
        <p:xfrm>
          <a:off x="2384931" y="3932932"/>
          <a:ext cx="1839912" cy="469900"/>
        </p:xfrm>
        <a:graphic>
          <a:graphicData uri="http://schemas.openxmlformats.org/presentationml/2006/ole">
            <mc:AlternateContent xmlns:mc="http://schemas.openxmlformats.org/markup-compatibility/2006">
              <mc:Choice xmlns:v="urn:schemas-microsoft-com:vml" Requires="v">
                <p:oleObj name="Equation" r:id="rId9" imgW="723981" imgH="209468" progId="Equation.3">
                  <p:embed/>
                </p:oleObj>
              </mc:Choice>
              <mc:Fallback>
                <p:oleObj name="Equation" r:id="rId9" imgW="723981" imgH="20946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4931" y="3932932"/>
                        <a:ext cx="183991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 name="Group 1096"/>
          <p:cNvGrpSpPr>
            <a:grpSpLocks/>
          </p:cNvGrpSpPr>
          <p:nvPr/>
        </p:nvGrpSpPr>
        <p:grpSpPr bwMode="auto">
          <a:xfrm>
            <a:off x="4496766" y="3967482"/>
            <a:ext cx="3097213" cy="639763"/>
            <a:chOff x="374" y="3536"/>
            <a:chExt cx="1951" cy="403"/>
          </a:xfrm>
        </p:grpSpPr>
        <p:sp>
          <p:nvSpPr>
            <p:cNvPr id="19" name="Text Box 1097"/>
            <p:cNvSpPr txBox="1">
              <a:spLocks noChangeArrowheads="1"/>
            </p:cNvSpPr>
            <p:nvPr/>
          </p:nvSpPr>
          <p:spPr bwMode="auto">
            <a:xfrm>
              <a:off x="374" y="3536"/>
              <a:ext cx="19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a:latin typeface="楷体_GB2312" pitchFamily="49" charset="-122"/>
                  <a:ea typeface="楷体_GB2312" pitchFamily="49" charset="-122"/>
                </a:rPr>
                <a:t>这里  为</a:t>
              </a:r>
              <a:r>
                <a:rPr lang="zh-CN" altLang="en-US" sz="2400">
                  <a:solidFill>
                    <a:srgbClr val="FF0000"/>
                  </a:solidFill>
                  <a:latin typeface="楷体_GB2312" pitchFamily="49" charset="-122"/>
                  <a:ea typeface="楷体_GB2312" pitchFamily="49" charset="-122"/>
                </a:rPr>
                <a:t>预定的精度</a:t>
              </a:r>
              <a:r>
                <a:rPr lang="en-US" altLang="zh-CN" sz="2400">
                  <a:latin typeface="楷体_GB2312" pitchFamily="49" charset="-122"/>
                  <a:ea typeface="楷体_GB2312" pitchFamily="49" charset="-122"/>
                </a:rPr>
                <a:t>.</a:t>
              </a:r>
            </a:p>
          </p:txBody>
        </p:sp>
        <p:graphicFrame>
          <p:nvGraphicFramePr>
            <p:cNvPr id="20" name="Object 1098"/>
            <p:cNvGraphicFramePr>
              <a:graphicFrameLocks noChangeAspect="1"/>
            </p:cNvGraphicFramePr>
            <p:nvPr>
              <p:extLst>
                <p:ext uri="{D42A27DB-BD31-4B8C-83A1-F6EECF244321}">
                  <p14:modId xmlns:p14="http://schemas.microsoft.com/office/powerpoint/2010/main" val="1082887281"/>
                </p:ext>
              </p:extLst>
            </p:nvPr>
          </p:nvGraphicFramePr>
          <p:xfrm>
            <a:off x="825" y="3605"/>
            <a:ext cx="190" cy="162"/>
          </p:xfrm>
          <a:graphic>
            <a:graphicData uri="http://schemas.openxmlformats.org/presentationml/2006/ole">
              <mc:AlternateContent xmlns:mc="http://schemas.openxmlformats.org/markup-compatibility/2006">
                <mc:Choice xmlns:v="urn:schemas-microsoft-com:vml" Requires="v">
                  <p:oleObj name="Equation" r:id="rId11" imgW="76123" imgH="95287" progId="Equation.3">
                    <p:embed/>
                  </p:oleObj>
                </mc:Choice>
                <mc:Fallback>
                  <p:oleObj name="Equation" r:id="rId11" imgW="76123" imgH="9528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5" y="3605"/>
                          <a:ext cx="190"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 name="Object 1099"/>
          <p:cNvGraphicFramePr>
            <a:graphicFrameLocks noChangeAspect="1"/>
          </p:cNvGraphicFramePr>
          <p:nvPr>
            <p:extLst>
              <p:ext uri="{D42A27DB-BD31-4B8C-83A1-F6EECF244321}">
                <p14:modId xmlns:p14="http://schemas.microsoft.com/office/powerpoint/2010/main" val="2706052478"/>
              </p:ext>
            </p:extLst>
          </p:nvPr>
        </p:nvGraphicFramePr>
        <p:xfrm>
          <a:off x="4086731" y="2455803"/>
          <a:ext cx="2736850" cy="679450"/>
        </p:xfrm>
        <a:graphic>
          <a:graphicData uri="http://schemas.openxmlformats.org/presentationml/2006/ole">
            <mc:AlternateContent xmlns:mc="http://schemas.openxmlformats.org/markup-compatibility/2006">
              <mc:Choice xmlns:v="urn:schemas-microsoft-com:vml" Requires="v">
                <p:oleObj name="公式" r:id="rId13" imgW="1409088" imgH="406224" progId="Equation.3">
                  <p:embed/>
                </p:oleObj>
              </mc:Choice>
              <mc:Fallback>
                <p:oleObj name="公式" r:id="rId13" imgW="1409088" imgH="406224"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6731" y="2455803"/>
                        <a:ext cx="27368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 name="Group 1100"/>
          <p:cNvGrpSpPr>
            <a:grpSpLocks/>
          </p:cNvGrpSpPr>
          <p:nvPr/>
        </p:nvGrpSpPr>
        <p:grpSpPr bwMode="auto">
          <a:xfrm>
            <a:off x="1171213" y="2495490"/>
            <a:ext cx="2655888" cy="639763"/>
            <a:chOff x="611" y="210"/>
            <a:chExt cx="1673" cy="403"/>
          </a:xfrm>
        </p:grpSpPr>
        <p:graphicFrame>
          <p:nvGraphicFramePr>
            <p:cNvPr id="23" name="Object 1101"/>
            <p:cNvGraphicFramePr>
              <a:graphicFrameLocks noChangeAspect="1"/>
            </p:cNvGraphicFramePr>
            <p:nvPr>
              <p:extLst>
                <p:ext uri="{D42A27DB-BD31-4B8C-83A1-F6EECF244321}">
                  <p14:modId xmlns:p14="http://schemas.microsoft.com/office/powerpoint/2010/main" val="458981773"/>
                </p:ext>
              </p:extLst>
            </p:nvPr>
          </p:nvGraphicFramePr>
          <p:xfrm>
            <a:off x="1125" y="257"/>
            <a:ext cx="1159" cy="296"/>
          </p:xfrm>
          <a:graphic>
            <a:graphicData uri="http://schemas.openxmlformats.org/presentationml/2006/ole">
              <mc:AlternateContent xmlns:mc="http://schemas.openxmlformats.org/markup-compatibility/2006">
                <mc:Choice xmlns:v="urn:schemas-microsoft-com:vml" Requires="v">
                  <p:oleObj name="Equation" r:id="rId9" imgW="723981" imgH="209468" progId="Equation.3">
                    <p:embed/>
                  </p:oleObj>
                </mc:Choice>
                <mc:Fallback>
                  <p:oleObj name="Equation" r:id="rId9" imgW="723981" imgH="209468"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5" y="257"/>
                          <a:ext cx="1159"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Rectangle 1102"/>
            <p:cNvSpPr>
              <a:spLocks noChangeArrowheads="1"/>
            </p:cNvSpPr>
            <p:nvPr/>
          </p:nvSpPr>
          <p:spPr bwMode="auto">
            <a:xfrm>
              <a:off x="611" y="210"/>
              <a:ext cx="50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400" dirty="0">
                  <a:latin typeface="楷体_GB2312" pitchFamily="49" charset="-122"/>
                  <a:ea typeface="楷体_GB2312" pitchFamily="49" charset="-122"/>
                </a:rPr>
                <a:t>要使</a:t>
              </a:r>
            </a:p>
          </p:txBody>
        </p:sp>
      </p:grpSp>
    </p:spTree>
    <p:extLst>
      <p:ext uri="{BB962C8B-B14F-4D97-AF65-F5344CB8AC3E}">
        <p14:creationId xmlns:p14="http://schemas.microsoft.com/office/powerpoint/2010/main" val="265674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20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120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9021BD5-F411-4FD3-A6D7-27A55FF4B3C8}" type="slidenum">
              <a:rPr lang="en-US" altLang="zh-CN" sz="1400"/>
              <a:pPr eaLnBrk="1" hangingPunct="1"/>
              <a:t>75</a:t>
            </a:fld>
            <a:endParaRPr lang="en-US" altLang="zh-CN" sz="1400"/>
          </a:p>
        </p:txBody>
      </p:sp>
      <p:sp>
        <p:nvSpPr>
          <p:cNvPr id="3" name="TextBox 2"/>
          <p:cNvSpPr txBox="1">
            <a:spLocks noRot="1" noChangeAspect="1" noMove="1" noResize="1" noEditPoints="1" noAdjustHandles="1" noChangeArrowheads="1" noChangeShapeType="1" noTextEdit="1"/>
          </p:cNvSpPr>
          <p:nvPr/>
        </p:nvSpPr>
        <p:spPr>
          <a:xfrm>
            <a:off x="179512" y="260648"/>
            <a:ext cx="8136904" cy="830997"/>
          </a:xfrm>
          <a:prstGeom prst="rect">
            <a:avLst/>
          </a:prstGeom>
          <a:blipFill rotWithShape="1">
            <a:blip r:embed="rId3"/>
            <a:stretch>
              <a:fillRect l="-1124" t="-8088" r="-1199" b="-13971"/>
            </a:stretch>
          </a:blipFill>
        </p:spPr>
        <p:txBody>
          <a:bodyPr/>
          <a:lstStyle/>
          <a:p>
            <a:r>
              <a:rPr lang="zh-CN" altLang="en-US">
                <a:noFill/>
              </a:rPr>
              <a:t> </a:t>
            </a:r>
          </a:p>
        </p:txBody>
      </p:sp>
      <p:sp>
        <p:nvSpPr>
          <p:cNvPr id="51204" name="TextBox 3"/>
          <p:cNvSpPr txBox="1">
            <a:spLocks noChangeArrowheads="1"/>
          </p:cNvSpPr>
          <p:nvPr/>
        </p:nvSpPr>
        <p:spPr bwMode="auto">
          <a:xfrm>
            <a:off x="611188" y="1412875"/>
            <a:ext cx="7705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t>f(1)=-1&lt;0; f(2)=5&gt;0; </a:t>
            </a:r>
            <a:r>
              <a:rPr lang="zh-CN" altLang="en-US"/>
              <a:t>在此区间必有一个实根。</a:t>
            </a:r>
          </a:p>
        </p:txBody>
      </p:sp>
      <p:sp>
        <p:nvSpPr>
          <p:cNvPr id="5" name="TextBox 4"/>
          <p:cNvSpPr txBox="1">
            <a:spLocks noRot="1" noChangeAspect="1" noMove="1" noResize="1" noEditPoints="1" noAdjustHandles="1" noChangeArrowheads="1" noChangeShapeType="1" noTextEdit="1"/>
          </p:cNvSpPr>
          <p:nvPr/>
        </p:nvSpPr>
        <p:spPr>
          <a:xfrm>
            <a:off x="634549" y="2060848"/>
            <a:ext cx="2400464" cy="461665"/>
          </a:xfrm>
          <a:prstGeom prst="rect">
            <a:avLst/>
          </a:prstGeom>
          <a:blipFill rotWithShape="1">
            <a:blip r:embed="rId4"/>
            <a:stretch>
              <a:fillRect b="-18421"/>
            </a:stretch>
          </a:blipFill>
        </p:spPr>
        <p:txBody>
          <a:bodyPr/>
          <a:lstStyle/>
          <a:p>
            <a:r>
              <a:rPr lang="zh-CN" altLang="en-US">
                <a:noFill/>
              </a:rPr>
              <a:t> </a:t>
            </a:r>
          </a:p>
        </p:txBody>
      </p:sp>
      <p:sp>
        <p:nvSpPr>
          <p:cNvPr id="51206" name="TextBox 5"/>
          <p:cNvSpPr txBox="1">
            <a:spLocks noChangeArrowheads="1"/>
          </p:cNvSpPr>
          <p:nvPr/>
        </p:nvSpPr>
        <p:spPr bwMode="auto">
          <a:xfrm>
            <a:off x="2843213" y="2103438"/>
            <a:ext cx="5689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dirty="0"/>
              <a:t>在区间</a:t>
            </a:r>
            <a:r>
              <a:rPr lang="en-US" altLang="zh-CN" dirty="0"/>
              <a:t>(1.0,2.0)</a:t>
            </a:r>
            <a:r>
              <a:rPr lang="zh-CN" altLang="en-US" dirty="0"/>
              <a:t>上都为正，说明</a:t>
            </a:r>
            <a:r>
              <a:rPr lang="en-US" altLang="zh-CN" dirty="0"/>
              <a:t>f(x)</a:t>
            </a:r>
            <a:r>
              <a:rPr lang="zh-CN" altLang="en-US" dirty="0"/>
              <a:t>是单调递增函数，所以</a:t>
            </a:r>
            <a:r>
              <a:rPr lang="en-US" altLang="zh-CN" dirty="0"/>
              <a:t>f(x)=0</a:t>
            </a:r>
            <a:r>
              <a:rPr lang="zh-CN" altLang="en-US" dirty="0"/>
              <a:t>只有一个实根</a:t>
            </a:r>
          </a:p>
        </p:txBody>
      </p:sp>
      <p:sp>
        <p:nvSpPr>
          <p:cNvPr id="2" name="TextBox 1"/>
          <p:cNvSpPr txBox="1"/>
          <p:nvPr/>
        </p:nvSpPr>
        <p:spPr>
          <a:xfrm>
            <a:off x="3015777" y="5157192"/>
            <a:ext cx="1800493" cy="646331"/>
          </a:xfrm>
          <a:prstGeom prst="rect">
            <a:avLst/>
          </a:prstGeom>
          <a:noFill/>
        </p:spPr>
        <p:txBody>
          <a:bodyPr wrap="none" rtlCol="0">
            <a:spAutoFit/>
          </a:bodyPr>
          <a:lstStyle/>
          <a:p>
            <a:r>
              <a:rPr lang="zh-CN" altLang="en-US" sz="3600" b="1" dirty="0"/>
              <a:t>见习题</a:t>
            </a:r>
            <a:r>
              <a:rPr lang="en-US" altLang="zh-CN" sz="3600" b="1" dirty="0"/>
              <a:t>1</a:t>
            </a:r>
            <a:endParaRPr lang="zh-CN" altLang="en-US" sz="3600" b="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2226"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0960AC42-A8FF-4347-83E4-5B3D38DECA00}" type="slidenum">
              <a:rPr lang="en-US" altLang="zh-CN" sz="1400"/>
              <a:pPr eaLnBrk="1" hangingPunct="1"/>
              <a:t>76</a:t>
            </a:fld>
            <a:endParaRPr lang="en-US" altLang="zh-CN" sz="1400"/>
          </a:p>
        </p:txBody>
      </p:sp>
      <p:sp>
        <p:nvSpPr>
          <p:cNvPr id="52227" name="TextBox 2"/>
          <p:cNvSpPr txBox="1">
            <a:spLocks noChangeArrowheads="1"/>
          </p:cNvSpPr>
          <p:nvPr/>
        </p:nvSpPr>
        <p:spPr bwMode="auto">
          <a:xfrm>
            <a:off x="83877" y="201613"/>
            <a:ext cx="3240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3200" b="1" dirty="0"/>
              <a:t>3. </a:t>
            </a:r>
            <a:r>
              <a:rPr lang="zh-CN" altLang="en-US" sz="3200" b="1" dirty="0"/>
              <a:t>迭代法求根</a:t>
            </a:r>
          </a:p>
        </p:txBody>
      </p:sp>
      <p:graphicFrame>
        <p:nvGraphicFramePr>
          <p:cNvPr id="4" name="Object 6"/>
          <p:cNvGraphicFramePr>
            <a:graphicFrameLocks noChangeAspect="1"/>
          </p:cNvGraphicFramePr>
          <p:nvPr>
            <p:extLst>
              <p:ext uri="{D42A27DB-BD31-4B8C-83A1-F6EECF244321}">
                <p14:modId xmlns:p14="http://schemas.microsoft.com/office/powerpoint/2010/main" val="566694481"/>
              </p:ext>
            </p:extLst>
          </p:nvPr>
        </p:nvGraphicFramePr>
        <p:xfrm>
          <a:off x="3210009" y="898055"/>
          <a:ext cx="1776412" cy="439738"/>
        </p:xfrm>
        <a:graphic>
          <a:graphicData uri="http://schemas.openxmlformats.org/presentationml/2006/ole">
            <mc:AlternateContent xmlns:mc="http://schemas.openxmlformats.org/markup-compatibility/2006">
              <mc:Choice xmlns:v="urn:schemas-microsoft-com:vml" Requires="v">
                <p:oleObj name="公式" r:id="rId3" imgW="809553" imgH="171408" progId="Equation.3">
                  <p:embed/>
                </p:oleObj>
              </mc:Choice>
              <mc:Fallback>
                <p:oleObj name="公式" r:id="rId3" imgW="809553" imgH="171408"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0009" y="898055"/>
                        <a:ext cx="1776412"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3"/>
          <p:cNvGraphicFramePr>
            <a:graphicFrameLocks noChangeAspect="1"/>
          </p:cNvGraphicFramePr>
          <p:nvPr/>
        </p:nvGraphicFramePr>
        <p:xfrm>
          <a:off x="1811338" y="928688"/>
          <a:ext cx="1223962" cy="417512"/>
        </p:xfrm>
        <a:graphic>
          <a:graphicData uri="http://schemas.openxmlformats.org/presentationml/2006/ole">
            <mc:AlternateContent xmlns:mc="http://schemas.openxmlformats.org/markup-compatibility/2006">
              <mc:Choice xmlns:v="urn:schemas-microsoft-com:vml" Requires="v">
                <p:oleObj name="公式" r:id="rId5" imgW="596641" imgH="203112" progId="Equation.3">
                  <p:embed/>
                </p:oleObj>
              </mc:Choice>
              <mc:Fallback>
                <p:oleObj name="公式" r:id="rId5" imgW="596641" imgH="203112" progId="Equation.3">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1338" y="928688"/>
                        <a:ext cx="122396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 name="Group 56"/>
          <p:cNvGrpSpPr>
            <a:grpSpLocks/>
          </p:cNvGrpSpPr>
          <p:nvPr/>
        </p:nvGrpSpPr>
        <p:grpSpPr bwMode="auto">
          <a:xfrm>
            <a:off x="1476375" y="3357563"/>
            <a:ext cx="6016625" cy="549275"/>
            <a:chOff x="1370" y="826"/>
            <a:chExt cx="3790" cy="346"/>
          </a:xfrm>
        </p:grpSpPr>
        <p:graphicFrame>
          <p:nvGraphicFramePr>
            <p:cNvPr id="52236" name="Object 57"/>
            <p:cNvGraphicFramePr>
              <a:graphicFrameLocks noChangeAspect="1"/>
            </p:cNvGraphicFramePr>
            <p:nvPr/>
          </p:nvGraphicFramePr>
          <p:xfrm>
            <a:off x="1370" y="902"/>
            <a:ext cx="2432" cy="267"/>
          </p:xfrm>
          <a:graphic>
            <a:graphicData uri="http://schemas.openxmlformats.org/presentationml/2006/ole">
              <mc:AlternateContent xmlns:mc="http://schemas.openxmlformats.org/markup-compatibility/2006">
                <mc:Choice xmlns:v="urn:schemas-microsoft-com:vml" Requires="v">
                  <p:oleObj name="Equation" r:id="rId7" imgW="1600209" imgH="200021" progId="Equation.3">
                    <p:embed/>
                  </p:oleObj>
                </mc:Choice>
                <mc:Fallback>
                  <p:oleObj name="Equation" r:id="rId7" imgW="1600209" imgH="200021" progId="Equation.3">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0" y="902"/>
                          <a:ext cx="2432"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7" name="Text Box 58"/>
            <p:cNvSpPr txBox="1">
              <a:spLocks noChangeArrowheads="1"/>
            </p:cNvSpPr>
            <p:nvPr/>
          </p:nvSpPr>
          <p:spPr bwMode="auto">
            <a:xfrm>
              <a:off x="4522" y="826"/>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2.2</a:t>
              </a:r>
              <a:r>
                <a:rPr lang="zh-CN" altLang="en-US" sz="2000">
                  <a:solidFill>
                    <a:srgbClr val="FF0000"/>
                  </a:solidFill>
                  <a:ea typeface="楷体_GB2312" pitchFamily="49" charset="-122"/>
                </a:rPr>
                <a:t>）</a:t>
              </a:r>
            </a:p>
          </p:txBody>
        </p:sp>
      </p:grpSp>
      <p:grpSp>
        <p:nvGrpSpPr>
          <p:cNvPr id="28" name="Group 59"/>
          <p:cNvGrpSpPr>
            <a:grpSpLocks/>
          </p:cNvGrpSpPr>
          <p:nvPr/>
        </p:nvGrpSpPr>
        <p:grpSpPr bwMode="auto">
          <a:xfrm>
            <a:off x="1385887" y="4229104"/>
            <a:ext cx="3186113" cy="639764"/>
            <a:chOff x="-775" y="1209"/>
            <a:chExt cx="2007" cy="403"/>
          </a:xfrm>
        </p:grpSpPr>
        <p:sp>
          <p:nvSpPr>
            <p:cNvPr id="52234" name="Text Box 60"/>
            <p:cNvSpPr txBox="1">
              <a:spLocks noChangeArrowheads="1"/>
            </p:cNvSpPr>
            <p:nvPr/>
          </p:nvSpPr>
          <p:spPr bwMode="auto">
            <a:xfrm>
              <a:off x="-624" y="1209"/>
              <a:ext cx="185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称为</a:t>
              </a:r>
              <a:r>
                <a:rPr lang="zh-CN" altLang="en-US" sz="2400" dirty="0">
                  <a:solidFill>
                    <a:srgbClr val="FF0000"/>
                  </a:solidFill>
                  <a:latin typeface="楷体_GB2312" pitchFamily="49" charset="-122"/>
                  <a:ea typeface="楷体_GB2312" pitchFamily="49" charset="-122"/>
                </a:rPr>
                <a:t>迭代函数</a:t>
              </a:r>
              <a:r>
                <a:rPr lang="en-US" altLang="zh-CN" sz="2400" dirty="0">
                  <a:latin typeface="楷体_GB2312" pitchFamily="49" charset="-122"/>
                  <a:ea typeface="楷体_GB2312" pitchFamily="49" charset="-122"/>
                </a:rPr>
                <a:t>.</a:t>
              </a:r>
            </a:p>
          </p:txBody>
        </p:sp>
        <p:graphicFrame>
          <p:nvGraphicFramePr>
            <p:cNvPr id="52235" name="Object 61"/>
            <p:cNvGraphicFramePr>
              <a:graphicFrameLocks noChangeAspect="1"/>
            </p:cNvGraphicFramePr>
            <p:nvPr>
              <p:extLst>
                <p:ext uri="{D42A27DB-BD31-4B8C-83A1-F6EECF244321}">
                  <p14:modId xmlns:p14="http://schemas.microsoft.com/office/powerpoint/2010/main" val="4278048434"/>
                </p:ext>
              </p:extLst>
            </p:nvPr>
          </p:nvGraphicFramePr>
          <p:xfrm>
            <a:off x="-775" y="1209"/>
            <a:ext cx="535" cy="299"/>
          </p:xfrm>
          <a:graphic>
            <a:graphicData uri="http://schemas.openxmlformats.org/presentationml/2006/ole">
              <mc:AlternateContent xmlns:mc="http://schemas.openxmlformats.org/markup-compatibility/2006">
                <mc:Choice xmlns:v="urn:schemas-microsoft-com:vml" Requires="v">
                  <p:oleObj name="公式" r:id="rId9" imgW="330120" imgH="215640" progId="Equation.3">
                    <p:embed/>
                  </p:oleObj>
                </mc:Choice>
                <mc:Fallback>
                  <p:oleObj name="公式" r:id="rId9" imgW="330120" imgH="215640" progId="Equation.3">
                    <p:embed/>
                    <p:pic>
                      <p:nvPicPr>
                        <p:cNvPr id="0" name="Object 61"/>
                        <p:cNvPicPr>
                          <a:picLocks noChangeAspect="1" noChangeArrowheads="1"/>
                        </p:cNvPicPr>
                        <p:nvPr/>
                      </p:nvPicPr>
                      <p:blipFill>
                        <a:blip r:embed="rId10"/>
                        <a:srcRect/>
                        <a:stretch>
                          <a:fillRect/>
                        </a:stretch>
                      </p:blipFill>
                      <p:spPr bwMode="auto">
                        <a:xfrm>
                          <a:off x="-775" y="1209"/>
                          <a:ext cx="535"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Group 39"/>
          <p:cNvGrpSpPr>
            <a:grpSpLocks/>
          </p:cNvGrpSpPr>
          <p:nvPr/>
        </p:nvGrpSpPr>
        <p:grpSpPr bwMode="auto">
          <a:xfrm>
            <a:off x="499993" y="1484784"/>
            <a:ext cx="7997825" cy="1135063"/>
            <a:chOff x="382" y="1997"/>
            <a:chExt cx="4979" cy="715"/>
          </a:xfrm>
        </p:grpSpPr>
        <p:sp>
          <p:nvSpPr>
            <p:cNvPr id="24" name="Text Box 8"/>
            <p:cNvSpPr txBox="1">
              <a:spLocks noChangeArrowheads="1"/>
            </p:cNvSpPr>
            <p:nvPr/>
          </p:nvSpPr>
          <p:spPr bwMode="auto">
            <a:xfrm>
              <a:off x="382" y="1997"/>
              <a:ext cx="4746"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sz="2400" dirty="0">
                  <a:latin typeface="楷体_GB2312" pitchFamily="49" charset="-122"/>
                  <a:ea typeface="楷体_GB2312" pitchFamily="49" charset="-122"/>
                </a:rPr>
                <a:t>若      满足                ，则                   ；反之亦然，称</a:t>
              </a:r>
            </a:p>
            <a:p>
              <a:pPr eaLnBrk="1" hangingPunct="1">
                <a:lnSpc>
                  <a:spcPct val="150000"/>
                </a:lnSpc>
                <a:spcBef>
                  <a:spcPct val="0"/>
                </a:spcBef>
                <a:buFontTx/>
                <a:buNone/>
              </a:pPr>
              <a:r>
                <a:rPr lang="zh-CN" altLang="en-US" sz="2400" dirty="0">
                  <a:latin typeface="楷体_GB2312" pitchFamily="49" charset="-122"/>
                  <a:ea typeface="楷体_GB2312" pitchFamily="49" charset="-122"/>
                </a:rPr>
                <a:t>为函数          的一个</a:t>
              </a:r>
              <a:r>
                <a:rPr lang="zh-CN" altLang="en-US" sz="2400" dirty="0">
                  <a:solidFill>
                    <a:srgbClr val="FF0000"/>
                  </a:solidFill>
                  <a:latin typeface="楷体_GB2312" pitchFamily="49" charset="-122"/>
                  <a:ea typeface="楷体_GB2312" pitchFamily="49" charset="-122"/>
                </a:rPr>
                <a:t>不动点</a:t>
              </a:r>
              <a:r>
                <a:rPr lang="en-US" altLang="zh-CN" sz="2400" dirty="0">
                  <a:latin typeface="楷体_GB2312" pitchFamily="49" charset="-122"/>
                  <a:ea typeface="楷体_GB2312" pitchFamily="49" charset="-122"/>
                </a:rPr>
                <a:t>. </a:t>
              </a:r>
            </a:p>
          </p:txBody>
        </p:sp>
        <p:graphicFrame>
          <p:nvGraphicFramePr>
            <p:cNvPr id="26" name="Object 9"/>
            <p:cNvGraphicFramePr>
              <a:graphicFrameLocks noChangeAspect="1"/>
            </p:cNvGraphicFramePr>
            <p:nvPr/>
          </p:nvGraphicFramePr>
          <p:xfrm>
            <a:off x="625" y="2130"/>
            <a:ext cx="304" cy="222"/>
          </p:xfrm>
          <a:graphic>
            <a:graphicData uri="http://schemas.openxmlformats.org/presentationml/2006/ole">
              <mc:AlternateContent xmlns:mc="http://schemas.openxmlformats.org/markup-compatibility/2006">
                <mc:Choice xmlns:v="urn:schemas-microsoft-com:vml" Requires="v">
                  <p:oleObj name="Equation" r:id="rId11" imgW="190578" imgH="161960" progId="Equation.3">
                    <p:embed/>
                  </p:oleObj>
                </mc:Choice>
                <mc:Fallback>
                  <p:oleObj name="Equation" r:id="rId11" imgW="190578" imgH="1619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5" y="2130"/>
                          <a:ext cx="304"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0"/>
            <p:cNvGraphicFramePr>
              <a:graphicFrameLocks noChangeAspect="1"/>
            </p:cNvGraphicFramePr>
            <p:nvPr>
              <p:extLst>
                <p:ext uri="{D42A27DB-BD31-4B8C-83A1-F6EECF244321}">
                  <p14:modId xmlns:p14="http://schemas.microsoft.com/office/powerpoint/2010/main" val="1879140192"/>
                </p:ext>
              </p:extLst>
            </p:nvPr>
          </p:nvGraphicFramePr>
          <p:xfrm>
            <a:off x="1302" y="2101"/>
            <a:ext cx="950" cy="237"/>
          </p:xfrm>
          <a:graphic>
            <a:graphicData uri="http://schemas.openxmlformats.org/presentationml/2006/ole">
              <mc:AlternateContent xmlns:mc="http://schemas.openxmlformats.org/markup-compatibility/2006">
                <mc:Choice xmlns:v="urn:schemas-microsoft-com:vml" Requires="v">
                  <p:oleObj name="Equation" r:id="rId13" imgW="619244" imgH="180855" progId="Equation.3">
                    <p:embed/>
                  </p:oleObj>
                </mc:Choice>
                <mc:Fallback>
                  <p:oleObj name="Equation" r:id="rId13" imgW="619244" imgH="18085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02" y="2101"/>
                          <a:ext cx="950"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11"/>
            <p:cNvGraphicFramePr>
              <a:graphicFrameLocks noChangeAspect="1"/>
            </p:cNvGraphicFramePr>
            <p:nvPr>
              <p:extLst>
                <p:ext uri="{D42A27DB-BD31-4B8C-83A1-F6EECF244321}">
                  <p14:modId xmlns:p14="http://schemas.microsoft.com/office/powerpoint/2010/main" val="4243258714"/>
                </p:ext>
              </p:extLst>
            </p:nvPr>
          </p:nvGraphicFramePr>
          <p:xfrm>
            <a:off x="2659" y="2108"/>
            <a:ext cx="1026" cy="237"/>
          </p:xfrm>
          <a:graphic>
            <a:graphicData uri="http://schemas.openxmlformats.org/presentationml/2006/ole">
              <mc:AlternateContent xmlns:mc="http://schemas.openxmlformats.org/markup-compatibility/2006">
                <mc:Choice xmlns:v="urn:schemas-microsoft-com:vml" Requires="v">
                  <p:oleObj name="Equation" r:id="rId15" imgW="666754" imgH="180855" progId="Equation.3">
                    <p:embed/>
                  </p:oleObj>
                </mc:Choice>
                <mc:Fallback>
                  <p:oleObj name="Equation" r:id="rId15" imgW="666754" imgH="180855"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59" y="2108"/>
                          <a:ext cx="1026"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12"/>
            <p:cNvGraphicFramePr>
              <a:graphicFrameLocks noChangeAspect="1"/>
            </p:cNvGraphicFramePr>
            <p:nvPr/>
          </p:nvGraphicFramePr>
          <p:xfrm>
            <a:off x="5057" y="2115"/>
            <a:ext cx="304" cy="222"/>
          </p:xfrm>
          <a:graphic>
            <a:graphicData uri="http://schemas.openxmlformats.org/presentationml/2006/ole">
              <mc:AlternateContent xmlns:mc="http://schemas.openxmlformats.org/markup-compatibility/2006">
                <mc:Choice xmlns:v="urn:schemas-microsoft-com:vml" Requires="v">
                  <p:oleObj name="Equation" r:id="rId11" imgW="190578" imgH="161960" progId="Equation.3">
                    <p:embed/>
                  </p:oleObj>
                </mc:Choice>
                <mc:Fallback>
                  <p:oleObj name="Equation" r:id="rId11" imgW="190578" imgH="16196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57" y="2115"/>
                          <a:ext cx="304"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13"/>
            <p:cNvGraphicFramePr>
              <a:graphicFrameLocks noChangeAspect="1"/>
            </p:cNvGraphicFramePr>
            <p:nvPr>
              <p:extLst>
                <p:ext uri="{D42A27DB-BD31-4B8C-83A1-F6EECF244321}">
                  <p14:modId xmlns:p14="http://schemas.microsoft.com/office/powerpoint/2010/main" val="797356200"/>
                </p:ext>
              </p:extLst>
            </p:nvPr>
          </p:nvGraphicFramePr>
          <p:xfrm>
            <a:off x="1034" y="2445"/>
            <a:ext cx="494" cy="237"/>
          </p:xfrm>
          <a:graphic>
            <a:graphicData uri="http://schemas.openxmlformats.org/presentationml/2006/ole">
              <mc:AlternateContent xmlns:mc="http://schemas.openxmlformats.org/markup-compatibility/2006">
                <mc:Choice xmlns:v="urn:schemas-microsoft-com:vml" Requires="v">
                  <p:oleObj name="Equation" r:id="rId18" imgW="314211" imgH="180855" progId="Equation.3">
                    <p:embed/>
                  </p:oleObj>
                </mc:Choice>
                <mc:Fallback>
                  <p:oleObj name="Equation" r:id="rId18" imgW="314211" imgH="180855"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34" y="2445"/>
                          <a:ext cx="494"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 name="Group 32"/>
          <p:cNvGrpSpPr>
            <a:grpSpLocks/>
          </p:cNvGrpSpPr>
          <p:nvPr/>
        </p:nvGrpSpPr>
        <p:grpSpPr bwMode="auto">
          <a:xfrm>
            <a:off x="1038034" y="2711451"/>
            <a:ext cx="6494463" cy="646112"/>
            <a:chOff x="344" y="2708"/>
            <a:chExt cx="4091" cy="407"/>
          </a:xfrm>
        </p:grpSpPr>
        <p:sp>
          <p:nvSpPr>
            <p:cNvPr id="33" name="Text Box 14"/>
            <p:cNvSpPr txBox="1">
              <a:spLocks noChangeArrowheads="1"/>
            </p:cNvSpPr>
            <p:nvPr/>
          </p:nvSpPr>
          <p:spPr bwMode="auto">
            <a:xfrm>
              <a:off x="344" y="2708"/>
              <a:ext cx="409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latin typeface="宋体" charset="-122"/>
                </a:rPr>
                <a:t>    </a:t>
              </a:r>
              <a:r>
                <a:rPr lang="zh-CN" altLang="en-US" sz="2400" dirty="0">
                  <a:latin typeface="宋体" charset="-122"/>
                </a:rPr>
                <a:t>求     的</a:t>
              </a:r>
              <a:r>
                <a:rPr lang="zh-CN" altLang="en-US" sz="2400" dirty="0">
                  <a:solidFill>
                    <a:srgbClr val="FF0000"/>
                  </a:solidFill>
                  <a:latin typeface="宋体" charset="-122"/>
                </a:rPr>
                <a:t>零点</a:t>
              </a:r>
              <a:r>
                <a:rPr lang="zh-CN" altLang="en-US" sz="2400" dirty="0">
                  <a:latin typeface="宋体" charset="-122"/>
                </a:rPr>
                <a:t>就</a:t>
              </a:r>
              <a:r>
                <a:rPr lang="zh-CN" altLang="en-US" sz="2400" dirty="0">
                  <a:solidFill>
                    <a:srgbClr val="0000FF"/>
                  </a:solidFill>
                  <a:latin typeface="宋体" charset="-122"/>
                </a:rPr>
                <a:t>等价于</a:t>
              </a:r>
              <a:r>
                <a:rPr lang="zh-CN" altLang="en-US" sz="2400" dirty="0">
                  <a:latin typeface="宋体" charset="-122"/>
                </a:rPr>
                <a:t>求     的</a:t>
              </a:r>
              <a:r>
                <a:rPr lang="zh-CN" altLang="en-US" sz="2400" dirty="0">
                  <a:solidFill>
                    <a:srgbClr val="FF0000"/>
                  </a:solidFill>
                  <a:latin typeface="宋体" charset="-122"/>
                </a:rPr>
                <a:t>不动点</a:t>
              </a:r>
              <a:r>
                <a:rPr lang="en-US" altLang="zh-CN" sz="2400" dirty="0">
                  <a:latin typeface="宋体" charset="-122"/>
                </a:rPr>
                <a:t>.</a:t>
              </a:r>
            </a:p>
          </p:txBody>
        </p:sp>
        <p:graphicFrame>
          <p:nvGraphicFramePr>
            <p:cNvPr id="34" name="Object 15"/>
            <p:cNvGraphicFramePr>
              <a:graphicFrameLocks noChangeAspect="1"/>
            </p:cNvGraphicFramePr>
            <p:nvPr/>
          </p:nvGraphicFramePr>
          <p:xfrm>
            <a:off x="978" y="2852"/>
            <a:ext cx="513" cy="237"/>
          </p:xfrm>
          <a:graphic>
            <a:graphicData uri="http://schemas.openxmlformats.org/presentationml/2006/ole">
              <mc:AlternateContent xmlns:mc="http://schemas.openxmlformats.org/markup-compatibility/2006">
                <mc:Choice xmlns:v="urn:schemas-microsoft-com:vml" Requires="v">
                  <p:oleObj name="Equation" r:id="rId20" imgW="323929" imgH="180855" progId="Equation.3">
                    <p:embed/>
                  </p:oleObj>
                </mc:Choice>
                <mc:Fallback>
                  <p:oleObj name="Equation" r:id="rId20" imgW="323929" imgH="180855"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78" y="2852"/>
                          <a:ext cx="513"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16"/>
            <p:cNvGraphicFramePr>
              <a:graphicFrameLocks noChangeAspect="1"/>
            </p:cNvGraphicFramePr>
            <p:nvPr>
              <p:extLst>
                <p:ext uri="{D42A27DB-BD31-4B8C-83A1-F6EECF244321}">
                  <p14:modId xmlns:p14="http://schemas.microsoft.com/office/powerpoint/2010/main" val="2466645908"/>
                </p:ext>
              </p:extLst>
            </p:nvPr>
          </p:nvGraphicFramePr>
          <p:xfrm>
            <a:off x="3012" y="2797"/>
            <a:ext cx="494" cy="237"/>
          </p:xfrm>
          <a:graphic>
            <a:graphicData uri="http://schemas.openxmlformats.org/presentationml/2006/ole">
              <mc:AlternateContent xmlns:mc="http://schemas.openxmlformats.org/markup-compatibility/2006">
                <mc:Choice xmlns:v="urn:schemas-microsoft-com:vml" Requires="v">
                  <p:oleObj name="Equation" r:id="rId22" imgW="314211" imgH="180855" progId="Equation.3">
                    <p:embed/>
                  </p:oleObj>
                </mc:Choice>
                <mc:Fallback>
                  <p:oleObj name="Equation" r:id="rId22" imgW="314211" imgH="180855"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012" y="2797"/>
                          <a:ext cx="494"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3250" name="Text Box 39"/>
          <p:cNvSpPr txBox="1">
            <a:spLocks noChangeArrowheads="1"/>
          </p:cNvSpPr>
          <p:nvPr/>
        </p:nvSpPr>
        <p:spPr bwMode="auto">
          <a:xfrm>
            <a:off x="2806700" y="4600352"/>
            <a:ext cx="52149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dirty="0">
                <a:latin typeface="楷体_GB2312" pitchFamily="49" charset="-122"/>
                <a:ea typeface="楷体_GB2312" pitchFamily="49" charset="-122"/>
              </a:rPr>
              <a:t>序列         收敛到          的不动点   ，</a:t>
            </a:r>
          </a:p>
        </p:txBody>
      </p:sp>
      <p:sp>
        <p:nvSpPr>
          <p:cNvPr id="53251" name="灯片编号占位符 1"/>
          <p:cNvSpPr>
            <a:spLocks noGrp="1"/>
          </p:cNvSpPr>
          <p:nvPr>
            <p:ph type="sldNum" sz="quarter" idx="12"/>
          </p:nvPr>
        </p:nvSpPr>
        <p:spPr>
          <a:xfrm>
            <a:off x="6553200" y="6464077"/>
            <a:ext cx="1905000" cy="457200"/>
          </a:xfrm>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FC773AB-BD51-4118-9037-3EF469563092}" type="slidenum">
              <a:rPr lang="en-US" altLang="zh-CN" sz="1400"/>
              <a:pPr eaLnBrk="1" hangingPunct="1"/>
              <a:t>77</a:t>
            </a:fld>
            <a:endParaRPr lang="en-US" altLang="zh-CN" sz="1400"/>
          </a:p>
        </p:txBody>
      </p:sp>
      <p:sp>
        <p:nvSpPr>
          <p:cNvPr id="53252" name="TextBox 3"/>
          <p:cNvSpPr txBox="1">
            <a:spLocks noChangeArrowheads="1"/>
          </p:cNvSpPr>
          <p:nvPr/>
        </p:nvSpPr>
        <p:spPr bwMode="auto">
          <a:xfrm>
            <a:off x="107504" y="30420"/>
            <a:ext cx="3097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3200" dirty="0"/>
              <a:t>迭代收敛定理</a:t>
            </a:r>
          </a:p>
        </p:txBody>
      </p:sp>
      <p:sp>
        <p:nvSpPr>
          <p:cNvPr id="53253" name="Text Box 7"/>
          <p:cNvSpPr txBox="1">
            <a:spLocks noChangeArrowheads="1"/>
          </p:cNvSpPr>
          <p:nvPr/>
        </p:nvSpPr>
        <p:spPr bwMode="auto">
          <a:xfrm>
            <a:off x="611188" y="1196752"/>
            <a:ext cx="77231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定理</a:t>
            </a:r>
            <a:r>
              <a:rPr lang="en-US" altLang="zh-CN" sz="2400" dirty="0">
                <a:solidFill>
                  <a:srgbClr val="FF0000"/>
                </a:solidFill>
                <a:ea typeface="楷体_GB2312" pitchFamily="49" charset="-122"/>
              </a:rPr>
              <a:t>1</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设                          满足以下两个条件：</a:t>
            </a:r>
          </a:p>
        </p:txBody>
      </p:sp>
      <p:graphicFrame>
        <p:nvGraphicFramePr>
          <p:cNvPr id="53254" name="Object 10"/>
          <p:cNvGraphicFramePr>
            <a:graphicFrameLocks noChangeAspect="1"/>
          </p:cNvGraphicFramePr>
          <p:nvPr>
            <p:extLst>
              <p:ext uri="{D42A27DB-BD31-4B8C-83A1-F6EECF244321}">
                <p14:modId xmlns:p14="http://schemas.microsoft.com/office/powerpoint/2010/main" val="165694920"/>
              </p:ext>
            </p:extLst>
          </p:nvPr>
        </p:nvGraphicFramePr>
        <p:xfrm>
          <a:off x="2543471" y="1214067"/>
          <a:ext cx="2282825" cy="419100"/>
        </p:xfrm>
        <a:graphic>
          <a:graphicData uri="http://schemas.openxmlformats.org/presentationml/2006/ole">
            <mc:AlternateContent xmlns:mc="http://schemas.openxmlformats.org/markup-compatibility/2006">
              <mc:Choice xmlns:v="urn:schemas-microsoft-com:vml" Requires="v">
                <p:oleObj name="公式" r:id="rId3" imgW="990360" imgH="215640" progId="Equation.3">
                  <p:embed/>
                </p:oleObj>
              </mc:Choice>
              <mc:Fallback>
                <p:oleObj name="公式" r:id="rId3" imgW="990360" imgH="215640" progId="Equation.3">
                  <p:embed/>
                  <p:pic>
                    <p:nvPicPr>
                      <p:cNvPr id="0" name="Object 10"/>
                      <p:cNvPicPr>
                        <a:picLocks noChangeAspect="1" noChangeArrowheads="1"/>
                      </p:cNvPicPr>
                      <p:nvPr/>
                    </p:nvPicPr>
                    <p:blipFill>
                      <a:blip r:embed="rId4"/>
                      <a:srcRect/>
                      <a:stretch>
                        <a:fillRect/>
                      </a:stretch>
                    </p:blipFill>
                    <p:spPr bwMode="auto">
                      <a:xfrm>
                        <a:off x="2543471" y="1214067"/>
                        <a:ext cx="228282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255" name="Group 11"/>
          <p:cNvGrpSpPr>
            <a:grpSpLocks/>
          </p:cNvGrpSpPr>
          <p:nvPr/>
        </p:nvGrpSpPr>
        <p:grpSpPr bwMode="auto">
          <a:xfrm>
            <a:off x="641348" y="1704752"/>
            <a:ext cx="6556378" cy="466724"/>
            <a:chOff x="374" y="1876"/>
            <a:chExt cx="4130" cy="294"/>
          </a:xfrm>
        </p:grpSpPr>
        <p:sp>
          <p:nvSpPr>
            <p:cNvPr id="53279" name="Text Box 12"/>
            <p:cNvSpPr txBox="1">
              <a:spLocks noChangeArrowheads="1"/>
            </p:cNvSpPr>
            <p:nvPr/>
          </p:nvSpPr>
          <p:spPr bwMode="auto">
            <a:xfrm>
              <a:off x="374" y="1879"/>
              <a:ext cx="3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dirty="0">
                  <a:latin typeface="楷体_GB2312" pitchFamily="49" charset="-122"/>
                  <a:ea typeface="楷体_GB2312" pitchFamily="49" charset="-122"/>
                </a:rPr>
                <a:t>     1.  </a:t>
              </a:r>
              <a:r>
                <a:rPr lang="zh-CN" altLang="en-US" sz="2400" dirty="0">
                  <a:latin typeface="楷体_GB2312" pitchFamily="49" charset="-122"/>
                  <a:ea typeface="楷体_GB2312" pitchFamily="49" charset="-122"/>
                </a:rPr>
                <a:t>对任意                     有          </a:t>
              </a:r>
            </a:p>
          </p:txBody>
        </p:sp>
        <p:graphicFrame>
          <p:nvGraphicFramePr>
            <p:cNvPr id="53280" name="Object 13"/>
            <p:cNvGraphicFramePr>
              <a:graphicFrameLocks noChangeAspect="1"/>
            </p:cNvGraphicFramePr>
            <p:nvPr>
              <p:extLst>
                <p:ext uri="{D42A27DB-BD31-4B8C-83A1-F6EECF244321}">
                  <p14:modId xmlns:p14="http://schemas.microsoft.com/office/powerpoint/2010/main" val="2122852971"/>
                </p:ext>
              </p:extLst>
            </p:nvPr>
          </p:nvGraphicFramePr>
          <p:xfrm>
            <a:off x="1576" y="1876"/>
            <a:ext cx="1032" cy="249"/>
          </p:xfrm>
          <a:graphic>
            <a:graphicData uri="http://schemas.openxmlformats.org/presentationml/2006/ole">
              <mc:AlternateContent xmlns:mc="http://schemas.openxmlformats.org/markup-compatibility/2006">
                <mc:Choice xmlns:v="urn:schemas-microsoft-com:vml" Requires="v">
                  <p:oleObj name="公式" r:id="rId5" imgW="698400" imgH="203040" progId="Equation.3">
                    <p:embed/>
                  </p:oleObj>
                </mc:Choice>
                <mc:Fallback>
                  <p:oleObj name="公式" r:id="rId5" imgW="698400" imgH="203040" progId="Equation.3">
                    <p:embed/>
                    <p:pic>
                      <p:nvPicPr>
                        <p:cNvPr id="0" name="Object 13"/>
                        <p:cNvPicPr>
                          <a:picLocks noChangeAspect="1" noChangeArrowheads="1"/>
                        </p:cNvPicPr>
                        <p:nvPr/>
                      </p:nvPicPr>
                      <p:blipFill>
                        <a:blip r:embed="rId6"/>
                        <a:srcRect/>
                        <a:stretch>
                          <a:fillRect/>
                        </a:stretch>
                      </p:blipFill>
                      <p:spPr bwMode="auto">
                        <a:xfrm>
                          <a:off x="1576" y="1876"/>
                          <a:ext cx="1032"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81" name="Object 14"/>
            <p:cNvGraphicFramePr>
              <a:graphicFrameLocks noChangeAspect="1"/>
            </p:cNvGraphicFramePr>
            <p:nvPr>
              <p:extLst>
                <p:ext uri="{D42A27DB-BD31-4B8C-83A1-F6EECF244321}">
                  <p14:modId xmlns:p14="http://schemas.microsoft.com/office/powerpoint/2010/main" val="1119701287"/>
                </p:ext>
              </p:extLst>
            </p:nvPr>
          </p:nvGraphicFramePr>
          <p:xfrm>
            <a:off x="3092" y="1886"/>
            <a:ext cx="1412" cy="264"/>
          </p:xfrm>
          <a:graphic>
            <a:graphicData uri="http://schemas.openxmlformats.org/presentationml/2006/ole">
              <mc:AlternateContent xmlns:mc="http://schemas.openxmlformats.org/markup-compatibility/2006">
                <mc:Choice xmlns:v="urn:schemas-microsoft-com:vml" Requires="v">
                  <p:oleObj name="公式" r:id="rId7" imgW="965160" imgH="215640" progId="Equation.3">
                    <p:embed/>
                  </p:oleObj>
                </mc:Choice>
                <mc:Fallback>
                  <p:oleObj name="公式" r:id="rId7" imgW="965160" imgH="215640" progId="Equation.3">
                    <p:embed/>
                    <p:pic>
                      <p:nvPicPr>
                        <p:cNvPr id="0" name="Object 14"/>
                        <p:cNvPicPr>
                          <a:picLocks noChangeAspect="1" noChangeArrowheads="1"/>
                        </p:cNvPicPr>
                        <p:nvPr/>
                      </p:nvPicPr>
                      <p:blipFill>
                        <a:blip r:embed="rId8"/>
                        <a:srcRect/>
                        <a:stretch>
                          <a:fillRect/>
                        </a:stretch>
                      </p:blipFill>
                      <p:spPr bwMode="auto">
                        <a:xfrm>
                          <a:off x="3092" y="1886"/>
                          <a:ext cx="141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3256" name="Group 15"/>
          <p:cNvGrpSpPr>
            <a:grpSpLocks/>
          </p:cNvGrpSpPr>
          <p:nvPr/>
        </p:nvGrpSpPr>
        <p:grpSpPr bwMode="auto">
          <a:xfrm>
            <a:off x="611188" y="2276251"/>
            <a:ext cx="7970842" cy="461963"/>
            <a:chOff x="374" y="2279"/>
            <a:chExt cx="5021" cy="291"/>
          </a:xfrm>
        </p:grpSpPr>
        <p:sp>
          <p:nvSpPr>
            <p:cNvPr id="53276" name="Text Box 16"/>
            <p:cNvSpPr txBox="1">
              <a:spLocks noChangeArrowheads="1"/>
            </p:cNvSpPr>
            <p:nvPr/>
          </p:nvSpPr>
          <p:spPr bwMode="auto">
            <a:xfrm>
              <a:off x="374" y="2279"/>
              <a:ext cx="50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dirty="0">
                  <a:latin typeface="楷体_GB2312" pitchFamily="49" charset="-122"/>
                  <a:ea typeface="楷体_GB2312" pitchFamily="49" charset="-122"/>
                </a:rPr>
                <a:t>     2.  </a:t>
              </a:r>
              <a:r>
                <a:rPr lang="zh-CN" altLang="en-US" sz="2400" dirty="0">
                  <a:latin typeface="楷体_GB2312" pitchFamily="49" charset="-122"/>
                  <a:ea typeface="楷体_GB2312" pitchFamily="49" charset="-122"/>
                </a:rPr>
                <a:t>存在正常数          ，使对任意                        都有 </a:t>
              </a:r>
            </a:p>
          </p:txBody>
        </p:sp>
        <p:graphicFrame>
          <p:nvGraphicFramePr>
            <p:cNvPr id="53277" name="Object 17"/>
            <p:cNvGraphicFramePr>
              <a:graphicFrameLocks noChangeAspect="1"/>
            </p:cNvGraphicFramePr>
            <p:nvPr>
              <p:extLst>
                <p:ext uri="{D42A27DB-BD31-4B8C-83A1-F6EECF244321}">
                  <p14:modId xmlns:p14="http://schemas.microsoft.com/office/powerpoint/2010/main" val="1839444071"/>
                </p:ext>
              </p:extLst>
            </p:nvPr>
          </p:nvGraphicFramePr>
          <p:xfrm>
            <a:off x="1952" y="2337"/>
            <a:ext cx="641" cy="213"/>
          </p:xfrm>
          <a:graphic>
            <a:graphicData uri="http://schemas.openxmlformats.org/presentationml/2006/ole">
              <mc:AlternateContent xmlns:mc="http://schemas.openxmlformats.org/markup-compatibility/2006">
                <mc:Choice xmlns:v="urn:schemas-microsoft-com:vml" Requires="v">
                  <p:oleObj name="公式" r:id="rId9" imgW="419040" imgH="164880" progId="Equation.3">
                    <p:embed/>
                  </p:oleObj>
                </mc:Choice>
                <mc:Fallback>
                  <p:oleObj name="公式" r:id="rId9" imgW="419040" imgH="164880" progId="Equation.3">
                    <p:embed/>
                    <p:pic>
                      <p:nvPicPr>
                        <p:cNvPr id="0" name="Object 17"/>
                        <p:cNvPicPr>
                          <a:picLocks noChangeAspect="1" noChangeArrowheads="1"/>
                        </p:cNvPicPr>
                        <p:nvPr/>
                      </p:nvPicPr>
                      <p:blipFill>
                        <a:blip r:embed="rId10"/>
                        <a:srcRect/>
                        <a:stretch>
                          <a:fillRect/>
                        </a:stretch>
                      </p:blipFill>
                      <p:spPr bwMode="auto">
                        <a:xfrm>
                          <a:off x="1952" y="2337"/>
                          <a:ext cx="641"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78" name="Object 18"/>
            <p:cNvGraphicFramePr>
              <a:graphicFrameLocks noChangeAspect="1"/>
            </p:cNvGraphicFramePr>
            <p:nvPr>
              <p:extLst>
                <p:ext uri="{D42A27DB-BD31-4B8C-83A1-F6EECF244321}">
                  <p14:modId xmlns:p14="http://schemas.microsoft.com/office/powerpoint/2010/main" val="3531080214"/>
                </p:ext>
              </p:extLst>
            </p:nvPr>
          </p:nvGraphicFramePr>
          <p:xfrm>
            <a:off x="3524" y="2302"/>
            <a:ext cx="1294" cy="249"/>
          </p:xfrm>
          <a:graphic>
            <a:graphicData uri="http://schemas.openxmlformats.org/presentationml/2006/ole">
              <mc:AlternateContent xmlns:mc="http://schemas.openxmlformats.org/markup-compatibility/2006">
                <mc:Choice xmlns:v="urn:schemas-microsoft-com:vml" Requires="v">
                  <p:oleObj name="公式" r:id="rId11" imgW="888840" imgH="203040" progId="Equation.3">
                    <p:embed/>
                  </p:oleObj>
                </mc:Choice>
                <mc:Fallback>
                  <p:oleObj name="公式" r:id="rId11" imgW="888840" imgH="203040" progId="Equation.3">
                    <p:embed/>
                    <p:pic>
                      <p:nvPicPr>
                        <p:cNvPr id="0" name="Object 18"/>
                        <p:cNvPicPr>
                          <a:picLocks noChangeAspect="1" noChangeArrowheads="1"/>
                        </p:cNvPicPr>
                        <p:nvPr/>
                      </p:nvPicPr>
                      <p:blipFill>
                        <a:blip r:embed="rId12"/>
                        <a:srcRect/>
                        <a:stretch>
                          <a:fillRect/>
                        </a:stretch>
                      </p:blipFill>
                      <p:spPr bwMode="auto">
                        <a:xfrm>
                          <a:off x="3524" y="2302"/>
                          <a:ext cx="1294"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3257" name="Group 19"/>
          <p:cNvGrpSpPr>
            <a:grpSpLocks/>
          </p:cNvGrpSpPr>
          <p:nvPr/>
        </p:nvGrpSpPr>
        <p:grpSpPr bwMode="auto">
          <a:xfrm>
            <a:off x="2390775" y="2852515"/>
            <a:ext cx="6043613" cy="533400"/>
            <a:chOff x="1495" y="2546"/>
            <a:chExt cx="3807" cy="336"/>
          </a:xfrm>
        </p:grpSpPr>
        <p:graphicFrame>
          <p:nvGraphicFramePr>
            <p:cNvPr id="53274" name="Object 20"/>
            <p:cNvGraphicFramePr>
              <a:graphicFrameLocks noChangeAspect="1"/>
            </p:cNvGraphicFramePr>
            <p:nvPr/>
          </p:nvGraphicFramePr>
          <p:xfrm>
            <a:off x="1495" y="2546"/>
            <a:ext cx="2105" cy="322"/>
          </p:xfrm>
          <a:graphic>
            <a:graphicData uri="http://schemas.openxmlformats.org/presentationml/2006/ole">
              <mc:AlternateContent xmlns:mc="http://schemas.openxmlformats.org/markup-compatibility/2006">
                <mc:Choice xmlns:v="urn:schemas-microsoft-com:vml" Requires="v">
                  <p:oleObj name="Equation" r:id="rId13" imgW="1371570" imgH="228634" progId="Equation.3">
                    <p:embed/>
                  </p:oleObj>
                </mc:Choice>
                <mc:Fallback>
                  <p:oleObj name="Equation" r:id="rId13" imgW="1371570" imgH="228634"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95" y="2546"/>
                          <a:ext cx="2105"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5" name="Text Box 21"/>
            <p:cNvSpPr txBox="1">
              <a:spLocks noChangeArrowheads="1"/>
            </p:cNvSpPr>
            <p:nvPr/>
          </p:nvSpPr>
          <p:spPr bwMode="auto">
            <a:xfrm>
              <a:off x="4556" y="2591"/>
              <a:ext cx="7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a:solidFill>
                    <a:srgbClr val="FF0000"/>
                  </a:solidFill>
                  <a:ea typeface="楷体_GB2312" pitchFamily="49" charset="-122"/>
                </a:rPr>
                <a:t>（</a:t>
              </a:r>
              <a:r>
                <a:rPr lang="en-US" altLang="zh-CN" sz="2400">
                  <a:solidFill>
                    <a:srgbClr val="FF0000"/>
                  </a:solidFill>
                  <a:ea typeface="楷体_GB2312" pitchFamily="49" charset="-122"/>
                </a:rPr>
                <a:t>2.4</a:t>
              </a:r>
              <a:r>
                <a:rPr lang="zh-CN" altLang="en-US" sz="2400">
                  <a:solidFill>
                    <a:srgbClr val="FF0000"/>
                  </a:solidFill>
                  <a:ea typeface="楷体_GB2312" pitchFamily="49" charset="-122"/>
                </a:rPr>
                <a:t>）</a:t>
              </a:r>
            </a:p>
          </p:txBody>
        </p:sp>
      </p:grpSp>
      <p:grpSp>
        <p:nvGrpSpPr>
          <p:cNvPr id="34" name="Group 34"/>
          <p:cNvGrpSpPr>
            <a:grpSpLocks/>
          </p:cNvGrpSpPr>
          <p:nvPr/>
        </p:nvGrpSpPr>
        <p:grpSpPr bwMode="auto">
          <a:xfrm>
            <a:off x="2335213" y="5641752"/>
            <a:ext cx="6197600" cy="687388"/>
            <a:chOff x="1390" y="1747"/>
            <a:chExt cx="3904" cy="433"/>
          </a:xfrm>
        </p:grpSpPr>
        <p:graphicFrame>
          <p:nvGraphicFramePr>
            <p:cNvPr id="53272" name="Object 35"/>
            <p:cNvGraphicFramePr>
              <a:graphicFrameLocks noChangeAspect="1"/>
            </p:cNvGraphicFramePr>
            <p:nvPr/>
          </p:nvGraphicFramePr>
          <p:xfrm>
            <a:off x="1390" y="1747"/>
            <a:ext cx="2229" cy="433"/>
          </p:xfrm>
          <a:graphic>
            <a:graphicData uri="http://schemas.openxmlformats.org/presentationml/2006/ole">
              <mc:AlternateContent xmlns:mc="http://schemas.openxmlformats.org/markup-compatibility/2006">
                <mc:Choice xmlns:v="urn:schemas-microsoft-com:vml" Requires="v">
                  <p:oleObj name="公式" r:id="rId15" imgW="1562148" imgH="390594" progId="Equation.3">
                    <p:embed/>
                  </p:oleObj>
                </mc:Choice>
                <mc:Fallback>
                  <p:oleObj name="公式" r:id="rId15" imgW="1562148" imgH="390594" progId="Equation.3">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90" y="1747"/>
                          <a:ext cx="2229" cy="4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3" name="Text Box 36"/>
            <p:cNvSpPr txBox="1">
              <a:spLocks noChangeArrowheads="1"/>
            </p:cNvSpPr>
            <p:nvPr/>
          </p:nvSpPr>
          <p:spPr bwMode="auto">
            <a:xfrm>
              <a:off x="4656" y="1789"/>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2.5</a:t>
              </a:r>
              <a:r>
                <a:rPr lang="zh-CN" altLang="en-US" sz="2000">
                  <a:solidFill>
                    <a:srgbClr val="FF0000"/>
                  </a:solidFill>
                  <a:ea typeface="楷体_GB2312" pitchFamily="49" charset="-122"/>
                </a:rPr>
                <a:t>）</a:t>
              </a:r>
            </a:p>
          </p:txBody>
        </p:sp>
      </p:grpSp>
      <p:sp>
        <p:nvSpPr>
          <p:cNvPr id="53259" name="Text Box 28"/>
          <p:cNvSpPr txBox="1">
            <a:spLocks noChangeArrowheads="1"/>
          </p:cNvSpPr>
          <p:nvPr/>
        </p:nvSpPr>
        <p:spPr bwMode="auto">
          <a:xfrm>
            <a:off x="1042988" y="4005040"/>
            <a:ext cx="38587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dirty="0">
                <a:latin typeface="楷体_GB2312" pitchFamily="49" charset="-122"/>
                <a:ea typeface="楷体_GB2312" pitchFamily="49" charset="-122"/>
              </a:rPr>
              <a:t>则对任意                    ，由</a:t>
            </a:r>
          </a:p>
        </p:txBody>
      </p:sp>
      <p:graphicFrame>
        <p:nvGraphicFramePr>
          <p:cNvPr id="53260" name="Object 30"/>
          <p:cNvGraphicFramePr>
            <a:graphicFrameLocks noChangeAspect="1"/>
          </p:cNvGraphicFramePr>
          <p:nvPr>
            <p:extLst>
              <p:ext uri="{D42A27DB-BD31-4B8C-83A1-F6EECF244321}">
                <p14:modId xmlns:p14="http://schemas.microsoft.com/office/powerpoint/2010/main" val="2197500963"/>
              </p:ext>
            </p:extLst>
          </p:nvPr>
        </p:nvGraphicFramePr>
        <p:xfrm>
          <a:off x="2339752" y="4049490"/>
          <a:ext cx="1787525" cy="430212"/>
        </p:xfrm>
        <a:graphic>
          <a:graphicData uri="http://schemas.openxmlformats.org/presentationml/2006/ole">
            <mc:AlternateContent xmlns:mc="http://schemas.openxmlformats.org/markup-compatibility/2006">
              <mc:Choice xmlns:v="urn:schemas-microsoft-com:vml" Requires="v">
                <p:oleObj name="公式" r:id="rId17" imgW="761760" imgH="228600" progId="Equation.3">
                  <p:embed/>
                </p:oleObj>
              </mc:Choice>
              <mc:Fallback>
                <p:oleObj name="公式" r:id="rId17" imgW="761760" imgH="228600" progId="Equation.3">
                  <p:embed/>
                  <p:pic>
                    <p:nvPicPr>
                      <p:cNvPr id="0" name="Object 30"/>
                      <p:cNvPicPr>
                        <a:picLocks noChangeAspect="1" noChangeArrowheads="1"/>
                      </p:cNvPicPr>
                      <p:nvPr/>
                    </p:nvPicPr>
                    <p:blipFill>
                      <a:blip r:embed="rId18"/>
                      <a:srcRect/>
                      <a:stretch>
                        <a:fillRect/>
                      </a:stretch>
                    </p:blipFill>
                    <p:spPr bwMode="auto">
                      <a:xfrm>
                        <a:off x="2339752" y="4049490"/>
                        <a:ext cx="1787525"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1" name="Object 31"/>
          <p:cNvGraphicFramePr>
            <a:graphicFrameLocks noChangeAspect="1"/>
          </p:cNvGraphicFramePr>
          <p:nvPr>
            <p:extLst>
              <p:ext uri="{D42A27DB-BD31-4B8C-83A1-F6EECF244321}">
                <p14:modId xmlns:p14="http://schemas.microsoft.com/office/powerpoint/2010/main" val="1356821960"/>
              </p:ext>
            </p:extLst>
          </p:nvPr>
        </p:nvGraphicFramePr>
        <p:xfrm>
          <a:off x="3563888" y="4656212"/>
          <a:ext cx="744537" cy="428625"/>
        </p:xfrm>
        <a:graphic>
          <a:graphicData uri="http://schemas.openxmlformats.org/presentationml/2006/ole">
            <mc:AlternateContent xmlns:mc="http://schemas.openxmlformats.org/markup-compatibility/2006">
              <mc:Choice xmlns:v="urn:schemas-microsoft-com:vml" Requires="v">
                <p:oleObj name="公式" r:id="rId19" imgW="304560" imgH="228600" progId="Equation.3">
                  <p:embed/>
                </p:oleObj>
              </mc:Choice>
              <mc:Fallback>
                <p:oleObj name="公式" r:id="rId19" imgW="304560" imgH="228600" progId="Equation.3">
                  <p:embed/>
                  <p:pic>
                    <p:nvPicPr>
                      <p:cNvPr id="0" name="Object 31"/>
                      <p:cNvPicPr>
                        <a:picLocks noChangeAspect="1" noChangeArrowheads="1"/>
                      </p:cNvPicPr>
                      <p:nvPr/>
                    </p:nvPicPr>
                    <p:blipFill>
                      <a:blip r:embed="rId20"/>
                      <a:srcRect/>
                      <a:stretch>
                        <a:fillRect/>
                      </a:stretch>
                    </p:blipFill>
                    <p:spPr bwMode="auto">
                      <a:xfrm>
                        <a:off x="3563888" y="4656212"/>
                        <a:ext cx="744537"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2" name="Object 32"/>
          <p:cNvGraphicFramePr>
            <a:graphicFrameLocks noChangeAspect="1"/>
          </p:cNvGraphicFramePr>
          <p:nvPr>
            <p:extLst>
              <p:ext uri="{D42A27DB-BD31-4B8C-83A1-F6EECF244321}">
                <p14:modId xmlns:p14="http://schemas.microsoft.com/office/powerpoint/2010/main" val="3361390681"/>
              </p:ext>
            </p:extLst>
          </p:nvPr>
        </p:nvGraphicFramePr>
        <p:xfrm>
          <a:off x="5292080" y="4666084"/>
          <a:ext cx="793750" cy="419100"/>
        </p:xfrm>
        <a:graphic>
          <a:graphicData uri="http://schemas.openxmlformats.org/presentationml/2006/ole">
            <mc:AlternateContent xmlns:mc="http://schemas.openxmlformats.org/markup-compatibility/2006">
              <mc:Choice xmlns:v="urn:schemas-microsoft-com:vml" Requires="v">
                <p:oleObj name="公式" r:id="rId21" imgW="330120" imgH="215640" progId="Equation.3">
                  <p:embed/>
                </p:oleObj>
              </mc:Choice>
              <mc:Fallback>
                <p:oleObj name="公式" r:id="rId21" imgW="330120" imgH="215640" progId="Equation.3">
                  <p:embed/>
                  <p:pic>
                    <p:nvPicPr>
                      <p:cNvPr id="0" name="Object 32"/>
                      <p:cNvPicPr>
                        <a:picLocks noChangeAspect="1" noChangeArrowheads="1"/>
                      </p:cNvPicPr>
                      <p:nvPr/>
                    </p:nvPicPr>
                    <p:blipFill>
                      <a:blip r:embed="rId22"/>
                      <a:srcRect/>
                      <a:stretch>
                        <a:fillRect/>
                      </a:stretch>
                    </p:blipFill>
                    <p:spPr bwMode="auto">
                      <a:xfrm>
                        <a:off x="5292080" y="4666084"/>
                        <a:ext cx="7937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3" name="Object 33"/>
          <p:cNvGraphicFramePr>
            <a:graphicFrameLocks noChangeAspect="1"/>
          </p:cNvGraphicFramePr>
          <p:nvPr>
            <p:extLst>
              <p:ext uri="{D42A27DB-BD31-4B8C-83A1-F6EECF244321}">
                <p14:modId xmlns:p14="http://schemas.microsoft.com/office/powerpoint/2010/main" val="3560813238"/>
              </p:ext>
            </p:extLst>
          </p:nvPr>
        </p:nvGraphicFramePr>
        <p:xfrm>
          <a:off x="7072313" y="4709890"/>
          <a:ext cx="452437" cy="355600"/>
        </p:xfrm>
        <a:graphic>
          <a:graphicData uri="http://schemas.openxmlformats.org/presentationml/2006/ole">
            <mc:AlternateContent xmlns:mc="http://schemas.openxmlformats.org/markup-compatibility/2006">
              <mc:Choice xmlns:v="urn:schemas-microsoft-com:vml" Requires="v">
                <p:oleObj name="Equation" r:id="rId23" imgW="180860" imgH="152512" progId="Equation.3">
                  <p:embed/>
                </p:oleObj>
              </mc:Choice>
              <mc:Fallback>
                <p:oleObj name="Equation" r:id="rId23" imgW="180860" imgH="152512" progId="Equation.3">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72313" y="4709890"/>
                        <a:ext cx="452437"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4" name="Text Box 37"/>
          <p:cNvSpPr txBox="1">
            <a:spLocks noChangeArrowheads="1"/>
          </p:cNvSpPr>
          <p:nvPr/>
        </p:nvSpPr>
        <p:spPr bwMode="auto">
          <a:xfrm>
            <a:off x="1120775" y="4600352"/>
            <a:ext cx="170815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400" dirty="0">
                <a:latin typeface="楷体_GB2312" pitchFamily="49" charset="-122"/>
                <a:ea typeface="楷体_GB2312" pitchFamily="49" charset="-122"/>
              </a:rPr>
              <a:t>得到的迭代</a:t>
            </a:r>
          </a:p>
        </p:txBody>
      </p:sp>
      <p:graphicFrame>
        <p:nvGraphicFramePr>
          <p:cNvPr id="53265" name="Object 38"/>
          <p:cNvGraphicFramePr>
            <a:graphicFrameLocks noChangeAspect="1"/>
          </p:cNvGraphicFramePr>
          <p:nvPr>
            <p:extLst>
              <p:ext uri="{D42A27DB-BD31-4B8C-83A1-F6EECF244321}">
                <p14:modId xmlns:p14="http://schemas.microsoft.com/office/powerpoint/2010/main" val="265154891"/>
              </p:ext>
            </p:extLst>
          </p:nvPr>
        </p:nvGraphicFramePr>
        <p:xfrm>
          <a:off x="4937075" y="4057427"/>
          <a:ext cx="3235325" cy="423863"/>
        </p:xfrm>
        <a:graphic>
          <a:graphicData uri="http://schemas.openxmlformats.org/presentationml/2006/ole">
            <mc:AlternateContent xmlns:mc="http://schemas.openxmlformats.org/markup-compatibility/2006">
              <mc:Choice xmlns:v="urn:schemas-microsoft-com:vml" Requires="v">
                <p:oleObj name="公式" r:id="rId25" imgW="1695499" imgH="200021" progId="Equation.3">
                  <p:embed/>
                </p:oleObj>
              </mc:Choice>
              <mc:Fallback>
                <p:oleObj name="公式" r:id="rId25" imgW="1695499" imgH="200021" progId="Equation.3">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937075" y="4057427"/>
                        <a:ext cx="3235325"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6" name="TextBox 48"/>
          <p:cNvSpPr txBox="1">
            <a:spLocks noChangeArrowheads="1"/>
          </p:cNvSpPr>
          <p:nvPr/>
        </p:nvSpPr>
        <p:spPr bwMode="auto">
          <a:xfrm>
            <a:off x="1152525" y="5240115"/>
            <a:ext cx="2185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latin typeface="楷体_GB2312" pitchFamily="49" charset="-122"/>
                <a:ea typeface="楷体_GB2312" pitchFamily="49" charset="-122"/>
              </a:rPr>
              <a:t>并有误差估计 </a:t>
            </a:r>
          </a:p>
        </p:txBody>
      </p:sp>
      <p:grpSp>
        <p:nvGrpSpPr>
          <p:cNvPr id="50" name="Group 58"/>
          <p:cNvGrpSpPr>
            <a:grpSpLocks/>
          </p:cNvGrpSpPr>
          <p:nvPr/>
        </p:nvGrpSpPr>
        <p:grpSpPr bwMode="auto">
          <a:xfrm>
            <a:off x="2695575" y="3574827"/>
            <a:ext cx="4613275" cy="417513"/>
            <a:chOff x="1474" y="1069"/>
            <a:chExt cx="2906" cy="263"/>
          </a:xfrm>
        </p:grpSpPr>
        <p:graphicFrame>
          <p:nvGraphicFramePr>
            <p:cNvPr id="53270" name="Object 59"/>
            <p:cNvGraphicFramePr>
              <a:graphicFrameLocks noChangeAspect="1"/>
            </p:cNvGraphicFramePr>
            <p:nvPr/>
          </p:nvGraphicFramePr>
          <p:xfrm>
            <a:off x="1474" y="1069"/>
            <a:ext cx="1226" cy="263"/>
          </p:xfrm>
          <a:graphic>
            <a:graphicData uri="http://schemas.openxmlformats.org/presentationml/2006/ole">
              <mc:AlternateContent xmlns:mc="http://schemas.openxmlformats.org/markup-compatibility/2006">
                <mc:Choice xmlns:v="urn:schemas-microsoft-com:vml" Requires="v">
                  <p:oleObj name="Equation" r:id="rId27" imgW="847614" imgH="228634" progId="Equation.3">
                    <p:embed/>
                  </p:oleObj>
                </mc:Choice>
                <mc:Fallback>
                  <p:oleObj name="Equation" r:id="rId27" imgW="847614" imgH="228634" progId="Equation.3">
                    <p:embed/>
                    <p:pic>
                      <p:nvPicPr>
                        <p:cNvPr id="0" name="Object 5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74" y="1069"/>
                          <a:ext cx="1226"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71" name="Text Box 60"/>
            <p:cNvSpPr txBox="1">
              <a:spLocks noChangeArrowheads="1"/>
            </p:cNvSpPr>
            <p:nvPr/>
          </p:nvSpPr>
          <p:spPr bwMode="auto">
            <a:xfrm>
              <a:off x="3742" y="1070"/>
              <a:ext cx="6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2.7</a:t>
              </a:r>
              <a:r>
                <a:rPr lang="zh-CN" altLang="en-US" sz="2000">
                  <a:solidFill>
                    <a:srgbClr val="FF0000"/>
                  </a:solidFill>
                  <a:ea typeface="楷体_GB2312" pitchFamily="49" charset="-122"/>
                </a:rPr>
                <a:t>）</a:t>
              </a:r>
            </a:p>
          </p:txBody>
        </p:sp>
      </p:grpSp>
      <p:sp>
        <p:nvSpPr>
          <p:cNvPr id="53268" name="TextBox 52"/>
          <p:cNvSpPr txBox="1">
            <a:spLocks noChangeArrowheads="1"/>
          </p:cNvSpPr>
          <p:nvPr/>
        </p:nvSpPr>
        <p:spPr bwMode="auto">
          <a:xfrm>
            <a:off x="2124075" y="3554190"/>
            <a:ext cx="5445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800" b="1"/>
              <a:t>或</a:t>
            </a:r>
          </a:p>
        </p:txBody>
      </p:sp>
      <p:sp>
        <p:nvSpPr>
          <p:cNvPr id="54" name="Rectangle 20"/>
          <p:cNvSpPr>
            <a:spLocks noChangeArrowheads="1"/>
          </p:cNvSpPr>
          <p:nvPr/>
        </p:nvSpPr>
        <p:spPr bwMode="auto">
          <a:xfrm>
            <a:off x="437356" y="566111"/>
            <a:ext cx="195897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FF0000"/>
              </a:buClr>
              <a:buFont typeface="Wingdings" pitchFamily="2" charset="2"/>
              <a:buChar char="Ø"/>
            </a:pPr>
            <a:r>
              <a:rPr lang="zh-CN" altLang="en-US" sz="2400" dirty="0">
                <a:solidFill>
                  <a:srgbClr val="0000FF"/>
                </a:solidFill>
                <a:latin typeface="黑体" pitchFamily="49" charset="-122"/>
                <a:ea typeface="黑体" pitchFamily="49" charset="-122"/>
              </a:rPr>
              <a:t>全局收敛性</a:t>
            </a:r>
          </a:p>
        </p:txBody>
      </p:sp>
      <p:sp>
        <p:nvSpPr>
          <p:cNvPr id="2" name="TextBox 1"/>
          <p:cNvSpPr txBox="1"/>
          <p:nvPr/>
        </p:nvSpPr>
        <p:spPr>
          <a:xfrm>
            <a:off x="6036948" y="6257702"/>
            <a:ext cx="1805302" cy="646331"/>
          </a:xfrm>
          <a:prstGeom prst="rect">
            <a:avLst/>
          </a:prstGeom>
          <a:noFill/>
        </p:spPr>
        <p:txBody>
          <a:bodyPr wrap="none" rtlCol="0">
            <a:spAutoFit/>
          </a:bodyPr>
          <a:lstStyle/>
          <a:p>
            <a:r>
              <a:rPr lang="zh-CN" altLang="en-US" sz="3600" b="1" dirty="0"/>
              <a:t>见习题</a:t>
            </a:r>
            <a:r>
              <a:rPr lang="en-US" altLang="zh-CN" sz="3600" b="1" dirty="0"/>
              <a:t>2</a:t>
            </a:r>
            <a:endParaRPr lang="zh-CN" altLang="en-US" sz="3600"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4274"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8496FB0C-DB29-40C0-A48C-F7E75A1A434B}" type="slidenum">
              <a:rPr lang="en-US" altLang="zh-CN" sz="1400"/>
              <a:pPr eaLnBrk="1" hangingPunct="1"/>
              <a:t>78</a:t>
            </a:fld>
            <a:endParaRPr lang="en-US" altLang="zh-CN" sz="1400"/>
          </a:p>
        </p:txBody>
      </p:sp>
      <p:sp>
        <p:nvSpPr>
          <p:cNvPr id="21" name="Rectangle 55"/>
          <p:cNvSpPr>
            <a:spLocks noChangeArrowheads="1"/>
          </p:cNvSpPr>
          <p:nvPr/>
        </p:nvSpPr>
        <p:spPr bwMode="auto">
          <a:xfrm>
            <a:off x="179388" y="176213"/>
            <a:ext cx="19685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200000"/>
              </a:lnSpc>
              <a:spcBef>
                <a:spcPct val="0"/>
              </a:spcBef>
              <a:buClr>
                <a:srgbClr val="FF0000"/>
              </a:buClr>
              <a:buFont typeface="Wingdings" pitchFamily="2" charset="2"/>
              <a:buChar char="Ø"/>
            </a:pPr>
            <a:r>
              <a:rPr lang="zh-CN" altLang="en-US" sz="2400">
                <a:solidFill>
                  <a:srgbClr val="0000FF"/>
                </a:solidFill>
                <a:latin typeface="黑体" pitchFamily="49" charset="-122"/>
                <a:ea typeface="黑体" pitchFamily="49" charset="-122"/>
              </a:rPr>
              <a:t>局部收敛性</a:t>
            </a:r>
          </a:p>
        </p:txBody>
      </p:sp>
      <p:grpSp>
        <p:nvGrpSpPr>
          <p:cNvPr id="22" name="Group 36"/>
          <p:cNvGrpSpPr>
            <a:grpSpLocks/>
          </p:cNvGrpSpPr>
          <p:nvPr/>
        </p:nvGrpSpPr>
        <p:grpSpPr bwMode="auto">
          <a:xfrm>
            <a:off x="468313" y="1124746"/>
            <a:ext cx="8208962" cy="1689101"/>
            <a:chOff x="204" y="1661"/>
            <a:chExt cx="5171" cy="1064"/>
          </a:xfrm>
        </p:grpSpPr>
        <p:sp>
          <p:nvSpPr>
            <p:cNvPr id="23" name="Text Box 10"/>
            <p:cNvSpPr txBox="1">
              <a:spLocks noChangeArrowheads="1"/>
            </p:cNvSpPr>
            <p:nvPr/>
          </p:nvSpPr>
          <p:spPr bwMode="auto">
            <a:xfrm>
              <a:off x="204" y="1661"/>
              <a:ext cx="5131" cy="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定义</a:t>
              </a:r>
              <a:r>
                <a:rPr lang="en-US" altLang="zh-CN" sz="2400" dirty="0">
                  <a:solidFill>
                    <a:srgbClr val="FF0000"/>
                  </a:solidFill>
                  <a:ea typeface="楷体_GB2312" pitchFamily="49" charset="-122"/>
                </a:rPr>
                <a:t>1</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设          有不动点     </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如果存在      的某个邻域</a:t>
              </a:r>
            </a:p>
            <a:p>
              <a:pPr eaLnBrk="1" hangingPunct="1">
                <a:lnSpc>
                  <a:spcPct val="150000"/>
                </a:lnSpc>
                <a:spcBef>
                  <a:spcPct val="0"/>
                </a:spcBef>
                <a:buFontTx/>
                <a:buNone/>
              </a:pPr>
              <a:r>
                <a:rPr lang="zh-CN" altLang="en-US" sz="2400" dirty="0">
                  <a:latin typeface="楷体_GB2312" pitchFamily="49" charset="-122"/>
                  <a:ea typeface="楷体_GB2312" pitchFamily="49" charset="-122"/>
                </a:rPr>
                <a:t>                      对任意           ，迭代                    </a:t>
              </a:r>
            </a:p>
            <a:p>
              <a:pPr eaLnBrk="1" hangingPunct="1">
                <a:lnSpc>
                  <a:spcPct val="150000"/>
                </a:lnSpc>
                <a:spcBef>
                  <a:spcPct val="0"/>
                </a:spcBef>
                <a:buFontTx/>
                <a:buNone/>
              </a:pPr>
              <a:r>
                <a:rPr lang="zh-CN" altLang="en-US" sz="2400" dirty="0">
                  <a:latin typeface="楷体_GB2312" pitchFamily="49" charset="-122"/>
                  <a:ea typeface="楷体_GB2312" pitchFamily="49" charset="-122"/>
                </a:rPr>
                <a:t>产生的序列              且收敛到   ，则称迭代法</a:t>
              </a:r>
              <a:r>
                <a:rPr lang="zh-CN" altLang="en-US" sz="2400" dirty="0">
                  <a:solidFill>
                    <a:srgbClr val="FF0000"/>
                  </a:solidFill>
                  <a:latin typeface="楷体_GB2312" pitchFamily="49" charset="-122"/>
                  <a:ea typeface="楷体_GB2312" pitchFamily="49" charset="-122"/>
                </a:rPr>
                <a:t>局部收敛</a:t>
              </a:r>
              <a:r>
                <a:rPr lang="en-US" altLang="zh-CN" sz="2400" dirty="0">
                  <a:solidFill>
                    <a:schemeClr val="accent2"/>
                  </a:solidFill>
                  <a:latin typeface="楷体_GB2312" pitchFamily="49" charset="-122"/>
                  <a:ea typeface="楷体_GB2312" pitchFamily="49" charset="-122"/>
                </a:rPr>
                <a:t>.</a:t>
              </a:r>
            </a:p>
          </p:txBody>
        </p:sp>
        <p:graphicFrame>
          <p:nvGraphicFramePr>
            <p:cNvPr id="24" name="Object 13"/>
            <p:cNvGraphicFramePr>
              <a:graphicFrameLocks noChangeAspect="1"/>
            </p:cNvGraphicFramePr>
            <p:nvPr>
              <p:extLst>
                <p:ext uri="{D42A27DB-BD31-4B8C-83A1-F6EECF244321}">
                  <p14:modId xmlns:p14="http://schemas.microsoft.com/office/powerpoint/2010/main" val="1590057373"/>
                </p:ext>
              </p:extLst>
            </p:nvPr>
          </p:nvGraphicFramePr>
          <p:xfrm>
            <a:off x="1507" y="1770"/>
            <a:ext cx="462" cy="212"/>
          </p:xfrm>
          <a:graphic>
            <a:graphicData uri="http://schemas.openxmlformats.org/presentationml/2006/ole">
              <mc:AlternateContent xmlns:mc="http://schemas.openxmlformats.org/markup-compatibility/2006">
                <mc:Choice xmlns:v="urn:schemas-microsoft-com:vml" Requires="v">
                  <p:oleObj name="Equation" r:id="rId3" imgW="314211" imgH="180855" progId="Equation.3">
                    <p:embed/>
                  </p:oleObj>
                </mc:Choice>
                <mc:Fallback>
                  <p:oleObj name="Equation" r:id="rId3" imgW="314211" imgH="18085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7" y="1770"/>
                          <a:ext cx="46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4"/>
            <p:cNvGraphicFramePr>
              <a:graphicFrameLocks noChangeAspect="1"/>
            </p:cNvGraphicFramePr>
            <p:nvPr>
              <p:extLst>
                <p:ext uri="{D42A27DB-BD31-4B8C-83A1-F6EECF244321}">
                  <p14:modId xmlns:p14="http://schemas.microsoft.com/office/powerpoint/2010/main" val="709519749"/>
                </p:ext>
              </p:extLst>
            </p:nvPr>
          </p:nvGraphicFramePr>
          <p:xfrm>
            <a:off x="2765" y="1776"/>
            <a:ext cx="285" cy="203"/>
          </p:xfrm>
          <a:graphic>
            <a:graphicData uri="http://schemas.openxmlformats.org/presentationml/2006/ole">
              <mc:AlternateContent xmlns:mc="http://schemas.openxmlformats.org/markup-compatibility/2006">
                <mc:Choice xmlns:v="urn:schemas-microsoft-com:vml" Requires="v">
                  <p:oleObj name="Equation" r:id="rId5" imgW="190578" imgH="161960" progId="Equation.3">
                    <p:embed/>
                  </p:oleObj>
                </mc:Choice>
                <mc:Fallback>
                  <p:oleObj name="Equation" r:id="rId5" imgW="190578" imgH="1619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5" y="1776"/>
                          <a:ext cx="285"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5"/>
            <p:cNvGraphicFramePr>
              <a:graphicFrameLocks noChangeAspect="1"/>
            </p:cNvGraphicFramePr>
            <p:nvPr>
              <p:extLst>
                <p:ext uri="{D42A27DB-BD31-4B8C-83A1-F6EECF244321}">
                  <p14:modId xmlns:p14="http://schemas.microsoft.com/office/powerpoint/2010/main" val="1530743841"/>
                </p:ext>
              </p:extLst>
            </p:nvPr>
          </p:nvGraphicFramePr>
          <p:xfrm>
            <a:off x="288" y="2074"/>
            <a:ext cx="1140" cy="269"/>
          </p:xfrm>
          <a:graphic>
            <a:graphicData uri="http://schemas.openxmlformats.org/presentationml/2006/ole">
              <mc:AlternateContent xmlns:mc="http://schemas.openxmlformats.org/markup-compatibility/2006">
                <mc:Choice xmlns:v="urn:schemas-microsoft-com:vml" Requires="v">
                  <p:oleObj name="Equation" r:id="rId7" imgW="790657" imgH="238081" progId="Equation.3">
                    <p:embed/>
                  </p:oleObj>
                </mc:Choice>
                <mc:Fallback>
                  <p:oleObj name="Equation" r:id="rId7" imgW="790657" imgH="23808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 y="2074"/>
                          <a:ext cx="1140"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8"/>
            <p:cNvGraphicFramePr>
              <a:graphicFrameLocks noChangeAspect="1"/>
            </p:cNvGraphicFramePr>
            <p:nvPr>
              <p:extLst>
                <p:ext uri="{D42A27DB-BD31-4B8C-83A1-F6EECF244321}">
                  <p14:modId xmlns:p14="http://schemas.microsoft.com/office/powerpoint/2010/main" val="3102235443"/>
                </p:ext>
              </p:extLst>
            </p:nvPr>
          </p:nvGraphicFramePr>
          <p:xfrm>
            <a:off x="2108" y="2115"/>
            <a:ext cx="606" cy="272"/>
          </p:xfrm>
          <a:graphic>
            <a:graphicData uri="http://schemas.openxmlformats.org/presentationml/2006/ole">
              <mc:AlternateContent xmlns:mc="http://schemas.openxmlformats.org/markup-compatibility/2006">
                <mc:Choice xmlns:v="urn:schemas-microsoft-com:vml" Requires="v">
                  <p:oleObj name="Equation" r:id="rId9" imgW="419218" imgH="209468" progId="Equation.3">
                    <p:embed/>
                  </p:oleObj>
                </mc:Choice>
                <mc:Fallback>
                  <p:oleObj name="Equation" r:id="rId9" imgW="419218" imgH="20946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8" y="2115"/>
                          <a:ext cx="606"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9"/>
            <p:cNvGraphicFramePr>
              <a:graphicFrameLocks noChangeAspect="1"/>
            </p:cNvGraphicFramePr>
            <p:nvPr>
              <p:extLst>
                <p:ext uri="{D42A27DB-BD31-4B8C-83A1-F6EECF244321}">
                  <p14:modId xmlns:p14="http://schemas.microsoft.com/office/powerpoint/2010/main" val="3515857941"/>
                </p:ext>
              </p:extLst>
            </p:nvPr>
          </p:nvGraphicFramePr>
          <p:xfrm>
            <a:off x="1202" y="2432"/>
            <a:ext cx="767" cy="263"/>
          </p:xfrm>
          <a:graphic>
            <a:graphicData uri="http://schemas.openxmlformats.org/presentationml/2006/ole">
              <mc:AlternateContent xmlns:mc="http://schemas.openxmlformats.org/markup-compatibility/2006">
                <mc:Choice xmlns:v="urn:schemas-microsoft-com:vml" Requires="v">
                  <p:oleObj name="Equation" r:id="rId11" imgW="523955" imgH="209468" progId="Equation.3">
                    <p:embed/>
                  </p:oleObj>
                </mc:Choice>
                <mc:Fallback>
                  <p:oleObj name="Equation" r:id="rId11" imgW="523955" imgH="20946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2" y="2432"/>
                          <a:ext cx="76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3"/>
            <p:cNvGraphicFramePr>
              <a:graphicFrameLocks noChangeAspect="1"/>
            </p:cNvGraphicFramePr>
            <p:nvPr>
              <p:extLst>
                <p:ext uri="{D42A27DB-BD31-4B8C-83A1-F6EECF244321}">
                  <p14:modId xmlns:p14="http://schemas.microsoft.com/office/powerpoint/2010/main" val="278520546"/>
                </p:ext>
              </p:extLst>
            </p:nvPr>
          </p:nvGraphicFramePr>
          <p:xfrm>
            <a:off x="3923" y="1752"/>
            <a:ext cx="285" cy="203"/>
          </p:xfrm>
          <a:graphic>
            <a:graphicData uri="http://schemas.openxmlformats.org/presentationml/2006/ole">
              <mc:AlternateContent xmlns:mc="http://schemas.openxmlformats.org/markup-compatibility/2006">
                <mc:Choice xmlns:v="urn:schemas-microsoft-com:vml" Requires="v">
                  <p:oleObj name="Equation" r:id="rId5" imgW="190578" imgH="161960" progId="Equation.3">
                    <p:embed/>
                  </p:oleObj>
                </mc:Choice>
                <mc:Fallback>
                  <p:oleObj name="Equation" r:id="rId5" imgW="190578" imgH="1619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23" y="1752"/>
                          <a:ext cx="285"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6"/>
            <p:cNvGraphicFramePr>
              <a:graphicFrameLocks noChangeAspect="1"/>
            </p:cNvGraphicFramePr>
            <p:nvPr>
              <p:extLst>
                <p:ext uri="{D42A27DB-BD31-4B8C-83A1-F6EECF244321}">
                  <p14:modId xmlns:p14="http://schemas.microsoft.com/office/powerpoint/2010/main" val="83139855"/>
                </p:ext>
              </p:extLst>
            </p:nvPr>
          </p:nvGraphicFramePr>
          <p:xfrm>
            <a:off x="2789" y="2477"/>
            <a:ext cx="268" cy="203"/>
          </p:xfrm>
          <a:graphic>
            <a:graphicData uri="http://schemas.openxmlformats.org/presentationml/2006/ole">
              <mc:AlternateContent xmlns:mc="http://schemas.openxmlformats.org/markup-compatibility/2006">
                <mc:Choice xmlns:v="urn:schemas-microsoft-com:vml" Requires="v">
                  <p:oleObj name="Equation" r:id="rId14" imgW="171412" imgH="161960" progId="Equation.3">
                    <p:embed/>
                  </p:oleObj>
                </mc:Choice>
                <mc:Fallback>
                  <p:oleObj name="Equation" r:id="rId14" imgW="171412" imgH="16196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89" y="2477"/>
                          <a:ext cx="268"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2"/>
            <p:cNvGraphicFramePr>
              <a:graphicFrameLocks noChangeAspect="1"/>
            </p:cNvGraphicFramePr>
            <p:nvPr>
              <p:extLst>
                <p:ext uri="{D42A27DB-BD31-4B8C-83A1-F6EECF244321}">
                  <p14:modId xmlns:p14="http://schemas.microsoft.com/office/powerpoint/2010/main" val="2265501791"/>
                </p:ext>
              </p:extLst>
            </p:nvPr>
          </p:nvGraphicFramePr>
          <p:xfrm>
            <a:off x="3380" y="2074"/>
            <a:ext cx="1995" cy="267"/>
          </p:xfrm>
          <a:graphic>
            <a:graphicData uri="http://schemas.openxmlformats.org/presentationml/2006/ole">
              <mc:AlternateContent xmlns:mc="http://schemas.openxmlformats.org/markup-compatibility/2006">
                <mc:Choice xmlns:v="urn:schemas-microsoft-com:vml" Requires="v">
                  <p:oleObj name="公式" r:id="rId16" imgW="1704947" imgH="209468" progId="Equation.3">
                    <p:embed/>
                  </p:oleObj>
                </mc:Choice>
                <mc:Fallback>
                  <p:oleObj name="公式" r:id="rId16" imgW="1704947" imgH="20946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80" y="2074"/>
                          <a:ext cx="1995"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 name="Group 47"/>
          <p:cNvGrpSpPr>
            <a:grpSpLocks/>
          </p:cNvGrpSpPr>
          <p:nvPr/>
        </p:nvGrpSpPr>
        <p:grpSpPr bwMode="auto">
          <a:xfrm>
            <a:off x="601662" y="3429000"/>
            <a:ext cx="8096249" cy="1689101"/>
            <a:chOff x="295" y="138"/>
            <a:chExt cx="5100" cy="1064"/>
          </a:xfrm>
        </p:grpSpPr>
        <p:sp>
          <p:nvSpPr>
            <p:cNvPr id="33" name="Text Box 48"/>
            <p:cNvSpPr txBox="1">
              <a:spLocks noChangeArrowheads="1"/>
            </p:cNvSpPr>
            <p:nvPr/>
          </p:nvSpPr>
          <p:spPr bwMode="auto">
            <a:xfrm>
              <a:off x="295" y="138"/>
              <a:ext cx="5100" cy="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定理</a:t>
              </a:r>
              <a:r>
                <a:rPr lang="en-US" altLang="zh-CN" sz="2400" dirty="0">
                  <a:solidFill>
                    <a:srgbClr val="FF0000"/>
                  </a:solidFill>
                  <a:ea typeface="楷体_GB2312" pitchFamily="49" charset="-122"/>
                </a:rPr>
                <a:t>3</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设       为         的不动点，      在      的某个邻</a:t>
              </a:r>
            </a:p>
            <a:p>
              <a:pPr eaLnBrk="1" hangingPunct="1">
                <a:lnSpc>
                  <a:spcPct val="150000"/>
                </a:lnSpc>
                <a:spcBef>
                  <a:spcPct val="0"/>
                </a:spcBef>
                <a:buFontTx/>
                <a:buNone/>
              </a:pPr>
              <a:r>
                <a:rPr lang="zh-CN" altLang="en-US" sz="2400" dirty="0">
                  <a:latin typeface="楷体_GB2312" pitchFamily="49" charset="-122"/>
                  <a:ea typeface="楷体_GB2312" pitchFamily="49" charset="-122"/>
                </a:rPr>
                <a:t>域连续，且                ，则迭代法                   </a:t>
              </a:r>
            </a:p>
            <a:p>
              <a:pPr eaLnBrk="1" hangingPunct="1">
                <a:lnSpc>
                  <a:spcPct val="150000"/>
                </a:lnSpc>
                <a:spcBef>
                  <a:spcPct val="0"/>
                </a:spcBef>
                <a:buFontTx/>
                <a:buNone/>
              </a:pPr>
              <a:r>
                <a:rPr lang="zh-CN" altLang="en-US" sz="2400" dirty="0">
                  <a:latin typeface="楷体_GB2312" pitchFamily="49" charset="-122"/>
                  <a:ea typeface="楷体_GB2312" pitchFamily="49" charset="-122"/>
                </a:rPr>
                <a:t>局部收敛</a:t>
              </a:r>
              <a:r>
                <a:rPr lang="en-US" altLang="zh-CN" sz="2400" dirty="0">
                  <a:latin typeface="楷体_GB2312" pitchFamily="49" charset="-122"/>
                  <a:ea typeface="楷体_GB2312" pitchFamily="49" charset="-122"/>
                </a:rPr>
                <a:t>.</a:t>
              </a:r>
            </a:p>
          </p:txBody>
        </p:sp>
        <p:graphicFrame>
          <p:nvGraphicFramePr>
            <p:cNvPr id="34" name="Object 49"/>
            <p:cNvGraphicFramePr>
              <a:graphicFrameLocks noChangeAspect="1"/>
            </p:cNvGraphicFramePr>
            <p:nvPr/>
          </p:nvGraphicFramePr>
          <p:xfrm>
            <a:off x="1591" y="259"/>
            <a:ext cx="285" cy="234"/>
          </p:xfrm>
          <a:graphic>
            <a:graphicData uri="http://schemas.openxmlformats.org/presentationml/2006/ole">
              <mc:AlternateContent xmlns:mc="http://schemas.openxmlformats.org/markup-compatibility/2006">
                <mc:Choice xmlns:v="urn:schemas-microsoft-com:vml" Requires="v">
                  <p:oleObj name="Equation" r:id="rId5" imgW="190578" imgH="161960" progId="Equation.3">
                    <p:embed/>
                  </p:oleObj>
                </mc:Choice>
                <mc:Fallback>
                  <p:oleObj name="Equation" r:id="rId5" imgW="190578" imgH="16196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91" y="259"/>
                          <a:ext cx="285"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50"/>
            <p:cNvGraphicFramePr>
              <a:graphicFrameLocks noChangeAspect="1"/>
            </p:cNvGraphicFramePr>
            <p:nvPr>
              <p:extLst>
                <p:ext uri="{D42A27DB-BD31-4B8C-83A1-F6EECF244321}">
                  <p14:modId xmlns:p14="http://schemas.microsoft.com/office/powerpoint/2010/main" val="3143723593"/>
                </p:ext>
              </p:extLst>
            </p:nvPr>
          </p:nvGraphicFramePr>
          <p:xfrm>
            <a:off x="2153" y="229"/>
            <a:ext cx="462" cy="234"/>
          </p:xfrm>
          <a:graphic>
            <a:graphicData uri="http://schemas.openxmlformats.org/presentationml/2006/ole">
              <mc:AlternateContent xmlns:mc="http://schemas.openxmlformats.org/markup-compatibility/2006">
                <mc:Choice xmlns:v="urn:schemas-microsoft-com:vml" Requires="v">
                  <p:oleObj name="Equation" r:id="rId3" imgW="314211" imgH="180855" progId="Equation.3">
                    <p:embed/>
                  </p:oleObj>
                </mc:Choice>
                <mc:Fallback>
                  <p:oleObj name="Equation" r:id="rId3" imgW="314211" imgH="180855"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53" y="229"/>
                          <a:ext cx="46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51"/>
            <p:cNvGraphicFramePr>
              <a:graphicFrameLocks noChangeAspect="1"/>
            </p:cNvGraphicFramePr>
            <p:nvPr/>
          </p:nvGraphicFramePr>
          <p:xfrm>
            <a:off x="3425" y="278"/>
            <a:ext cx="497" cy="210"/>
          </p:xfrm>
          <a:graphic>
            <a:graphicData uri="http://schemas.openxmlformats.org/presentationml/2006/ole">
              <mc:AlternateContent xmlns:mc="http://schemas.openxmlformats.org/markup-compatibility/2006">
                <mc:Choice xmlns:v="urn:schemas-microsoft-com:vml" Requires="v">
                  <p:oleObj name="Equation" r:id="rId20" imgW="333377" imgH="180855" progId="Equation.3">
                    <p:embed/>
                  </p:oleObj>
                </mc:Choice>
                <mc:Fallback>
                  <p:oleObj name="Equation" r:id="rId20" imgW="333377" imgH="180855"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25" y="278"/>
                          <a:ext cx="497"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52"/>
            <p:cNvGraphicFramePr>
              <a:graphicFrameLocks noChangeAspect="1"/>
            </p:cNvGraphicFramePr>
            <p:nvPr/>
          </p:nvGraphicFramePr>
          <p:xfrm>
            <a:off x="4125" y="258"/>
            <a:ext cx="285" cy="225"/>
          </p:xfrm>
          <a:graphic>
            <a:graphicData uri="http://schemas.openxmlformats.org/presentationml/2006/ole">
              <mc:AlternateContent xmlns:mc="http://schemas.openxmlformats.org/markup-compatibility/2006">
                <mc:Choice xmlns:v="urn:schemas-microsoft-com:vml" Requires="v">
                  <p:oleObj name="Equation" r:id="rId5" imgW="190578" imgH="161960" progId="Equation.3">
                    <p:embed/>
                  </p:oleObj>
                </mc:Choice>
                <mc:Fallback>
                  <p:oleObj name="Equation" r:id="rId5" imgW="190578" imgH="16196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25" y="258"/>
                          <a:ext cx="285"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53"/>
            <p:cNvGraphicFramePr>
              <a:graphicFrameLocks noChangeAspect="1"/>
            </p:cNvGraphicFramePr>
            <p:nvPr>
              <p:extLst>
                <p:ext uri="{D42A27DB-BD31-4B8C-83A1-F6EECF244321}">
                  <p14:modId xmlns:p14="http://schemas.microsoft.com/office/powerpoint/2010/main" val="1689301855"/>
                </p:ext>
              </p:extLst>
            </p:nvPr>
          </p:nvGraphicFramePr>
          <p:xfrm>
            <a:off x="1310" y="587"/>
            <a:ext cx="924" cy="263"/>
          </p:xfrm>
          <a:graphic>
            <a:graphicData uri="http://schemas.openxmlformats.org/presentationml/2006/ole">
              <mc:AlternateContent xmlns:mc="http://schemas.openxmlformats.org/markup-compatibility/2006">
                <mc:Choice xmlns:v="urn:schemas-microsoft-com:vml" Requires="v">
                  <p:oleObj name="Equation" r:id="rId23" imgW="638140" imgH="238081" progId="Equation.3">
                    <p:embed/>
                  </p:oleObj>
                </mc:Choice>
                <mc:Fallback>
                  <p:oleObj name="Equation" r:id="rId23" imgW="638140" imgH="23808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10" y="587"/>
                          <a:ext cx="92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54"/>
            <p:cNvGraphicFramePr>
              <a:graphicFrameLocks noChangeAspect="1"/>
            </p:cNvGraphicFramePr>
            <p:nvPr/>
          </p:nvGraphicFramePr>
          <p:xfrm>
            <a:off x="3289" y="572"/>
            <a:ext cx="1995" cy="267"/>
          </p:xfrm>
          <a:graphic>
            <a:graphicData uri="http://schemas.openxmlformats.org/presentationml/2006/ole">
              <mc:AlternateContent xmlns:mc="http://schemas.openxmlformats.org/markup-compatibility/2006">
                <mc:Choice xmlns:v="urn:schemas-microsoft-com:vml" Requires="v">
                  <p:oleObj name="公式" r:id="rId25" imgW="1704947" imgH="209468" progId="Equation.3">
                    <p:embed/>
                  </p:oleObj>
                </mc:Choice>
                <mc:Fallback>
                  <p:oleObj name="公式" r:id="rId25" imgW="1704947" imgH="209468"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89" y="572"/>
                          <a:ext cx="1995"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2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up)">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5298"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3CEF3B57-4B81-463A-9002-29AB725D037C}" type="slidenum">
              <a:rPr lang="en-US" altLang="zh-CN" sz="1400"/>
              <a:pPr eaLnBrk="1" hangingPunct="1"/>
              <a:t>79</a:t>
            </a:fld>
            <a:endParaRPr lang="en-US" altLang="zh-CN" sz="1400"/>
          </a:p>
        </p:txBody>
      </p:sp>
      <p:sp>
        <p:nvSpPr>
          <p:cNvPr id="3" name="Text Box 4"/>
          <p:cNvSpPr txBox="1">
            <a:spLocks noChangeArrowheads="1"/>
          </p:cNvSpPr>
          <p:nvPr/>
        </p:nvSpPr>
        <p:spPr bwMode="auto">
          <a:xfrm>
            <a:off x="395288" y="-100013"/>
            <a:ext cx="6488112" cy="57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Clr>
                <a:srgbClr val="FF0000"/>
              </a:buClr>
              <a:buFont typeface="Wingdings" pitchFamily="2" charset="2"/>
              <a:buChar char="Ø"/>
            </a:pPr>
            <a:r>
              <a:rPr lang="zh-CN" altLang="en-US" sz="2400" dirty="0">
                <a:solidFill>
                  <a:srgbClr val="0000FF"/>
                </a:solidFill>
                <a:latin typeface="黑体" pitchFamily="49" charset="-122"/>
                <a:ea typeface="黑体" pitchFamily="49" charset="-122"/>
              </a:rPr>
              <a:t>迭代法的收敛阶</a:t>
            </a:r>
            <a:r>
              <a:rPr lang="en-US" altLang="zh-CN" sz="2400" dirty="0">
                <a:solidFill>
                  <a:srgbClr val="008000"/>
                </a:solidFill>
                <a:latin typeface="Arial" charset="0"/>
                <a:ea typeface="楷体_GB2312" pitchFamily="49" charset="-122"/>
              </a:rPr>
              <a:t>/*the order of Convergence*/</a:t>
            </a:r>
            <a:endParaRPr lang="en-US" altLang="zh-CN" sz="2400" dirty="0">
              <a:solidFill>
                <a:srgbClr val="0000FF"/>
              </a:solidFill>
              <a:latin typeface="Arial" charset="0"/>
              <a:ea typeface="楷体_GB2312" pitchFamily="49" charset="-122"/>
            </a:endParaRPr>
          </a:p>
        </p:txBody>
      </p:sp>
      <p:sp>
        <p:nvSpPr>
          <p:cNvPr id="55331" name="Rectangle 6"/>
          <p:cNvSpPr>
            <a:spLocks noChangeArrowheads="1"/>
          </p:cNvSpPr>
          <p:nvPr/>
        </p:nvSpPr>
        <p:spPr bwMode="auto">
          <a:xfrm>
            <a:off x="395288" y="3140968"/>
            <a:ext cx="7848600" cy="58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50000"/>
              </a:spcBef>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特别地</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时称</a:t>
            </a:r>
            <a:r>
              <a:rPr lang="zh-CN" altLang="en-US" sz="2400" dirty="0">
                <a:solidFill>
                  <a:srgbClr val="FF0000"/>
                </a:solidFill>
                <a:latin typeface="楷体_GB2312" pitchFamily="49" charset="-122"/>
                <a:ea typeface="楷体_GB2312" pitchFamily="49" charset="-122"/>
              </a:rPr>
              <a:t>线性收敛</a:t>
            </a:r>
            <a:r>
              <a:rPr lang="zh-CN" altLang="en-US" sz="2400" dirty="0">
                <a:latin typeface="楷体_GB2312" pitchFamily="49" charset="-122"/>
                <a:ea typeface="楷体_GB2312" pitchFamily="49" charset="-122"/>
              </a:rPr>
              <a:t>，</a:t>
            </a:r>
          </a:p>
        </p:txBody>
      </p:sp>
      <p:sp>
        <p:nvSpPr>
          <p:cNvPr id="37" name="Text Box 9"/>
          <p:cNvSpPr txBox="1">
            <a:spLocks noChangeArrowheads="1"/>
          </p:cNvSpPr>
          <p:nvPr/>
        </p:nvSpPr>
        <p:spPr bwMode="auto">
          <a:xfrm>
            <a:off x="395288" y="620713"/>
            <a:ext cx="8090676" cy="168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定义</a:t>
            </a:r>
            <a:r>
              <a:rPr lang="en-US" altLang="zh-CN" sz="2400" dirty="0">
                <a:solidFill>
                  <a:srgbClr val="FF0000"/>
                </a:solidFill>
                <a:ea typeface="楷体_GB2312" pitchFamily="49" charset="-122"/>
              </a:rPr>
              <a:t>2</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设迭代过程                    收敛于方程</a:t>
            </a:r>
          </a:p>
          <a:p>
            <a:pPr eaLnBrk="1" hangingPunct="1">
              <a:lnSpc>
                <a:spcPct val="150000"/>
              </a:lnSpc>
              <a:spcBef>
                <a:spcPct val="0"/>
              </a:spcBef>
              <a:buFontTx/>
              <a:buNone/>
            </a:pPr>
            <a:r>
              <a:rPr lang="zh-CN" altLang="en-US" sz="2400" dirty="0">
                <a:latin typeface="楷体_GB2312" pitchFamily="49" charset="-122"/>
                <a:ea typeface="楷体_GB2312" pitchFamily="49" charset="-122"/>
              </a:rPr>
              <a:t>的根     ，如果迭代误差                   当            时成立下列</a:t>
            </a:r>
          </a:p>
          <a:p>
            <a:pPr eaLnBrk="1" hangingPunct="1">
              <a:lnSpc>
                <a:spcPct val="150000"/>
              </a:lnSpc>
              <a:spcBef>
                <a:spcPct val="0"/>
              </a:spcBef>
              <a:buFontTx/>
              <a:buNone/>
            </a:pPr>
            <a:r>
              <a:rPr lang="zh-CN" altLang="en-US" sz="2400" dirty="0">
                <a:latin typeface="楷体_GB2312" pitchFamily="49" charset="-122"/>
                <a:ea typeface="楷体_GB2312" pitchFamily="49" charset="-122"/>
              </a:rPr>
              <a:t>渐近关系式</a:t>
            </a:r>
          </a:p>
        </p:txBody>
      </p:sp>
      <p:graphicFrame>
        <p:nvGraphicFramePr>
          <p:cNvPr id="38" name="Object 10"/>
          <p:cNvGraphicFramePr>
            <a:graphicFrameLocks noChangeAspect="1"/>
          </p:cNvGraphicFramePr>
          <p:nvPr>
            <p:extLst>
              <p:ext uri="{D42A27DB-BD31-4B8C-83A1-F6EECF244321}">
                <p14:modId xmlns:p14="http://schemas.microsoft.com/office/powerpoint/2010/main" val="1949308488"/>
              </p:ext>
            </p:extLst>
          </p:nvPr>
        </p:nvGraphicFramePr>
        <p:xfrm>
          <a:off x="2030413" y="2332360"/>
          <a:ext cx="3395663" cy="736600"/>
        </p:xfrm>
        <a:graphic>
          <a:graphicData uri="http://schemas.openxmlformats.org/presentationml/2006/ole">
            <mc:AlternateContent xmlns:mc="http://schemas.openxmlformats.org/markup-compatibility/2006">
              <mc:Choice xmlns:v="urn:schemas-microsoft-com:vml" Requires="v">
                <p:oleObj name="公式" r:id="rId3" imgW="1504920" imgH="409489" progId="Equation.3">
                  <p:embed/>
                </p:oleObj>
              </mc:Choice>
              <mc:Fallback>
                <p:oleObj name="公式" r:id="rId3" imgW="1504920" imgH="40948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413" y="2332360"/>
                        <a:ext cx="3395663"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14"/>
          <p:cNvGraphicFramePr>
            <a:graphicFrameLocks noChangeAspect="1"/>
          </p:cNvGraphicFramePr>
          <p:nvPr>
            <p:extLst>
              <p:ext uri="{D42A27DB-BD31-4B8C-83A1-F6EECF244321}">
                <p14:modId xmlns:p14="http://schemas.microsoft.com/office/powerpoint/2010/main" val="4250810427"/>
              </p:ext>
            </p:extLst>
          </p:nvPr>
        </p:nvGraphicFramePr>
        <p:xfrm>
          <a:off x="3549626" y="775656"/>
          <a:ext cx="1697038" cy="390525"/>
        </p:xfrm>
        <a:graphic>
          <a:graphicData uri="http://schemas.openxmlformats.org/presentationml/2006/ole">
            <mc:AlternateContent xmlns:mc="http://schemas.openxmlformats.org/markup-compatibility/2006">
              <mc:Choice xmlns:v="urn:schemas-microsoft-com:vml" Requires="v">
                <p:oleObj name="Equation" r:id="rId5" imgW="742877" imgH="209468" progId="Equation.3">
                  <p:embed/>
                </p:oleObj>
              </mc:Choice>
              <mc:Fallback>
                <p:oleObj name="Equation" r:id="rId5" imgW="742877" imgH="20946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9626" y="775656"/>
                        <a:ext cx="1697038"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15"/>
          <p:cNvGraphicFramePr>
            <a:graphicFrameLocks noChangeAspect="1"/>
          </p:cNvGraphicFramePr>
          <p:nvPr>
            <p:extLst>
              <p:ext uri="{D42A27DB-BD31-4B8C-83A1-F6EECF244321}">
                <p14:modId xmlns:p14="http://schemas.microsoft.com/office/powerpoint/2010/main" val="2674469848"/>
              </p:ext>
            </p:extLst>
          </p:nvPr>
        </p:nvGraphicFramePr>
        <p:xfrm>
          <a:off x="6983413" y="803598"/>
          <a:ext cx="1244600" cy="347663"/>
        </p:xfrm>
        <a:graphic>
          <a:graphicData uri="http://schemas.openxmlformats.org/presentationml/2006/ole">
            <mc:AlternateContent xmlns:mc="http://schemas.openxmlformats.org/markup-compatibility/2006">
              <mc:Choice xmlns:v="urn:schemas-microsoft-com:vml" Requires="v">
                <p:oleObj name="Equation" r:id="rId7" imgW="542851" imgH="180855" progId="Equation.3">
                  <p:embed/>
                </p:oleObj>
              </mc:Choice>
              <mc:Fallback>
                <p:oleObj name="Equation" r:id="rId7" imgW="542851" imgH="18085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3413" y="803598"/>
                        <a:ext cx="1244600"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16"/>
          <p:cNvGraphicFramePr>
            <a:graphicFrameLocks noChangeAspect="1"/>
          </p:cNvGraphicFramePr>
          <p:nvPr>
            <p:extLst>
              <p:ext uri="{D42A27DB-BD31-4B8C-83A1-F6EECF244321}">
                <p14:modId xmlns:p14="http://schemas.microsoft.com/office/powerpoint/2010/main" val="1029087052"/>
              </p:ext>
            </p:extLst>
          </p:nvPr>
        </p:nvGraphicFramePr>
        <p:xfrm>
          <a:off x="1115616" y="1344935"/>
          <a:ext cx="452438" cy="306388"/>
        </p:xfrm>
        <a:graphic>
          <a:graphicData uri="http://schemas.openxmlformats.org/presentationml/2006/ole">
            <mc:AlternateContent xmlns:mc="http://schemas.openxmlformats.org/markup-compatibility/2006">
              <mc:Choice xmlns:v="urn:schemas-microsoft-com:vml" Requires="v">
                <p:oleObj name="Equation" r:id="rId9" imgW="190578" imgH="161960" progId="Equation.3">
                  <p:embed/>
                </p:oleObj>
              </mc:Choice>
              <mc:Fallback>
                <p:oleObj name="Equation" r:id="rId9" imgW="190578" imgH="1619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5616" y="1344935"/>
                        <a:ext cx="45243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7"/>
          <p:cNvGraphicFramePr>
            <a:graphicFrameLocks noChangeAspect="1"/>
          </p:cNvGraphicFramePr>
          <p:nvPr>
            <p:extLst>
              <p:ext uri="{D42A27DB-BD31-4B8C-83A1-F6EECF244321}">
                <p14:modId xmlns:p14="http://schemas.microsoft.com/office/powerpoint/2010/main" val="3739346641"/>
              </p:ext>
            </p:extLst>
          </p:nvPr>
        </p:nvGraphicFramePr>
        <p:xfrm>
          <a:off x="3671888" y="1321123"/>
          <a:ext cx="1697038" cy="390525"/>
        </p:xfrm>
        <a:graphic>
          <a:graphicData uri="http://schemas.openxmlformats.org/presentationml/2006/ole">
            <mc:AlternateContent xmlns:mc="http://schemas.openxmlformats.org/markup-compatibility/2006">
              <mc:Choice xmlns:v="urn:schemas-microsoft-com:vml" Requires="v">
                <p:oleObj name="Equation" r:id="rId11" imgW="742877" imgH="209468" progId="Equation.3">
                  <p:embed/>
                </p:oleObj>
              </mc:Choice>
              <mc:Fallback>
                <p:oleObj name="Equation" r:id="rId11" imgW="742877" imgH="20946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71888" y="1321123"/>
                        <a:ext cx="1697038"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18"/>
          <p:cNvGraphicFramePr>
            <a:graphicFrameLocks noChangeAspect="1"/>
          </p:cNvGraphicFramePr>
          <p:nvPr>
            <p:extLst>
              <p:ext uri="{D42A27DB-BD31-4B8C-83A1-F6EECF244321}">
                <p14:modId xmlns:p14="http://schemas.microsoft.com/office/powerpoint/2010/main" val="2684583417"/>
              </p:ext>
            </p:extLst>
          </p:nvPr>
        </p:nvGraphicFramePr>
        <p:xfrm>
          <a:off x="5668963" y="1357635"/>
          <a:ext cx="1019175" cy="293688"/>
        </p:xfrm>
        <a:graphic>
          <a:graphicData uri="http://schemas.openxmlformats.org/presentationml/2006/ole">
            <mc:AlternateContent xmlns:mc="http://schemas.openxmlformats.org/markup-compatibility/2006">
              <mc:Choice xmlns:v="urn:schemas-microsoft-com:vml" Requires="v">
                <p:oleObj name="Equation" r:id="rId13" imgW="438114" imgH="161960" progId="Equation.3">
                  <p:embed/>
                </p:oleObj>
              </mc:Choice>
              <mc:Fallback>
                <p:oleObj name="Equation" r:id="rId13" imgW="438114" imgH="16196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68963" y="1357635"/>
                        <a:ext cx="1019175"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7"/>
          <p:cNvGraphicFramePr>
            <a:graphicFrameLocks noChangeAspect="1"/>
          </p:cNvGraphicFramePr>
          <p:nvPr>
            <p:extLst>
              <p:ext uri="{D42A27DB-BD31-4B8C-83A1-F6EECF244321}">
                <p14:modId xmlns:p14="http://schemas.microsoft.com/office/powerpoint/2010/main" val="2083755412"/>
              </p:ext>
            </p:extLst>
          </p:nvPr>
        </p:nvGraphicFramePr>
        <p:xfrm>
          <a:off x="2030413" y="3245443"/>
          <a:ext cx="1785938" cy="452438"/>
        </p:xfrm>
        <a:graphic>
          <a:graphicData uri="http://schemas.openxmlformats.org/presentationml/2006/ole">
            <mc:AlternateContent xmlns:mc="http://schemas.openxmlformats.org/markup-compatibility/2006">
              <mc:Choice xmlns:v="urn:schemas-microsoft-com:vml" Requires="v">
                <p:oleObj name="公式" r:id="rId15" imgW="780939" imgH="238081" progId="Equation.3">
                  <p:embed/>
                </p:oleObj>
              </mc:Choice>
              <mc:Fallback>
                <p:oleObj name="公式" r:id="rId15" imgW="780939" imgH="238081"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30413" y="3245443"/>
                        <a:ext cx="1785938"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 name="Group 19"/>
          <p:cNvGrpSpPr>
            <a:grpSpLocks/>
          </p:cNvGrpSpPr>
          <p:nvPr/>
        </p:nvGrpSpPr>
        <p:grpSpPr bwMode="auto">
          <a:xfrm>
            <a:off x="1042988" y="3718991"/>
            <a:ext cx="3390899" cy="646113"/>
            <a:chOff x="846" y="2825"/>
            <a:chExt cx="2136" cy="407"/>
          </a:xfrm>
        </p:grpSpPr>
        <p:graphicFrame>
          <p:nvGraphicFramePr>
            <p:cNvPr id="46" name="Object 20"/>
            <p:cNvGraphicFramePr>
              <a:graphicFrameLocks noChangeAspect="1"/>
            </p:cNvGraphicFramePr>
            <p:nvPr/>
          </p:nvGraphicFramePr>
          <p:xfrm>
            <a:off x="846" y="2956"/>
            <a:ext cx="482" cy="209"/>
          </p:xfrm>
          <a:graphic>
            <a:graphicData uri="http://schemas.openxmlformats.org/presentationml/2006/ole">
              <mc:AlternateContent xmlns:mc="http://schemas.openxmlformats.org/markup-compatibility/2006">
                <mc:Choice xmlns:v="urn:schemas-microsoft-com:vml" Requires="v">
                  <p:oleObj name="Equation" r:id="rId17" imgW="323929" imgH="180855" progId="Equation.3">
                    <p:embed/>
                  </p:oleObj>
                </mc:Choice>
                <mc:Fallback>
                  <p:oleObj name="Equation" r:id="rId17" imgW="323929" imgH="18085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46" y="2956"/>
                          <a:ext cx="48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Rectangle 21"/>
            <p:cNvSpPr>
              <a:spLocks noChangeArrowheads="1"/>
            </p:cNvSpPr>
            <p:nvPr/>
          </p:nvSpPr>
          <p:spPr bwMode="auto">
            <a:xfrm>
              <a:off x="1315" y="2825"/>
              <a:ext cx="166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50000"/>
                </a:spcBef>
                <a:buFontTx/>
                <a:buNone/>
              </a:pPr>
              <a:r>
                <a:rPr lang="zh-CN" altLang="en-US" sz="2400" dirty="0">
                  <a:latin typeface="楷体_GB2312" pitchFamily="49" charset="-122"/>
                  <a:ea typeface="楷体_GB2312" pitchFamily="49" charset="-122"/>
                </a:rPr>
                <a:t>时称</a:t>
              </a:r>
              <a:r>
                <a:rPr lang="zh-CN" altLang="en-US" sz="2400" dirty="0">
                  <a:solidFill>
                    <a:srgbClr val="FF0000"/>
                  </a:solidFill>
                  <a:latin typeface="楷体_GB2312" pitchFamily="49" charset="-122"/>
                  <a:ea typeface="楷体_GB2312" pitchFamily="49" charset="-122"/>
                </a:rPr>
                <a:t>超线性收敛</a:t>
              </a:r>
              <a:r>
                <a:rPr lang="zh-CN" altLang="en-US" sz="2400" dirty="0">
                  <a:latin typeface="楷体_GB2312" pitchFamily="49" charset="-122"/>
                  <a:ea typeface="楷体_GB2312" pitchFamily="49" charset="-122"/>
                </a:rPr>
                <a:t>，</a:t>
              </a:r>
            </a:p>
          </p:txBody>
        </p:sp>
      </p:grpSp>
      <p:grpSp>
        <p:nvGrpSpPr>
          <p:cNvPr id="48" name="Group 22"/>
          <p:cNvGrpSpPr>
            <a:grpSpLocks/>
          </p:cNvGrpSpPr>
          <p:nvPr/>
        </p:nvGrpSpPr>
        <p:grpSpPr bwMode="auto">
          <a:xfrm>
            <a:off x="4199758" y="3737507"/>
            <a:ext cx="3100388" cy="646113"/>
            <a:chOff x="826" y="3187"/>
            <a:chExt cx="1953" cy="407"/>
          </a:xfrm>
        </p:grpSpPr>
        <p:graphicFrame>
          <p:nvGraphicFramePr>
            <p:cNvPr id="49" name="Object 23"/>
            <p:cNvGraphicFramePr>
              <a:graphicFrameLocks noChangeAspect="1"/>
            </p:cNvGraphicFramePr>
            <p:nvPr>
              <p:extLst>
                <p:ext uri="{D42A27DB-BD31-4B8C-83A1-F6EECF244321}">
                  <p14:modId xmlns:p14="http://schemas.microsoft.com/office/powerpoint/2010/main" val="2876365688"/>
                </p:ext>
              </p:extLst>
            </p:nvPr>
          </p:nvGraphicFramePr>
          <p:xfrm>
            <a:off x="826" y="3322"/>
            <a:ext cx="536" cy="209"/>
          </p:xfrm>
          <a:graphic>
            <a:graphicData uri="http://schemas.openxmlformats.org/presentationml/2006/ole">
              <mc:AlternateContent xmlns:mc="http://schemas.openxmlformats.org/markup-compatibility/2006">
                <mc:Choice xmlns:v="urn:schemas-microsoft-com:vml" Requires="v">
                  <p:oleObj name="Equation" r:id="rId19" imgW="361991" imgH="180855" progId="Equation.3">
                    <p:embed/>
                  </p:oleObj>
                </mc:Choice>
                <mc:Fallback>
                  <p:oleObj name="Equation" r:id="rId19" imgW="361991" imgH="180855"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6" y="3322"/>
                          <a:ext cx="536"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Rectangle 24"/>
            <p:cNvSpPr>
              <a:spLocks noChangeArrowheads="1"/>
            </p:cNvSpPr>
            <p:nvPr/>
          </p:nvSpPr>
          <p:spPr bwMode="auto">
            <a:xfrm>
              <a:off x="1306" y="3187"/>
              <a:ext cx="147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50000"/>
                </a:spcBef>
                <a:buFontTx/>
                <a:buNone/>
              </a:pPr>
              <a:r>
                <a:rPr lang="zh-CN" altLang="en-US" sz="2400" dirty="0">
                  <a:latin typeface="楷体_GB2312" pitchFamily="49" charset="-122"/>
                  <a:ea typeface="楷体_GB2312" pitchFamily="49" charset="-122"/>
                </a:rPr>
                <a:t>时称</a:t>
              </a:r>
              <a:r>
                <a:rPr lang="zh-CN" altLang="en-US" sz="2400" dirty="0">
                  <a:solidFill>
                    <a:srgbClr val="FF0000"/>
                  </a:solidFill>
                  <a:latin typeface="楷体_GB2312" pitchFamily="49" charset="-122"/>
                  <a:ea typeface="楷体_GB2312" pitchFamily="49" charset="-122"/>
                </a:rPr>
                <a:t>平方收敛</a:t>
              </a:r>
              <a:r>
                <a:rPr lang="en-US" altLang="zh-CN" sz="2400" dirty="0">
                  <a:latin typeface="楷体_GB2312" pitchFamily="49" charset="-122"/>
                  <a:ea typeface="楷体_GB2312" pitchFamily="49" charset="-122"/>
                </a:rPr>
                <a:t>. </a:t>
              </a:r>
            </a:p>
          </p:txBody>
        </p:sp>
      </p:grpSp>
      <p:grpSp>
        <p:nvGrpSpPr>
          <p:cNvPr id="64" name="Group 42"/>
          <p:cNvGrpSpPr>
            <a:grpSpLocks/>
          </p:cNvGrpSpPr>
          <p:nvPr/>
        </p:nvGrpSpPr>
        <p:grpSpPr bwMode="auto">
          <a:xfrm>
            <a:off x="565970" y="4365104"/>
            <a:ext cx="8153402" cy="2246313"/>
            <a:chOff x="330" y="73"/>
            <a:chExt cx="5136" cy="1415"/>
          </a:xfrm>
        </p:grpSpPr>
        <p:sp>
          <p:nvSpPr>
            <p:cNvPr id="65" name="Text Box 2"/>
            <p:cNvSpPr txBox="1">
              <a:spLocks noChangeArrowheads="1"/>
            </p:cNvSpPr>
            <p:nvPr/>
          </p:nvSpPr>
          <p:spPr bwMode="auto">
            <a:xfrm>
              <a:off x="330" y="73"/>
              <a:ext cx="5136"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定理</a:t>
              </a:r>
              <a:r>
                <a:rPr lang="en-US" altLang="zh-CN" sz="2400" dirty="0">
                  <a:solidFill>
                    <a:srgbClr val="FF0000"/>
                  </a:solidFill>
                  <a:ea typeface="楷体_GB2312" pitchFamily="49" charset="-122"/>
                </a:rPr>
                <a:t>4</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对于迭代过程                    ，如果             在所</a:t>
              </a:r>
            </a:p>
            <a:p>
              <a:pPr eaLnBrk="1" hangingPunct="1">
                <a:lnSpc>
                  <a:spcPct val="150000"/>
                </a:lnSpc>
                <a:spcBef>
                  <a:spcPct val="0"/>
                </a:spcBef>
                <a:buFontTx/>
                <a:buNone/>
              </a:pPr>
              <a:r>
                <a:rPr lang="zh-CN" altLang="en-US" sz="2400" dirty="0">
                  <a:latin typeface="楷体_GB2312" pitchFamily="49" charset="-122"/>
                  <a:ea typeface="楷体_GB2312" pitchFamily="49" charset="-122"/>
                </a:rPr>
                <a:t>求根        的邻近连续，并且 </a:t>
              </a:r>
            </a:p>
          </p:txBody>
        </p:sp>
        <p:graphicFrame>
          <p:nvGraphicFramePr>
            <p:cNvPr id="66" name="Object 5"/>
            <p:cNvGraphicFramePr>
              <a:graphicFrameLocks noChangeAspect="1"/>
            </p:cNvGraphicFramePr>
            <p:nvPr>
              <p:extLst>
                <p:ext uri="{D42A27DB-BD31-4B8C-83A1-F6EECF244321}">
                  <p14:modId xmlns:p14="http://schemas.microsoft.com/office/powerpoint/2010/main" val="417398511"/>
                </p:ext>
              </p:extLst>
            </p:nvPr>
          </p:nvGraphicFramePr>
          <p:xfrm>
            <a:off x="2536" y="181"/>
            <a:ext cx="1069" cy="246"/>
          </p:xfrm>
          <a:graphic>
            <a:graphicData uri="http://schemas.openxmlformats.org/presentationml/2006/ole">
              <mc:AlternateContent xmlns:mc="http://schemas.openxmlformats.org/markup-compatibility/2006">
                <mc:Choice xmlns:v="urn:schemas-microsoft-com:vml" Requires="v">
                  <p:oleObj name="Equation" r:id="rId5" imgW="742877" imgH="209468" progId="Equation.3">
                    <p:embed/>
                  </p:oleObj>
                </mc:Choice>
                <mc:Fallback>
                  <p:oleObj name="Equation" r:id="rId5" imgW="742877" imgH="20946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36" y="181"/>
                          <a:ext cx="1069"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 name="Object 6"/>
            <p:cNvGraphicFramePr>
              <a:graphicFrameLocks noChangeAspect="1"/>
            </p:cNvGraphicFramePr>
            <p:nvPr>
              <p:extLst>
                <p:ext uri="{D42A27DB-BD31-4B8C-83A1-F6EECF244321}">
                  <p14:modId xmlns:p14="http://schemas.microsoft.com/office/powerpoint/2010/main" val="4160646524"/>
                </p:ext>
              </p:extLst>
            </p:nvPr>
          </p:nvGraphicFramePr>
          <p:xfrm>
            <a:off x="4264" y="184"/>
            <a:ext cx="677" cy="246"/>
          </p:xfrm>
          <a:graphic>
            <a:graphicData uri="http://schemas.openxmlformats.org/presentationml/2006/ole">
              <mc:AlternateContent xmlns:mc="http://schemas.openxmlformats.org/markup-compatibility/2006">
                <mc:Choice xmlns:v="urn:schemas-microsoft-com:vml" Requires="v">
                  <p:oleObj name="Equation" r:id="rId22" imgW="466728" imgH="209468" progId="Equation.3">
                    <p:embed/>
                  </p:oleObj>
                </mc:Choice>
                <mc:Fallback>
                  <p:oleObj name="Equation" r:id="rId22" imgW="466728" imgH="209468"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64" y="184"/>
                          <a:ext cx="677"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7"/>
            <p:cNvGraphicFramePr>
              <a:graphicFrameLocks noChangeAspect="1"/>
            </p:cNvGraphicFramePr>
            <p:nvPr>
              <p:extLst>
                <p:ext uri="{D42A27DB-BD31-4B8C-83A1-F6EECF244321}">
                  <p14:modId xmlns:p14="http://schemas.microsoft.com/office/powerpoint/2010/main" val="2784730836"/>
                </p:ext>
              </p:extLst>
            </p:nvPr>
          </p:nvGraphicFramePr>
          <p:xfrm>
            <a:off x="851" y="560"/>
            <a:ext cx="285" cy="193"/>
          </p:xfrm>
          <a:graphic>
            <a:graphicData uri="http://schemas.openxmlformats.org/presentationml/2006/ole">
              <mc:AlternateContent xmlns:mc="http://schemas.openxmlformats.org/markup-compatibility/2006">
                <mc:Choice xmlns:v="urn:schemas-microsoft-com:vml" Requires="v">
                  <p:oleObj name="Equation" r:id="rId9" imgW="190578" imgH="161960" progId="Equation.3">
                    <p:embed/>
                  </p:oleObj>
                </mc:Choice>
                <mc:Fallback>
                  <p:oleObj name="Equation" r:id="rId9" imgW="190578" imgH="1619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1" y="560"/>
                          <a:ext cx="285"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 name="Group 9"/>
            <p:cNvGrpSpPr>
              <a:grpSpLocks/>
            </p:cNvGrpSpPr>
            <p:nvPr/>
          </p:nvGrpSpPr>
          <p:grpSpPr bwMode="auto">
            <a:xfrm>
              <a:off x="340" y="1122"/>
              <a:ext cx="3762" cy="366"/>
              <a:chOff x="384" y="2064"/>
              <a:chExt cx="3762" cy="366"/>
            </a:xfrm>
          </p:grpSpPr>
          <p:sp>
            <p:nvSpPr>
              <p:cNvPr id="74" name="Text Box 10"/>
              <p:cNvSpPr txBox="1">
                <a:spLocks noChangeArrowheads="1"/>
              </p:cNvSpPr>
              <p:nvPr/>
            </p:nvSpPr>
            <p:spPr bwMode="auto">
              <a:xfrm>
                <a:off x="384" y="2064"/>
                <a:ext cx="3762"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sz="2400" dirty="0">
                    <a:latin typeface="楷体_GB2312" pitchFamily="49" charset="-122"/>
                    <a:ea typeface="楷体_GB2312" pitchFamily="49" charset="-122"/>
                  </a:rPr>
                  <a:t>则该迭代过程在点      邻近是     </a:t>
                </a:r>
                <a:r>
                  <a:rPr lang="zh-CN" altLang="en-US" sz="2400" dirty="0">
                    <a:solidFill>
                      <a:srgbClr val="FF0000"/>
                    </a:solidFill>
                    <a:latin typeface="楷体_GB2312" pitchFamily="49" charset="-122"/>
                    <a:ea typeface="楷体_GB2312" pitchFamily="49" charset="-122"/>
                  </a:rPr>
                  <a:t>阶收敛</a:t>
                </a:r>
                <a:r>
                  <a:rPr lang="zh-CN" altLang="en-US" sz="2400" dirty="0">
                    <a:latin typeface="楷体_GB2312" pitchFamily="49" charset="-122"/>
                    <a:ea typeface="楷体_GB2312" pitchFamily="49" charset="-122"/>
                  </a:rPr>
                  <a:t>的</a:t>
                </a:r>
                <a:r>
                  <a:rPr lang="en-US" altLang="zh-CN" sz="2400" dirty="0">
                    <a:latin typeface="楷体_GB2312" pitchFamily="49" charset="-122"/>
                    <a:ea typeface="楷体_GB2312" pitchFamily="49" charset="-122"/>
                  </a:rPr>
                  <a:t>. </a:t>
                </a:r>
              </a:p>
            </p:txBody>
          </p:sp>
          <p:graphicFrame>
            <p:nvGraphicFramePr>
              <p:cNvPr id="75" name="Object 11"/>
              <p:cNvGraphicFramePr>
                <a:graphicFrameLocks noChangeAspect="1"/>
              </p:cNvGraphicFramePr>
              <p:nvPr>
                <p:extLst>
                  <p:ext uri="{D42A27DB-BD31-4B8C-83A1-F6EECF244321}">
                    <p14:modId xmlns:p14="http://schemas.microsoft.com/office/powerpoint/2010/main" val="2750367328"/>
                  </p:ext>
                </p:extLst>
              </p:nvPr>
            </p:nvGraphicFramePr>
            <p:xfrm>
              <a:off x="1990" y="2173"/>
              <a:ext cx="285" cy="203"/>
            </p:xfrm>
            <a:graphic>
              <a:graphicData uri="http://schemas.openxmlformats.org/presentationml/2006/ole">
                <mc:AlternateContent xmlns:mc="http://schemas.openxmlformats.org/markup-compatibility/2006">
                  <mc:Choice xmlns:v="urn:schemas-microsoft-com:vml" Requires="v">
                    <p:oleObj name="Equation" r:id="rId9" imgW="190578" imgH="161960" progId="Equation.3">
                      <p:embed/>
                    </p:oleObj>
                  </mc:Choice>
                  <mc:Fallback>
                    <p:oleObj name="Equation" r:id="rId9" imgW="190578" imgH="16196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90" y="2173"/>
                            <a:ext cx="285"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12"/>
              <p:cNvGraphicFramePr>
                <a:graphicFrameLocks noChangeAspect="1"/>
              </p:cNvGraphicFramePr>
              <p:nvPr>
                <p:extLst>
                  <p:ext uri="{D42A27DB-BD31-4B8C-83A1-F6EECF244321}">
                    <p14:modId xmlns:p14="http://schemas.microsoft.com/office/powerpoint/2010/main" val="1566015640"/>
                  </p:ext>
                </p:extLst>
              </p:nvPr>
            </p:nvGraphicFramePr>
            <p:xfrm>
              <a:off x="2917" y="2201"/>
              <a:ext cx="215" cy="170"/>
            </p:xfrm>
            <a:graphic>
              <a:graphicData uri="http://schemas.openxmlformats.org/presentationml/2006/ole">
                <mc:AlternateContent xmlns:mc="http://schemas.openxmlformats.org/markup-compatibility/2006">
                  <mc:Choice xmlns:v="urn:schemas-microsoft-com:vml" Requires="v">
                    <p:oleObj name="Equation" r:id="rId26" imgW="133351" imgH="142795" progId="Equation.3">
                      <p:embed/>
                    </p:oleObj>
                  </mc:Choice>
                  <mc:Fallback>
                    <p:oleObj name="Equation" r:id="rId26" imgW="133351" imgH="142795"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17" y="2201"/>
                            <a:ext cx="215"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0" name="Group 41"/>
            <p:cNvGrpSpPr>
              <a:grpSpLocks/>
            </p:cNvGrpSpPr>
            <p:nvPr/>
          </p:nvGrpSpPr>
          <p:grpSpPr bwMode="auto">
            <a:xfrm>
              <a:off x="521" y="799"/>
              <a:ext cx="4721" cy="346"/>
              <a:chOff x="521" y="799"/>
              <a:chExt cx="4721" cy="346"/>
            </a:xfrm>
          </p:grpSpPr>
          <p:graphicFrame>
            <p:nvGraphicFramePr>
              <p:cNvPr id="71" name="Object 8"/>
              <p:cNvGraphicFramePr>
                <a:graphicFrameLocks noChangeAspect="1"/>
              </p:cNvGraphicFramePr>
              <p:nvPr/>
            </p:nvGraphicFramePr>
            <p:xfrm>
              <a:off x="521" y="890"/>
              <a:ext cx="2941" cy="246"/>
            </p:xfrm>
            <a:graphic>
              <a:graphicData uri="http://schemas.openxmlformats.org/presentationml/2006/ole">
                <mc:AlternateContent xmlns:mc="http://schemas.openxmlformats.org/markup-compatibility/2006">
                  <mc:Choice xmlns:v="urn:schemas-microsoft-com:vml" Requires="v">
                    <p:oleObj name="Equation" r:id="rId28" imgW="2076385" imgH="209468" progId="Equation.3">
                      <p:embed/>
                    </p:oleObj>
                  </mc:Choice>
                  <mc:Fallback>
                    <p:oleObj name="Equation" r:id="rId28" imgW="2076385" imgH="209468"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21" y="890"/>
                            <a:ext cx="2941"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 name="Text Box 14"/>
              <p:cNvSpPr txBox="1">
                <a:spLocks noChangeArrowheads="1"/>
              </p:cNvSpPr>
              <p:nvPr/>
            </p:nvSpPr>
            <p:spPr bwMode="auto">
              <a:xfrm>
                <a:off x="4604" y="799"/>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50000"/>
                  </a:lnSpc>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2.8</a:t>
                </a:r>
                <a:r>
                  <a:rPr lang="zh-CN" altLang="en-US" sz="2000">
                    <a:solidFill>
                      <a:srgbClr val="FF0000"/>
                    </a:solidFill>
                    <a:ea typeface="楷体_GB2312" pitchFamily="49" charset="-122"/>
                  </a:rPr>
                  <a:t>）</a:t>
                </a:r>
              </a:p>
            </p:txBody>
          </p:sp>
          <p:graphicFrame>
            <p:nvGraphicFramePr>
              <p:cNvPr id="73" name="Object 15"/>
              <p:cNvGraphicFramePr>
                <a:graphicFrameLocks noChangeAspect="1"/>
              </p:cNvGraphicFramePr>
              <p:nvPr/>
            </p:nvGraphicFramePr>
            <p:xfrm>
              <a:off x="3444" y="895"/>
              <a:ext cx="1159" cy="245"/>
            </p:xfrm>
            <a:graphic>
              <a:graphicData uri="http://schemas.openxmlformats.org/presentationml/2006/ole">
                <mc:AlternateContent xmlns:mc="http://schemas.openxmlformats.org/markup-compatibility/2006">
                  <mc:Choice xmlns:v="urn:schemas-microsoft-com:vml" Requires="v">
                    <p:oleObj name="公式" r:id="rId30" imgW="809553" imgH="209468" progId="Equation.3">
                      <p:embed/>
                    </p:oleObj>
                  </mc:Choice>
                  <mc:Fallback>
                    <p:oleObj name="公式" r:id="rId30" imgW="809553" imgH="209468"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444" y="895"/>
                            <a:ext cx="1159"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6322" name="灯片编号占位符 1"/>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BEAA119-7333-4CF0-89D9-0EDC77CE24AF}" type="slidenum">
              <a:rPr lang="en-US" altLang="zh-CN" sz="1400"/>
              <a:pPr eaLnBrk="1" hangingPunct="1"/>
              <a:t>80</a:t>
            </a:fld>
            <a:endParaRPr lang="en-US" altLang="zh-CN" sz="1400"/>
          </a:p>
        </p:txBody>
      </p:sp>
      <p:sp>
        <p:nvSpPr>
          <p:cNvPr id="3" name="TextBox 2"/>
          <p:cNvSpPr txBox="1">
            <a:spLocks noRot="1" noChangeAspect="1" noMove="1" noResize="1" noEditPoints="1" noAdjustHandles="1" noChangeArrowheads="1" noChangeShapeType="1" noTextEdit="1"/>
          </p:cNvSpPr>
          <p:nvPr/>
        </p:nvSpPr>
        <p:spPr>
          <a:xfrm>
            <a:off x="251520" y="188640"/>
            <a:ext cx="8496944" cy="539571"/>
          </a:xfrm>
          <a:prstGeom prst="rect">
            <a:avLst/>
          </a:prstGeom>
          <a:blipFill rotWithShape="1">
            <a:blip r:embed="rId3"/>
            <a:stretch>
              <a:fillRect l="-1076" t="-4545" b="-20455"/>
            </a:stretch>
          </a:blipFill>
        </p:spPr>
        <p:txBody>
          <a:bodyPr/>
          <a:lstStyle/>
          <a:p>
            <a:r>
              <a:rPr lang="zh-CN" altLang="en-US">
                <a:noFill/>
              </a:rPr>
              <a:t> </a:t>
            </a:r>
          </a:p>
        </p:txBody>
      </p:sp>
      <p:sp>
        <p:nvSpPr>
          <p:cNvPr id="4" name="TextBox 3"/>
          <p:cNvSpPr txBox="1">
            <a:spLocks noRot="1" noChangeAspect="1" noMove="1" noResize="1" noEditPoints="1" noAdjustHandles="1" noChangeArrowheads="1" noChangeShapeType="1" noTextEdit="1"/>
          </p:cNvSpPr>
          <p:nvPr/>
        </p:nvSpPr>
        <p:spPr>
          <a:xfrm>
            <a:off x="1259632" y="891408"/>
            <a:ext cx="5976664" cy="505203"/>
          </a:xfrm>
          <a:prstGeom prst="rect">
            <a:avLst/>
          </a:prstGeom>
          <a:blipFill rotWithShape="1">
            <a:blip r:embed="rId4"/>
            <a:stretch>
              <a:fillRect/>
            </a:stretch>
          </a:blipFill>
        </p:spPr>
        <p:txBody>
          <a:bodyPr/>
          <a:lstStyle/>
          <a:p>
            <a:r>
              <a:rPr lang="zh-CN" altLang="en-US">
                <a:noFill/>
              </a:rPr>
              <a:t> </a:t>
            </a:r>
          </a:p>
        </p:txBody>
      </p:sp>
      <p:sp>
        <p:nvSpPr>
          <p:cNvPr id="56325" name="TextBox 4"/>
          <p:cNvSpPr txBox="1">
            <a:spLocks noChangeArrowheads="1"/>
          </p:cNvSpPr>
          <p:nvPr/>
        </p:nvSpPr>
        <p:spPr bwMode="auto">
          <a:xfrm>
            <a:off x="615950" y="1571625"/>
            <a:ext cx="720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其在区间</a:t>
            </a:r>
            <a:r>
              <a:rPr lang="en-US" altLang="zh-CN"/>
              <a:t>[1 2]</a:t>
            </a:r>
            <a:r>
              <a:rPr lang="zh-CN" altLang="en-US"/>
              <a:t>上是连续的，并且是单调递增。</a:t>
            </a:r>
          </a:p>
        </p:txBody>
      </p:sp>
      <p:sp>
        <p:nvSpPr>
          <p:cNvPr id="6" name="TextBox 5"/>
          <p:cNvSpPr txBox="1">
            <a:spLocks noRot="1" noChangeAspect="1" noMove="1" noResize="1" noEditPoints="1" noAdjustHandles="1" noChangeArrowheads="1" noChangeShapeType="1" noTextEdit="1"/>
          </p:cNvSpPr>
          <p:nvPr/>
        </p:nvSpPr>
        <p:spPr>
          <a:xfrm>
            <a:off x="1119842" y="2204864"/>
            <a:ext cx="6192688" cy="505203"/>
          </a:xfrm>
          <a:prstGeom prst="rect">
            <a:avLst/>
          </a:prstGeom>
          <a:blipFill rotWithShape="1">
            <a:blip r:embed="rId5"/>
            <a:stretch>
              <a:fillRect/>
            </a:stretch>
          </a:blipFill>
        </p:spPr>
        <p:txBody>
          <a:bodyPr/>
          <a:lstStyle/>
          <a:p>
            <a:r>
              <a:rPr lang="zh-CN" altLang="en-US">
                <a:noFill/>
              </a:rPr>
              <a:t> </a:t>
            </a:r>
          </a:p>
        </p:txBody>
      </p:sp>
      <p:sp>
        <p:nvSpPr>
          <p:cNvPr id="7" name="TextBox 6"/>
          <p:cNvSpPr txBox="1">
            <a:spLocks noRot="1" noChangeAspect="1" noMove="1" noResize="1" noEditPoints="1" noAdjustHandles="1" noChangeArrowheads="1" noChangeShapeType="1" noTextEdit="1"/>
          </p:cNvSpPr>
          <p:nvPr/>
        </p:nvSpPr>
        <p:spPr>
          <a:xfrm>
            <a:off x="2532987" y="3114716"/>
            <a:ext cx="3358419" cy="786177"/>
          </a:xfrm>
          <a:prstGeom prst="rect">
            <a:avLst/>
          </a:prstGeom>
          <a:blipFill rotWithShape="1">
            <a:blip r:embed="rId6"/>
            <a:stretch>
              <a:fillRect/>
            </a:stretch>
          </a:blipFill>
        </p:spPr>
        <p:txBody>
          <a:bodyPr/>
          <a:lstStyle/>
          <a:p>
            <a:r>
              <a:rPr lang="zh-CN" altLang="en-US">
                <a:noFill/>
              </a:rPr>
              <a:t> </a:t>
            </a:r>
          </a:p>
        </p:txBody>
      </p:sp>
      <p:sp>
        <p:nvSpPr>
          <p:cNvPr id="56328" name="TextBox 7"/>
          <p:cNvSpPr txBox="1">
            <a:spLocks noChangeArrowheads="1"/>
          </p:cNvSpPr>
          <p:nvPr/>
        </p:nvSpPr>
        <p:spPr bwMode="auto">
          <a:xfrm>
            <a:off x="474663" y="4076700"/>
            <a:ext cx="7483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根据全局收敛定理，该迭代算法在</a:t>
            </a:r>
            <a:r>
              <a:rPr lang="en-US" altLang="zh-CN"/>
              <a:t>[1 2]</a:t>
            </a:r>
            <a:r>
              <a:rPr lang="zh-CN" altLang="en-US"/>
              <a:t>上是全局收敛</a:t>
            </a:r>
          </a:p>
        </p:txBody>
      </p:sp>
      <p:sp>
        <p:nvSpPr>
          <p:cNvPr id="2" name="TextBox 1"/>
          <p:cNvSpPr txBox="1"/>
          <p:nvPr/>
        </p:nvSpPr>
        <p:spPr>
          <a:xfrm>
            <a:off x="2483768" y="5161547"/>
            <a:ext cx="4032448" cy="584775"/>
          </a:xfrm>
          <a:prstGeom prst="rect">
            <a:avLst/>
          </a:prstGeom>
          <a:noFill/>
        </p:spPr>
        <p:txBody>
          <a:bodyPr wrap="square" rtlCol="0">
            <a:spAutoFit/>
          </a:bodyPr>
          <a:lstStyle/>
          <a:p>
            <a:r>
              <a:rPr lang="zh-CN" altLang="en-US" sz="3200" b="1" dirty="0"/>
              <a:t>见习题 </a:t>
            </a:r>
            <a:r>
              <a:rPr lang="en-US" altLang="zh-CN" sz="3200" b="1" dirty="0"/>
              <a:t>2</a:t>
            </a:r>
            <a:endParaRPr lang="zh-CN" altLang="en-US" sz="3200" b="1"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7346" name="Text Box 73"/>
          <p:cNvSpPr txBox="1">
            <a:spLocks noChangeArrowheads="1"/>
          </p:cNvSpPr>
          <p:nvPr/>
        </p:nvSpPr>
        <p:spPr bwMode="auto">
          <a:xfrm>
            <a:off x="242888" y="315913"/>
            <a:ext cx="75953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dirty="0">
                <a:solidFill>
                  <a:srgbClr val="FF0000"/>
                </a:solidFill>
                <a:ea typeface="楷体_GB2312" pitchFamily="49" charset="-122"/>
              </a:rPr>
              <a:t>        </a:t>
            </a:r>
            <a:r>
              <a:rPr lang="zh-CN" altLang="en-US" sz="2400" dirty="0">
                <a:solidFill>
                  <a:srgbClr val="FF0000"/>
                </a:solidFill>
                <a:ea typeface="楷体_GB2312" pitchFamily="49" charset="-122"/>
              </a:rPr>
              <a:t>例</a:t>
            </a:r>
            <a:r>
              <a:rPr lang="en-US" altLang="zh-CN" sz="2400" dirty="0">
                <a:solidFill>
                  <a:srgbClr val="FF0000"/>
                </a:solidFill>
                <a:ea typeface="楷体_GB2312" pitchFamily="49" charset="-122"/>
              </a:rPr>
              <a:t>2</a:t>
            </a:r>
            <a:r>
              <a:rPr lang="en-US" altLang="zh-CN" sz="2400" dirty="0">
                <a:solidFill>
                  <a:schemeClr val="accent2"/>
                </a:solidFill>
                <a:latin typeface="楷体_GB2312" pitchFamily="49" charset="-122"/>
                <a:ea typeface="楷体_GB2312" pitchFamily="49" charset="-122"/>
              </a:rPr>
              <a:t>  </a:t>
            </a:r>
            <a:r>
              <a:rPr lang="zh-CN" altLang="en-US" sz="2400" dirty="0">
                <a:latin typeface="楷体_GB2312" pitchFamily="49" charset="-122"/>
                <a:ea typeface="楷体_GB2312" pitchFamily="49" charset="-122"/>
              </a:rPr>
              <a:t>求迭代算法                                     的收敛阶</a:t>
            </a:r>
          </a:p>
        </p:txBody>
      </p:sp>
      <p:graphicFrame>
        <p:nvGraphicFramePr>
          <p:cNvPr id="57347" name="Object 75"/>
          <p:cNvGraphicFramePr>
            <a:graphicFrameLocks noChangeAspect="1"/>
          </p:cNvGraphicFramePr>
          <p:nvPr>
            <p:extLst>
              <p:ext uri="{D42A27DB-BD31-4B8C-83A1-F6EECF244321}">
                <p14:modId xmlns:p14="http://schemas.microsoft.com/office/powerpoint/2010/main" val="2566449496"/>
              </p:ext>
            </p:extLst>
          </p:nvPr>
        </p:nvGraphicFramePr>
        <p:xfrm>
          <a:off x="1544638" y="3163888"/>
          <a:ext cx="1590675" cy="428625"/>
        </p:xfrm>
        <a:graphic>
          <a:graphicData uri="http://schemas.openxmlformats.org/presentationml/2006/ole">
            <mc:AlternateContent xmlns:mc="http://schemas.openxmlformats.org/markup-compatibility/2006">
              <mc:Choice xmlns:v="urn:schemas-microsoft-com:vml" Requires="v">
                <p:oleObj name="公式" r:id="rId3" imgW="672840" imgH="228600" progId="Equation.3">
                  <p:embed/>
                </p:oleObj>
              </mc:Choice>
              <mc:Fallback>
                <p:oleObj name="公式" r:id="rId3" imgW="672840" imgH="228600" progId="Equation.3">
                  <p:embed/>
                  <p:pic>
                    <p:nvPicPr>
                      <p:cNvPr id="0" name="Object 75"/>
                      <p:cNvPicPr>
                        <a:picLocks noChangeAspect="1" noChangeArrowheads="1"/>
                      </p:cNvPicPr>
                      <p:nvPr/>
                    </p:nvPicPr>
                    <p:blipFill>
                      <a:blip r:embed="rId4"/>
                      <a:srcRect/>
                      <a:stretch>
                        <a:fillRect/>
                      </a:stretch>
                    </p:blipFill>
                    <p:spPr bwMode="auto">
                      <a:xfrm>
                        <a:off x="1544638" y="3163888"/>
                        <a:ext cx="159067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004" name="Rectangle 76"/>
          <p:cNvSpPr>
            <a:spLocks noChangeArrowheads="1"/>
          </p:cNvSpPr>
          <p:nvPr/>
        </p:nvSpPr>
        <p:spPr bwMode="auto">
          <a:xfrm>
            <a:off x="539750" y="1125538"/>
            <a:ext cx="639763"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en-US" altLang="zh-CN" sz="2400">
                <a:solidFill>
                  <a:srgbClr val="FF0000"/>
                </a:solidFill>
                <a:ea typeface="楷体_GB2312" pitchFamily="49" charset="-122"/>
              </a:rPr>
              <a:t> </a:t>
            </a:r>
            <a:r>
              <a:rPr lang="zh-CN" altLang="en-US" sz="2400">
                <a:solidFill>
                  <a:srgbClr val="FF0000"/>
                </a:solidFill>
                <a:ea typeface="楷体_GB2312" pitchFamily="49" charset="-122"/>
              </a:rPr>
              <a:t>解 </a:t>
            </a:r>
          </a:p>
        </p:txBody>
      </p:sp>
      <p:graphicFrame>
        <p:nvGraphicFramePr>
          <p:cNvPr id="253021" name="Object 93"/>
          <p:cNvGraphicFramePr>
            <a:graphicFrameLocks noChangeAspect="1"/>
          </p:cNvGraphicFramePr>
          <p:nvPr>
            <p:extLst>
              <p:ext uri="{D42A27DB-BD31-4B8C-83A1-F6EECF244321}">
                <p14:modId xmlns:p14="http://schemas.microsoft.com/office/powerpoint/2010/main" val="3937162629"/>
              </p:ext>
            </p:extLst>
          </p:nvPr>
        </p:nvGraphicFramePr>
        <p:xfrm>
          <a:off x="1179513" y="1001027"/>
          <a:ext cx="4010025" cy="725487"/>
        </p:xfrm>
        <a:graphic>
          <a:graphicData uri="http://schemas.openxmlformats.org/presentationml/2006/ole">
            <mc:AlternateContent xmlns:mc="http://schemas.openxmlformats.org/markup-compatibility/2006">
              <mc:Choice xmlns:v="urn:schemas-microsoft-com:vml" Requires="v">
                <p:oleObj name="公式" r:id="rId5" imgW="1765080" imgH="406080" progId="Equation.3">
                  <p:embed/>
                </p:oleObj>
              </mc:Choice>
              <mc:Fallback>
                <p:oleObj name="公式" r:id="rId5" imgW="1765080" imgH="406080" progId="Equation.3">
                  <p:embed/>
                  <p:pic>
                    <p:nvPicPr>
                      <p:cNvPr id="0" name="Object 93"/>
                      <p:cNvPicPr>
                        <a:picLocks noChangeAspect="1" noChangeArrowheads="1"/>
                      </p:cNvPicPr>
                      <p:nvPr/>
                    </p:nvPicPr>
                    <p:blipFill>
                      <a:blip r:embed="rId6"/>
                      <a:srcRect/>
                      <a:stretch>
                        <a:fillRect/>
                      </a:stretch>
                    </p:blipFill>
                    <p:spPr bwMode="auto">
                      <a:xfrm>
                        <a:off x="1179513" y="1001027"/>
                        <a:ext cx="4010025"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022" name="Object 94"/>
          <p:cNvGraphicFramePr>
            <a:graphicFrameLocks noChangeAspect="1"/>
          </p:cNvGraphicFramePr>
          <p:nvPr>
            <p:extLst>
              <p:ext uri="{D42A27DB-BD31-4B8C-83A1-F6EECF244321}">
                <p14:modId xmlns:p14="http://schemas.microsoft.com/office/powerpoint/2010/main" val="2338962934"/>
              </p:ext>
            </p:extLst>
          </p:nvPr>
        </p:nvGraphicFramePr>
        <p:xfrm>
          <a:off x="5191571" y="1010851"/>
          <a:ext cx="3844925" cy="723900"/>
        </p:xfrm>
        <a:graphic>
          <a:graphicData uri="http://schemas.openxmlformats.org/presentationml/2006/ole">
            <mc:AlternateContent xmlns:mc="http://schemas.openxmlformats.org/markup-compatibility/2006">
              <mc:Choice xmlns:v="urn:schemas-microsoft-com:vml" Requires="v">
                <p:oleObj name="公式" r:id="rId7" imgW="1688760" imgH="406080" progId="Equation.3">
                  <p:embed/>
                </p:oleObj>
              </mc:Choice>
              <mc:Fallback>
                <p:oleObj name="公式" r:id="rId7" imgW="1688760" imgH="406080" progId="Equation.3">
                  <p:embed/>
                  <p:pic>
                    <p:nvPicPr>
                      <p:cNvPr id="0" name="Object 94"/>
                      <p:cNvPicPr>
                        <a:picLocks noChangeAspect="1" noChangeArrowheads="1"/>
                      </p:cNvPicPr>
                      <p:nvPr/>
                    </p:nvPicPr>
                    <p:blipFill>
                      <a:blip r:embed="rId8"/>
                      <a:srcRect/>
                      <a:stretch>
                        <a:fillRect/>
                      </a:stretch>
                    </p:blipFill>
                    <p:spPr bwMode="auto">
                      <a:xfrm>
                        <a:off x="5191571" y="1010851"/>
                        <a:ext cx="3844925"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024" name="Object 96"/>
          <p:cNvGraphicFramePr>
            <a:graphicFrameLocks noChangeAspect="1"/>
          </p:cNvGraphicFramePr>
          <p:nvPr>
            <p:extLst>
              <p:ext uri="{D42A27DB-BD31-4B8C-83A1-F6EECF244321}">
                <p14:modId xmlns:p14="http://schemas.microsoft.com/office/powerpoint/2010/main" val="3917656159"/>
              </p:ext>
            </p:extLst>
          </p:nvPr>
        </p:nvGraphicFramePr>
        <p:xfrm>
          <a:off x="1347788" y="1727200"/>
          <a:ext cx="2582862" cy="722313"/>
        </p:xfrm>
        <a:graphic>
          <a:graphicData uri="http://schemas.openxmlformats.org/presentationml/2006/ole">
            <mc:AlternateContent xmlns:mc="http://schemas.openxmlformats.org/markup-compatibility/2006">
              <mc:Choice xmlns:v="urn:schemas-microsoft-com:vml" Requires="v">
                <p:oleObj name="公式" r:id="rId9" imgW="1130040" imgH="406080" progId="Equation.3">
                  <p:embed/>
                </p:oleObj>
              </mc:Choice>
              <mc:Fallback>
                <p:oleObj name="公式" r:id="rId9" imgW="1130040" imgH="406080" progId="Equation.3">
                  <p:embed/>
                  <p:pic>
                    <p:nvPicPr>
                      <p:cNvPr id="0" name="Object 96"/>
                      <p:cNvPicPr>
                        <a:picLocks noChangeAspect="1" noChangeArrowheads="1"/>
                      </p:cNvPicPr>
                      <p:nvPr/>
                    </p:nvPicPr>
                    <p:blipFill>
                      <a:blip r:embed="rId10"/>
                      <a:srcRect/>
                      <a:stretch>
                        <a:fillRect/>
                      </a:stretch>
                    </p:blipFill>
                    <p:spPr bwMode="auto">
                      <a:xfrm>
                        <a:off x="1347788" y="1727200"/>
                        <a:ext cx="2582862"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025" name="Object 97"/>
          <p:cNvGraphicFramePr>
            <a:graphicFrameLocks noChangeAspect="1"/>
          </p:cNvGraphicFramePr>
          <p:nvPr>
            <p:extLst>
              <p:ext uri="{D42A27DB-BD31-4B8C-83A1-F6EECF244321}">
                <p14:modId xmlns:p14="http://schemas.microsoft.com/office/powerpoint/2010/main" val="2593510421"/>
              </p:ext>
            </p:extLst>
          </p:nvPr>
        </p:nvGraphicFramePr>
        <p:xfrm>
          <a:off x="1827022" y="3628226"/>
          <a:ext cx="4756150" cy="787400"/>
        </p:xfrm>
        <a:graphic>
          <a:graphicData uri="http://schemas.openxmlformats.org/presentationml/2006/ole">
            <mc:AlternateContent xmlns:mc="http://schemas.openxmlformats.org/markup-compatibility/2006">
              <mc:Choice xmlns:v="urn:schemas-microsoft-com:vml" Requires="v">
                <p:oleObj name="公式" r:id="rId11" imgW="2095200" imgH="444240" progId="Equation.3">
                  <p:embed/>
                </p:oleObj>
              </mc:Choice>
              <mc:Fallback>
                <p:oleObj name="公式" r:id="rId11" imgW="2095200" imgH="444240" progId="Equation.3">
                  <p:embed/>
                  <p:pic>
                    <p:nvPicPr>
                      <p:cNvPr id="0" name="Object 97"/>
                      <p:cNvPicPr>
                        <a:picLocks noChangeAspect="1" noChangeArrowheads="1"/>
                      </p:cNvPicPr>
                      <p:nvPr/>
                    </p:nvPicPr>
                    <p:blipFill>
                      <a:blip r:embed="rId12"/>
                      <a:srcRect/>
                      <a:stretch>
                        <a:fillRect/>
                      </a:stretch>
                    </p:blipFill>
                    <p:spPr bwMode="auto">
                      <a:xfrm>
                        <a:off x="1827022" y="3628226"/>
                        <a:ext cx="475615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154052613"/>
              </p:ext>
            </p:extLst>
          </p:nvPr>
        </p:nvGraphicFramePr>
        <p:xfrm>
          <a:off x="3206781" y="242882"/>
          <a:ext cx="3021013" cy="598488"/>
        </p:xfrm>
        <a:graphic>
          <a:graphicData uri="http://schemas.openxmlformats.org/presentationml/2006/ole">
            <mc:AlternateContent xmlns:mc="http://schemas.openxmlformats.org/markup-compatibility/2006">
              <mc:Choice xmlns:v="urn:schemas-microsoft-com:vml" Requires="v">
                <p:oleObj name="公式" r:id="rId13" imgW="1612800" imgH="406080" progId="Equation.3">
                  <p:embed/>
                </p:oleObj>
              </mc:Choice>
              <mc:Fallback>
                <p:oleObj name="公式" r:id="rId13" imgW="1612800" imgH="406080" progId="Equation.3">
                  <p:embed/>
                  <p:pic>
                    <p:nvPicPr>
                      <p:cNvPr id="0" name="对象 1"/>
                      <p:cNvPicPr>
                        <a:picLocks noChangeAspect="1" noChangeArrowheads="1"/>
                      </p:cNvPicPr>
                      <p:nvPr/>
                    </p:nvPicPr>
                    <p:blipFill>
                      <a:blip r:embed="rId14"/>
                      <a:srcRect/>
                      <a:stretch>
                        <a:fillRect/>
                      </a:stretch>
                    </p:blipFill>
                    <p:spPr bwMode="auto">
                      <a:xfrm>
                        <a:off x="3206781" y="242882"/>
                        <a:ext cx="3021013"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Rot="1" noChangeAspect="1" noMove="1" noResize="1" noEditPoints="1" noAdjustHandles="1" noChangeArrowheads="1" noChangeShapeType="1" noTextEdit="1"/>
          </p:cNvSpPr>
          <p:nvPr/>
        </p:nvSpPr>
        <p:spPr>
          <a:xfrm>
            <a:off x="755576" y="2492896"/>
            <a:ext cx="8280920" cy="637290"/>
          </a:xfrm>
          <a:prstGeom prst="rect">
            <a:avLst/>
          </a:prstGeom>
          <a:blipFill rotWithShape="1">
            <a:blip r:embed="rId15"/>
            <a:stretch>
              <a:fillRect l="-1178" b="-5769"/>
            </a:stretch>
          </a:blipFill>
        </p:spPr>
        <p:txBody>
          <a:bodyPr/>
          <a:lstStyle/>
          <a:p>
            <a:r>
              <a:rPr lang="zh-CN" altLang="en-US">
                <a:noFill/>
              </a:rPr>
              <a:t> </a:t>
            </a:r>
          </a:p>
        </p:txBody>
      </p:sp>
      <p:sp>
        <p:nvSpPr>
          <p:cNvPr id="57355" name="TextBox 3"/>
          <p:cNvSpPr txBox="1">
            <a:spLocks noChangeArrowheads="1"/>
          </p:cNvSpPr>
          <p:nvPr/>
        </p:nvSpPr>
        <p:spPr bwMode="auto">
          <a:xfrm>
            <a:off x="827088" y="3141663"/>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得到</a:t>
            </a:r>
          </a:p>
        </p:txBody>
      </p:sp>
      <p:sp>
        <p:nvSpPr>
          <p:cNvPr id="57356" name="TextBox 4"/>
          <p:cNvSpPr txBox="1">
            <a:spLocks noChangeArrowheads="1"/>
          </p:cNvSpPr>
          <p:nvPr/>
        </p:nvSpPr>
        <p:spPr bwMode="auto">
          <a:xfrm>
            <a:off x="858838" y="4652963"/>
            <a:ext cx="4937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dirty="0"/>
              <a:t>该算法的收敛阶为</a:t>
            </a:r>
            <a:r>
              <a:rPr lang="en-US" altLang="zh-CN" dirty="0"/>
              <a:t>1</a:t>
            </a:r>
            <a:r>
              <a:rPr lang="zh-CN" altLang="en-US" dirty="0"/>
              <a:t>，是线性收敛。</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灯片编号占位符 3"/>
          <p:cNvSpPr>
            <a:spLocks noGrp="1"/>
          </p:cNvSpPr>
          <p:nvPr>
            <p:ph type="sldNum" sz="quarter" idx="10"/>
          </p:nvPr>
        </p:nvSpPr>
        <p:spPr/>
        <p:txBody>
          <a:bodyPr/>
          <a:lstStyle/>
          <a:p>
            <a:pPr>
              <a:defRPr/>
            </a:pPr>
            <a:fld id="{32FC38D3-E599-4A61-90CD-A3B65434466B}" type="slidenum">
              <a:rPr lang="en-US" altLang="zh-CN"/>
              <a:pPr>
                <a:defRPr/>
              </a:pPr>
              <a:t>82</a:t>
            </a:fld>
            <a:endParaRPr lang="en-US" altLang="zh-CN"/>
          </a:p>
        </p:txBody>
      </p:sp>
      <p:sp>
        <p:nvSpPr>
          <p:cNvPr id="47107" name="Rectangle 2"/>
          <p:cNvSpPr>
            <a:spLocks noGrp="1" noChangeArrowheads="1"/>
          </p:cNvSpPr>
          <p:nvPr>
            <p:ph type="title"/>
          </p:nvPr>
        </p:nvSpPr>
        <p:spPr>
          <a:xfrm>
            <a:off x="2847975" y="60335"/>
            <a:ext cx="3600202" cy="685800"/>
          </a:xfrm>
        </p:spPr>
        <p:txBody>
          <a:bodyPr/>
          <a:lstStyle/>
          <a:p>
            <a:pPr algn="l" eaLnBrk="1" hangingPunct="1"/>
            <a:r>
              <a:rPr lang="en-US" altLang="zh-CN" sz="4000" b="1" dirty="0">
                <a:solidFill>
                  <a:srgbClr val="FF0000"/>
                </a:solidFill>
                <a:ea typeface="黑体" pitchFamily="49" charset="-122"/>
              </a:rPr>
              <a:t>6.4  </a:t>
            </a:r>
            <a:r>
              <a:rPr lang="zh-CN" altLang="en-US" sz="4000" b="1" dirty="0">
                <a:solidFill>
                  <a:srgbClr val="FF0000"/>
                </a:solidFill>
                <a:ea typeface="黑体" pitchFamily="49" charset="-122"/>
              </a:rPr>
              <a:t>牛顿法 </a:t>
            </a:r>
          </a:p>
        </p:txBody>
      </p:sp>
      <p:sp>
        <p:nvSpPr>
          <p:cNvPr id="271363" name="Text Box 3"/>
          <p:cNvSpPr txBox="1">
            <a:spLocks noChangeArrowheads="1"/>
          </p:cNvSpPr>
          <p:nvPr/>
        </p:nvSpPr>
        <p:spPr bwMode="auto">
          <a:xfrm>
            <a:off x="251520" y="836712"/>
            <a:ext cx="46089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en-US" altLang="zh-CN" dirty="0">
                <a:solidFill>
                  <a:srgbClr val="0000FF"/>
                </a:solidFill>
                <a:ea typeface="黑体" pitchFamily="49" charset="-122"/>
              </a:rPr>
              <a:t>6.4.1  </a:t>
            </a:r>
            <a:r>
              <a:rPr lang="zh-CN" altLang="en-US" dirty="0">
                <a:solidFill>
                  <a:srgbClr val="0000FF"/>
                </a:solidFill>
                <a:ea typeface="黑体" pitchFamily="49" charset="-122"/>
              </a:rPr>
              <a:t>牛顿法及其收敛性 </a:t>
            </a:r>
          </a:p>
        </p:txBody>
      </p:sp>
      <p:grpSp>
        <p:nvGrpSpPr>
          <p:cNvPr id="271364" name="Group 4"/>
          <p:cNvGrpSpPr>
            <a:grpSpLocks/>
          </p:cNvGrpSpPr>
          <p:nvPr/>
        </p:nvGrpSpPr>
        <p:grpSpPr bwMode="auto">
          <a:xfrm>
            <a:off x="395536" y="1588109"/>
            <a:ext cx="8751890" cy="661988"/>
            <a:chOff x="364" y="2007"/>
            <a:chExt cx="5513" cy="417"/>
          </a:xfrm>
        </p:grpSpPr>
        <p:sp>
          <p:nvSpPr>
            <p:cNvPr id="47132" name="Text Box 5"/>
            <p:cNvSpPr txBox="1">
              <a:spLocks noChangeArrowheads="1"/>
            </p:cNvSpPr>
            <p:nvPr/>
          </p:nvSpPr>
          <p:spPr bwMode="auto">
            <a:xfrm>
              <a:off x="364" y="2007"/>
              <a:ext cx="5513"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800" dirty="0">
                  <a:latin typeface="楷体_GB2312" pitchFamily="49" charset="-122"/>
                  <a:ea typeface="楷体_GB2312" pitchFamily="49" charset="-122"/>
                </a:rPr>
                <a:t>设已知方程             有近似根     （假定                 </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a:t>
              </a:r>
            </a:p>
          </p:txBody>
        </p:sp>
        <p:graphicFrame>
          <p:nvGraphicFramePr>
            <p:cNvPr id="47133" name="Object 6"/>
            <p:cNvGraphicFramePr>
              <a:graphicFrameLocks noChangeAspect="1"/>
            </p:cNvGraphicFramePr>
            <p:nvPr/>
          </p:nvGraphicFramePr>
          <p:xfrm>
            <a:off x="3392" y="2080"/>
            <a:ext cx="289" cy="280"/>
          </p:xfrm>
          <a:graphic>
            <a:graphicData uri="http://schemas.openxmlformats.org/presentationml/2006/ole">
              <mc:AlternateContent xmlns:mc="http://schemas.openxmlformats.org/markup-compatibility/2006">
                <mc:Choice xmlns:v="urn:schemas-microsoft-com:vml" Requires="v">
                  <p:oleObj name="Equation" r:id="rId2" imgW="104812" imgH="152280" progId="Equation.3">
                    <p:embed/>
                  </p:oleObj>
                </mc:Choice>
                <mc:Fallback>
                  <p:oleObj name="Equation" r:id="rId2" imgW="104812" imgH="152280" progId="Equation.3">
                    <p:embed/>
                    <p:pic>
                      <p:nvPicPr>
                        <p:cNvPr id="47133"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2" y="2080"/>
                          <a:ext cx="289" cy="280"/>
                        </a:xfrm>
                        <a:prstGeom prst="rect">
                          <a:avLst/>
                        </a:prstGeom>
                        <a:noFill/>
                        <a:ln>
                          <a:noFill/>
                        </a:ln>
                        <a:effectLst/>
                      </p:spPr>
                    </p:pic>
                  </p:oleObj>
                </mc:Fallback>
              </mc:AlternateContent>
            </a:graphicData>
          </a:graphic>
        </p:graphicFrame>
        <p:graphicFrame>
          <p:nvGraphicFramePr>
            <p:cNvPr id="47134" name="Object 7"/>
            <p:cNvGraphicFramePr>
              <a:graphicFrameLocks noChangeAspect="1"/>
            </p:cNvGraphicFramePr>
            <p:nvPr/>
          </p:nvGraphicFramePr>
          <p:xfrm>
            <a:off x="1575" y="2136"/>
            <a:ext cx="802" cy="233"/>
          </p:xfrm>
          <a:graphic>
            <a:graphicData uri="http://schemas.openxmlformats.org/presentationml/2006/ole">
              <mc:AlternateContent xmlns:mc="http://schemas.openxmlformats.org/markup-compatibility/2006">
                <mc:Choice xmlns:v="urn:schemas-microsoft-com:vml" Requires="v">
                  <p:oleObj name="Equation" r:id="rId4" imgW="495424" imgH="123930" progId="Equation.3">
                    <p:embed/>
                  </p:oleObj>
                </mc:Choice>
                <mc:Fallback>
                  <p:oleObj name="Equation" r:id="rId4" imgW="495424" imgH="123930" progId="Equation.3">
                    <p:embed/>
                    <p:pic>
                      <p:nvPicPr>
                        <p:cNvPr id="4713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5" y="2136"/>
                          <a:ext cx="80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5" name="Object 8"/>
            <p:cNvGraphicFramePr>
              <a:graphicFrameLocks noChangeAspect="1"/>
            </p:cNvGraphicFramePr>
            <p:nvPr/>
          </p:nvGraphicFramePr>
          <p:xfrm>
            <a:off x="4371" y="2146"/>
            <a:ext cx="927" cy="236"/>
          </p:xfrm>
          <a:graphic>
            <a:graphicData uri="http://schemas.openxmlformats.org/presentationml/2006/ole">
              <mc:AlternateContent xmlns:mc="http://schemas.openxmlformats.org/markup-compatibility/2006">
                <mc:Choice xmlns:v="urn:schemas-microsoft-com:vml" Requires="v">
                  <p:oleObj name="Equation" r:id="rId6" imgW="581056" imgH="152280" progId="Equation.3">
                    <p:embed/>
                  </p:oleObj>
                </mc:Choice>
                <mc:Fallback>
                  <p:oleObj name="Equation" r:id="rId6" imgW="581056" imgH="152280" progId="Equation.3">
                    <p:embed/>
                    <p:pic>
                      <p:nvPicPr>
                        <p:cNvPr id="47135"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1" y="2146"/>
                          <a:ext cx="927" cy="236"/>
                        </a:xfrm>
                        <a:prstGeom prst="rect">
                          <a:avLst/>
                        </a:prstGeom>
                        <a:noFill/>
                        <a:ln>
                          <a:noFill/>
                        </a:ln>
                        <a:effectLst/>
                      </p:spPr>
                    </p:pic>
                  </p:oleObj>
                </mc:Fallback>
              </mc:AlternateContent>
            </a:graphicData>
          </a:graphic>
        </p:graphicFrame>
      </p:grpSp>
      <p:grpSp>
        <p:nvGrpSpPr>
          <p:cNvPr id="271369" name="Group 9"/>
          <p:cNvGrpSpPr>
            <a:grpSpLocks/>
          </p:cNvGrpSpPr>
          <p:nvPr/>
        </p:nvGrpSpPr>
        <p:grpSpPr bwMode="auto">
          <a:xfrm>
            <a:off x="545307" y="2492350"/>
            <a:ext cx="5027614" cy="661988"/>
            <a:chOff x="384" y="2429"/>
            <a:chExt cx="3167" cy="417"/>
          </a:xfrm>
        </p:grpSpPr>
        <p:sp>
          <p:nvSpPr>
            <p:cNvPr id="47129" name="Rectangle 10"/>
            <p:cNvSpPr>
              <a:spLocks noChangeArrowheads="1"/>
            </p:cNvSpPr>
            <p:nvPr/>
          </p:nvSpPr>
          <p:spPr bwMode="auto">
            <a:xfrm>
              <a:off x="384" y="2429"/>
              <a:ext cx="3167"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800" dirty="0">
                  <a:latin typeface="楷体_GB2312" pitchFamily="49" charset="-122"/>
                  <a:ea typeface="楷体_GB2312" pitchFamily="49" charset="-122"/>
                </a:rPr>
                <a:t>将函数         在点     展开，有 </a:t>
              </a:r>
            </a:p>
          </p:txBody>
        </p:sp>
        <p:graphicFrame>
          <p:nvGraphicFramePr>
            <p:cNvPr id="47130" name="Object 11"/>
            <p:cNvGraphicFramePr>
              <a:graphicFrameLocks noChangeAspect="1"/>
            </p:cNvGraphicFramePr>
            <p:nvPr/>
          </p:nvGraphicFramePr>
          <p:xfrm>
            <a:off x="1151" y="2540"/>
            <a:ext cx="481" cy="242"/>
          </p:xfrm>
          <a:graphic>
            <a:graphicData uri="http://schemas.openxmlformats.org/presentationml/2006/ole">
              <mc:AlternateContent xmlns:mc="http://schemas.openxmlformats.org/markup-compatibility/2006">
                <mc:Choice xmlns:v="urn:schemas-microsoft-com:vml" Requires="v">
                  <p:oleObj name="Equation" r:id="rId8" imgW="266621" imgH="123930" progId="Equation.3">
                    <p:embed/>
                  </p:oleObj>
                </mc:Choice>
                <mc:Fallback>
                  <p:oleObj name="Equation" r:id="rId8" imgW="266621" imgH="123930" progId="Equation.3">
                    <p:embed/>
                    <p:pic>
                      <p:nvPicPr>
                        <p:cNvPr id="4713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1" y="2540"/>
                          <a:ext cx="481"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31" name="Object 12"/>
            <p:cNvGraphicFramePr>
              <a:graphicFrameLocks noChangeAspect="1"/>
            </p:cNvGraphicFramePr>
            <p:nvPr/>
          </p:nvGraphicFramePr>
          <p:xfrm>
            <a:off x="2190" y="2520"/>
            <a:ext cx="255" cy="278"/>
          </p:xfrm>
          <a:graphic>
            <a:graphicData uri="http://schemas.openxmlformats.org/presentationml/2006/ole">
              <mc:AlternateContent xmlns:mc="http://schemas.openxmlformats.org/markup-compatibility/2006">
                <mc:Choice xmlns:v="urn:schemas-microsoft-com:vml" Requires="v">
                  <p:oleObj name="Equation" r:id="rId10" imgW="104812" imgH="152280" progId="Equation.3">
                    <p:embed/>
                  </p:oleObj>
                </mc:Choice>
                <mc:Fallback>
                  <p:oleObj name="Equation" r:id="rId10" imgW="104812" imgH="152280" progId="Equation.3">
                    <p:embed/>
                    <p:pic>
                      <p:nvPicPr>
                        <p:cNvPr id="47131"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0" y="2520"/>
                          <a:ext cx="255" cy="278"/>
                        </a:xfrm>
                        <a:prstGeom prst="rect">
                          <a:avLst/>
                        </a:prstGeom>
                        <a:noFill/>
                        <a:ln>
                          <a:noFill/>
                        </a:ln>
                        <a:effectLst/>
                      </p:spPr>
                    </p:pic>
                  </p:oleObj>
                </mc:Fallback>
              </mc:AlternateContent>
            </a:graphicData>
          </a:graphic>
        </p:graphicFrame>
      </p:grpSp>
      <p:graphicFrame>
        <p:nvGraphicFramePr>
          <p:cNvPr id="271373" name="Object 13"/>
          <p:cNvGraphicFramePr>
            <a:graphicFrameLocks noChangeAspect="1"/>
          </p:cNvGraphicFramePr>
          <p:nvPr/>
        </p:nvGraphicFramePr>
        <p:xfrm>
          <a:off x="1940499" y="3257370"/>
          <a:ext cx="5486637" cy="575667"/>
        </p:xfrm>
        <a:graphic>
          <a:graphicData uri="http://schemas.openxmlformats.org/presentationml/2006/ole">
            <mc:AlternateContent xmlns:mc="http://schemas.openxmlformats.org/markup-compatibility/2006">
              <mc:Choice xmlns:v="urn:schemas-microsoft-com:vml" Requires="v">
                <p:oleObj name="Equation" r:id="rId12" imgW="1790711" imgH="152280" progId="Equation.3">
                  <p:embed/>
                </p:oleObj>
              </mc:Choice>
              <mc:Fallback>
                <p:oleObj name="Equation" r:id="rId12" imgW="1790711" imgH="152280" progId="Equation.3">
                  <p:embed/>
                  <p:pic>
                    <p:nvPicPr>
                      <p:cNvPr id="271373"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0499" y="3257370"/>
                        <a:ext cx="5486637" cy="575667"/>
                      </a:xfrm>
                      <a:prstGeom prst="rect">
                        <a:avLst/>
                      </a:prstGeom>
                      <a:noFill/>
                      <a:ln>
                        <a:noFill/>
                      </a:ln>
                      <a:effectLst/>
                    </p:spPr>
                  </p:pic>
                </p:oleObj>
              </mc:Fallback>
            </mc:AlternateContent>
          </a:graphicData>
        </a:graphic>
      </p:graphicFrame>
      <p:grpSp>
        <p:nvGrpSpPr>
          <p:cNvPr id="271374" name="Group 14"/>
          <p:cNvGrpSpPr>
            <a:grpSpLocks/>
          </p:cNvGrpSpPr>
          <p:nvPr/>
        </p:nvGrpSpPr>
        <p:grpSpPr bwMode="auto">
          <a:xfrm>
            <a:off x="611188" y="4123184"/>
            <a:ext cx="5961061" cy="523875"/>
            <a:chOff x="384" y="3273"/>
            <a:chExt cx="3755" cy="330"/>
          </a:xfrm>
        </p:grpSpPr>
        <p:sp>
          <p:nvSpPr>
            <p:cNvPr id="47127" name="Text Box 15"/>
            <p:cNvSpPr txBox="1">
              <a:spLocks noChangeArrowheads="1"/>
            </p:cNvSpPr>
            <p:nvPr/>
          </p:nvSpPr>
          <p:spPr bwMode="auto">
            <a:xfrm>
              <a:off x="384" y="3273"/>
              <a:ext cx="37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sz="2800" dirty="0">
                  <a:latin typeface="楷体_GB2312" pitchFamily="49" charset="-122"/>
                  <a:ea typeface="楷体_GB2312" pitchFamily="49" charset="-122"/>
                </a:rPr>
                <a:t>于是方程                可近似地表示为 </a:t>
              </a:r>
            </a:p>
          </p:txBody>
        </p:sp>
        <p:graphicFrame>
          <p:nvGraphicFramePr>
            <p:cNvPr id="47128" name="Object 16"/>
            <p:cNvGraphicFramePr>
              <a:graphicFrameLocks noChangeAspect="1"/>
            </p:cNvGraphicFramePr>
            <p:nvPr/>
          </p:nvGraphicFramePr>
          <p:xfrm>
            <a:off x="1337" y="3334"/>
            <a:ext cx="990" cy="269"/>
          </p:xfrm>
          <a:graphic>
            <a:graphicData uri="http://schemas.openxmlformats.org/presentationml/2006/ole">
              <mc:AlternateContent xmlns:mc="http://schemas.openxmlformats.org/markup-compatibility/2006">
                <mc:Choice xmlns:v="urn:schemas-microsoft-com:vml" Requires="v">
                  <p:oleObj name="Equation" r:id="rId14" imgW="495424" imgH="123930" progId="Equation.3">
                    <p:embed/>
                  </p:oleObj>
                </mc:Choice>
                <mc:Fallback>
                  <p:oleObj name="Equation" r:id="rId14" imgW="495424" imgH="123930" progId="Equation.3">
                    <p:embed/>
                    <p:pic>
                      <p:nvPicPr>
                        <p:cNvPr id="47128"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7" y="3334"/>
                          <a:ext cx="990" cy="269"/>
                        </a:xfrm>
                        <a:prstGeom prst="rect">
                          <a:avLst/>
                        </a:prstGeom>
                        <a:noFill/>
                        <a:ln>
                          <a:noFill/>
                        </a:ln>
                        <a:effectLst/>
                      </p:spPr>
                    </p:pic>
                  </p:oleObj>
                </mc:Fallback>
              </mc:AlternateContent>
            </a:graphicData>
          </a:graphic>
        </p:graphicFrame>
      </p:grpSp>
      <p:grpSp>
        <p:nvGrpSpPr>
          <p:cNvPr id="271377" name="Group 17"/>
          <p:cNvGrpSpPr>
            <a:grpSpLocks/>
          </p:cNvGrpSpPr>
          <p:nvPr/>
        </p:nvGrpSpPr>
        <p:grpSpPr bwMode="auto">
          <a:xfrm>
            <a:off x="1403648" y="5047903"/>
            <a:ext cx="6397625" cy="541337"/>
            <a:chOff x="1226" y="3614"/>
            <a:chExt cx="4030" cy="341"/>
          </a:xfrm>
        </p:grpSpPr>
        <p:graphicFrame>
          <p:nvGraphicFramePr>
            <p:cNvPr id="47125" name="Object 18"/>
            <p:cNvGraphicFramePr>
              <a:graphicFrameLocks noChangeAspect="1"/>
            </p:cNvGraphicFramePr>
            <p:nvPr/>
          </p:nvGraphicFramePr>
          <p:xfrm>
            <a:off x="1226" y="3614"/>
            <a:ext cx="3321" cy="341"/>
          </p:xfrm>
          <a:graphic>
            <a:graphicData uri="http://schemas.openxmlformats.org/presentationml/2006/ole">
              <mc:AlternateContent xmlns:mc="http://schemas.openxmlformats.org/markup-compatibility/2006">
                <mc:Choice xmlns:v="urn:schemas-microsoft-com:vml" Requires="v">
                  <p:oleObj name="Equation" r:id="rId16" imgW="1562179" imgH="152280" progId="Equation.3">
                    <p:embed/>
                  </p:oleObj>
                </mc:Choice>
                <mc:Fallback>
                  <p:oleObj name="Equation" r:id="rId16" imgW="1562179" imgH="152280" progId="Equation.3">
                    <p:embed/>
                    <p:pic>
                      <p:nvPicPr>
                        <p:cNvPr id="47125"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26" y="3614"/>
                          <a:ext cx="3321" cy="341"/>
                        </a:xfrm>
                        <a:prstGeom prst="rect">
                          <a:avLst/>
                        </a:prstGeom>
                        <a:noFill/>
                        <a:ln>
                          <a:noFill/>
                        </a:ln>
                        <a:effectLst/>
                      </p:spPr>
                    </p:pic>
                  </p:oleObj>
                </mc:Fallback>
              </mc:AlternateContent>
            </a:graphicData>
          </a:graphic>
        </p:graphicFrame>
        <p:sp>
          <p:nvSpPr>
            <p:cNvPr id="47126" name="Text Box 19"/>
            <p:cNvSpPr txBox="1">
              <a:spLocks noChangeArrowheads="1"/>
            </p:cNvSpPr>
            <p:nvPr/>
          </p:nvSpPr>
          <p:spPr bwMode="auto">
            <a:xfrm>
              <a:off x="4618" y="3682"/>
              <a:ext cx="6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4.1</a:t>
              </a:r>
              <a:r>
                <a:rPr lang="zh-CN" altLang="en-US" sz="2000">
                  <a:solidFill>
                    <a:srgbClr val="FF0000"/>
                  </a:solidFill>
                  <a:ea typeface="楷体_GB2312"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63"/>
                                        </p:tgtEl>
                                        <p:attrNameLst>
                                          <p:attrName>style.visibility</p:attrName>
                                        </p:attrNameLst>
                                      </p:cBhvr>
                                      <p:to>
                                        <p:strVal val="visible"/>
                                      </p:to>
                                    </p:set>
                                    <p:animEffect transition="in" filter="wipe(left)">
                                      <p:cBhvr>
                                        <p:cTn id="7" dur="2000"/>
                                        <p:tgtEl>
                                          <p:spTgt spid="2713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1364"/>
                                        </p:tgtEl>
                                        <p:attrNameLst>
                                          <p:attrName>style.visibility</p:attrName>
                                        </p:attrNameLst>
                                      </p:cBhvr>
                                      <p:to>
                                        <p:strVal val="visible"/>
                                      </p:to>
                                    </p:set>
                                    <p:animEffect transition="in" filter="wipe(left)">
                                      <p:cBhvr>
                                        <p:cTn id="12" dur="2000"/>
                                        <p:tgtEl>
                                          <p:spTgt spid="271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1369"/>
                                        </p:tgtEl>
                                        <p:attrNameLst>
                                          <p:attrName>style.visibility</p:attrName>
                                        </p:attrNameLst>
                                      </p:cBhvr>
                                      <p:to>
                                        <p:strVal val="visible"/>
                                      </p:to>
                                    </p:set>
                                    <p:animEffect transition="in" filter="wipe(left)">
                                      <p:cBhvr>
                                        <p:cTn id="17" dur="2000"/>
                                        <p:tgtEl>
                                          <p:spTgt spid="2713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1373"/>
                                        </p:tgtEl>
                                        <p:attrNameLst>
                                          <p:attrName>style.visibility</p:attrName>
                                        </p:attrNameLst>
                                      </p:cBhvr>
                                      <p:to>
                                        <p:strVal val="visible"/>
                                      </p:to>
                                    </p:set>
                                    <p:animEffect transition="in" filter="wipe(left)">
                                      <p:cBhvr>
                                        <p:cTn id="22" dur="2000"/>
                                        <p:tgtEl>
                                          <p:spTgt spid="2713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1374"/>
                                        </p:tgtEl>
                                        <p:attrNameLst>
                                          <p:attrName>style.visibility</p:attrName>
                                        </p:attrNameLst>
                                      </p:cBhvr>
                                      <p:to>
                                        <p:strVal val="visible"/>
                                      </p:to>
                                    </p:set>
                                    <p:animEffect transition="in" filter="wipe(left)">
                                      <p:cBhvr>
                                        <p:cTn id="27" dur="2000"/>
                                        <p:tgtEl>
                                          <p:spTgt spid="2713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1377"/>
                                        </p:tgtEl>
                                        <p:attrNameLst>
                                          <p:attrName>style.visibility</p:attrName>
                                        </p:attrNameLst>
                                      </p:cBhvr>
                                      <p:to>
                                        <p:strVal val="visible"/>
                                      </p:to>
                                    </p:set>
                                    <p:animEffect transition="in" filter="wipe(left)">
                                      <p:cBhvr>
                                        <p:cTn id="32" dur="2000"/>
                                        <p:tgtEl>
                                          <p:spTgt spid="271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757E4673-13AB-4056-9886-3A503481C14E}" type="slidenum">
              <a:rPr lang="en-US" altLang="zh-CN" smtClean="0"/>
              <a:pPr>
                <a:defRPr/>
              </a:pPr>
              <a:t>83</a:t>
            </a:fld>
            <a:endParaRPr lang="en-US" altLang="zh-CN"/>
          </a:p>
        </p:txBody>
      </p:sp>
      <p:grpSp>
        <p:nvGrpSpPr>
          <p:cNvPr id="3" name="Group 27"/>
          <p:cNvGrpSpPr>
            <a:grpSpLocks/>
          </p:cNvGrpSpPr>
          <p:nvPr/>
        </p:nvGrpSpPr>
        <p:grpSpPr bwMode="auto">
          <a:xfrm>
            <a:off x="322958" y="188194"/>
            <a:ext cx="6859589" cy="1449388"/>
            <a:chOff x="429" y="437"/>
            <a:chExt cx="4321" cy="913"/>
          </a:xfrm>
        </p:grpSpPr>
        <p:grpSp>
          <p:nvGrpSpPr>
            <p:cNvPr id="4" name="Group 28"/>
            <p:cNvGrpSpPr>
              <a:grpSpLocks/>
            </p:cNvGrpSpPr>
            <p:nvPr/>
          </p:nvGrpSpPr>
          <p:grpSpPr bwMode="auto">
            <a:xfrm>
              <a:off x="429" y="437"/>
              <a:ext cx="4321" cy="371"/>
              <a:chOff x="429" y="437"/>
              <a:chExt cx="4321" cy="371"/>
            </a:xfrm>
          </p:grpSpPr>
          <p:sp>
            <p:nvSpPr>
              <p:cNvPr id="8" name="Text Box 29"/>
              <p:cNvSpPr txBox="1">
                <a:spLocks noChangeArrowheads="1"/>
              </p:cNvSpPr>
              <p:nvPr/>
            </p:nvSpPr>
            <p:spPr bwMode="auto">
              <a:xfrm>
                <a:off x="429" y="437"/>
                <a:ext cx="432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dirty="0">
                    <a:latin typeface="楷体_GB2312" pitchFamily="49" charset="-122"/>
                    <a:ea typeface="楷体_GB2312" pitchFamily="49" charset="-122"/>
                  </a:rPr>
                  <a:t>这是个线性方程，记其根为           ，</a:t>
                </a:r>
              </a:p>
            </p:txBody>
          </p:sp>
          <p:graphicFrame>
            <p:nvGraphicFramePr>
              <p:cNvPr id="9" name="Object 30"/>
              <p:cNvGraphicFramePr>
                <a:graphicFrameLocks noChangeAspect="1"/>
              </p:cNvGraphicFramePr>
              <p:nvPr/>
            </p:nvGraphicFramePr>
            <p:xfrm>
              <a:off x="3741" y="437"/>
              <a:ext cx="589" cy="371"/>
            </p:xfrm>
            <a:graphic>
              <a:graphicData uri="http://schemas.openxmlformats.org/presentationml/2006/ole">
                <mc:AlternateContent xmlns:mc="http://schemas.openxmlformats.org/markup-compatibility/2006">
                  <mc:Choice xmlns:v="urn:schemas-microsoft-com:vml" Requires="v">
                    <p:oleObj name="Equation" r:id="rId2" imgW="190444" imgH="152280" progId="Equation.3">
                      <p:embed/>
                    </p:oleObj>
                  </mc:Choice>
                  <mc:Fallback>
                    <p:oleObj name="Equation" r:id="rId2" imgW="190444" imgH="152280" progId="Equation.3">
                      <p:embed/>
                      <p:pic>
                        <p:nvPicPr>
                          <p:cNvPr id="9"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1" y="437"/>
                            <a:ext cx="589" cy="371"/>
                          </a:xfrm>
                          <a:prstGeom prst="rect">
                            <a:avLst/>
                          </a:prstGeom>
                          <a:noFill/>
                          <a:ln>
                            <a:noFill/>
                          </a:ln>
                          <a:effectLst/>
                        </p:spPr>
                      </p:pic>
                    </p:oleObj>
                  </mc:Fallback>
                </mc:AlternateContent>
              </a:graphicData>
            </a:graphic>
          </p:graphicFrame>
        </p:grpSp>
        <p:grpSp>
          <p:nvGrpSpPr>
            <p:cNvPr id="5" name="Group 31"/>
            <p:cNvGrpSpPr>
              <a:grpSpLocks/>
            </p:cNvGrpSpPr>
            <p:nvPr/>
          </p:nvGrpSpPr>
          <p:grpSpPr bwMode="auto">
            <a:xfrm>
              <a:off x="1338" y="982"/>
              <a:ext cx="2617" cy="368"/>
              <a:chOff x="1338" y="982"/>
              <a:chExt cx="2617" cy="368"/>
            </a:xfrm>
          </p:grpSpPr>
          <p:sp>
            <p:nvSpPr>
              <p:cNvPr id="6" name="Rectangle 32"/>
              <p:cNvSpPr>
                <a:spLocks noChangeArrowheads="1"/>
              </p:cNvSpPr>
              <p:nvPr/>
            </p:nvSpPr>
            <p:spPr bwMode="auto">
              <a:xfrm>
                <a:off x="1338" y="982"/>
                <a:ext cx="261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dirty="0">
                    <a:latin typeface="楷体_GB2312" pitchFamily="49" charset="-122"/>
                    <a:ea typeface="楷体_GB2312" pitchFamily="49" charset="-122"/>
                  </a:rPr>
                  <a:t>则        的计算公式为 </a:t>
                </a:r>
              </a:p>
            </p:txBody>
          </p:sp>
          <p:graphicFrame>
            <p:nvGraphicFramePr>
              <p:cNvPr id="7" name="Object 33"/>
              <p:cNvGraphicFramePr>
                <a:graphicFrameLocks noChangeAspect="1"/>
              </p:cNvGraphicFramePr>
              <p:nvPr/>
            </p:nvGraphicFramePr>
            <p:xfrm>
              <a:off x="1700" y="984"/>
              <a:ext cx="544" cy="343"/>
            </p:xfrm>
            <a:graphic>
              <a:graphicData uri="http://schemas.openxmlformats.org/presentationml/2006/ole">
                <mc:AlternateContent xmlns:mc="http://schemas.openxmlformats.org/markup-compatibility/2006">
                  <mc:Choice xmlns:v="urn:schemas-microsoft-com:vml" Requires="v">
                    <p:oleObj name="Equation" r:id="rId4" imgW="190444" imgH="152280" progId="Equation.3">
                      <p:embed/>
                    </p:oleObj>
                  </mc:Choice>
                  <mc:Fallback>
                    <p:oleObj name="Equation" r:id="rId4" imgW="190444" imgH="152280" progId="Equation.3">
                      <p:embed/>
                      <p:pic>
                        <p:nvPicPr>
                          <p:cNvPr id="7"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0" y="984"/>
                            <a:ext cx="544" cy="343"/>
                          </a:xfrm>
                          <a:prstGeom prst="rect">
                            <a:avLst/>
                          </a:prstGeom>
                          <a:noFill/>
                          <a:ln>
                            <a:noFill/>
                          </a:ln>
                          <a:effectLst/>
                        </p:spPr>
                      </p:pic>
                    </p:oleObj>
                  </mc:Fallback>
                </mc:AlternateContent>
              </a:graphicData>
            </a:graphic>
          </p:graphicFrame>
        </p:grpSp>
      </p:grpSp>
      <p:grpSp>
        <p:nvGrpSpPr>
          <p:cNvPr id="10" name="Group 34"/>
          <p:cNvGrpSpPr>
            <a:grpSpLocks/>
          </p:cNvGrpSpPr>
          <p:nvPr/>
        </p:nvGrpSpPr>
        <p:grpSpPr bwMode="auto">
          <a:xfrm>
            <a:off x="1293665" y="2853631"/>
            <a:ext cx="6780213" cy="893763"/>
            <a:chOff x="687" y="493"/>
            <a:chExt cx="4271" cy="563"/>
          </a:xfrm>
        </p:grpSpPr>
        <p:graphicFrame>
          <p:nvGraphicFramePr>
            <p:cNvPr id="11" name="Object 35"/>
            <p:cNvGraphicFramePr>
              <a:graphicFrameLocks noChangeAspect="1"/>
            </p:cNvGraphicFramePr>
            <p:nvPr/>
          </p:nvGraphicFramePr>
          <p:xfrm>
            <a:off x="687" y="493"/>
            <a:ext cx="3490" cy="563"/>
          </p:xfrm>
          <a:graphic>
            <a:graphicData uri="http://schemas.openxmlformats.org/presentationml/2006/ole">
              <mc:AlternateContent xmlns:mc="http://schemas.openxmlformats.org/markup-compatibility/2006">
                <mc:Choice xmlns:v="urn:schemas-microsoft-com:vml" Requires="v">
                  <p:oleObj name="Equation" r:id="rId6" imgW="1895523" imgH="352350" progId="Equation.3">
                    <p:embed/>
                  </p:oleObj>
                </mc:Choice>
                <mc:Fallback>
                  <p:oleObj name="Equation" r:id="rId6" imgW="1895523" imgH="352350" progId="Equation.3">
                    <p:embed/>
                    <p:pic>
                      <p:nvPicPr>
                        <p:cNvPr id="11"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 y="493"/>
                          <a:ext cx="3490" cy="563"/>
                        </a:xfrm>
                        <a:prstGeom prst="rect">
                          <a:avLst/>
                        </a:prstGeom>
                        <a:noFill/>
                        <a:ln>
                          <a:noFill/>
                        </a:ln>
                        <a:effectLst/>
                      </p:spPr>
                    </p:pic>
                  </p:oleObj>
                </mc:Fallback>
              </mc:AlternateContent>
            </a:graphicData>
          </a:graphic>
        </p:graphicFrame>
        <p:sp>
          <p:nvSpPr>
            <p:cNvPr id="12" name="Text Box 36"/>
            <p:cNvSpPr txBox="1">
              <a:spLocks noChangeArrowheads="1"/>
            </p:cNvSpPr>
            <p:nvPr/>
          </p:nvSpPr>
          <p:spPr bwMode="auto">
            <a:xfrm>
              <a:off x="4320" y="587"/>
              <a:ext cx="6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4.2</a:t>
              </a:r>
              <a:r>
                <a:rPr lang="zh-CN" altLang="en-US" sz="2000">
                  <a:solidFill>
                    <a:srgbClr val="FF0000"/>
                  </a:solidFill>
                  <a:ea typeface="楷体_GB2312" pitchFamily="49" charset="-122"/>
                </a:rPr>
                <a:t>）</a:t>
              </a:r>
            </a:p>
          </p:txBody>
        </p:sp>
      </p:grpSp>
      <p:sp>
        <p:nvSpPr>
          <p:cNvPr id="13" name="Text Box 37"/>
          <p:cNvSpPr txBox="1">
            <a:spLocks noChangeArrowheads="1"/>
          </p:cNvSpPr>
          <p:nvPr/>
        </p:nvSpPr>
        <p:spPr bwMode="auto">
          <a:xfrm>
            <a:off x="419919" y="1988269"/>
            <a:ext cx="17459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Clr>
                <a:srgbClr val="FF0000"/>
              </a:buClr>
              <a:buFont typeface="Wingdings" pitchFamily="2" charset="2"/>
              <a:buChar char="Ø"/>
            </a:pPr>
            <a:r>
              <a:rPr lang="zh-CN" altLang="en-US" dirty="0">
                <a:solidFill>
                  <a:srgbClr val="0000FF"/>
                </a:solidFill>
                <a:latin typeface="黑体" pitchFamily="49" charset="-122"/>
                <a:ea typeface="黑体" pitchFamily="49" charset="-122"/>
              </a:rPr>
              <a:t>牛顿法</a:t>
            </a:r>
          </a:p>
        </p:txBody>
      </p:sp>
    </p:spTree>
    <p:extLst>
      <p:ext uri="{BB962C8B-B14F-4D97-AF65-F5344CB8AC3E}">
        <p14:creationId xmlns:p14="http://schemas.microsoft.com/office/powerpoint/2010/main" val="135404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灯片编号占位符 1"/>
          <p:cNvSpPr>
            <a:spLocks noGrp="1"/>
          </p:cNvSpPr>
          <p:nvPr>
            <p:ph type="sldNum" sz="quarter" idx="10"/>
          </p:nvPr>
        </p:nvSpPr>
        <p:spPr/>
        <p:txBody>
          <a:bodyPr/>
          <a:lstStyle/>
          <a:p>
            <a:pPr>
              <a:defRPr/>
            </a:pPr>
            <a:fld id="{2BB7978E-760C-4AC6-ABCE-0742FFCE3F13}" type="slidenum">
              <a:rPr lang="en-US" altLang="zh-CN"/>
              <a:pPr>
                <a:defRPr/>
              </a:pPr>
              <a:t>84</a:t>
            </a:fld>
            <a:endParaRPr lang="en-US" altLang="zh-CN"/>
          </a:p>
        </p:txBody>
      </p:sp>
      <p:sp>
        <p:nvSpPr>
          <p:cNvPr id="48131" name="Text Box 12"/>
          <p:cNvSpPr txBox="1">
            <a:spLocks noChangeArrowheads="1"/>
          </p:cNvSpPr>
          <p:nvPr/>
        </p:nvSpPr>
        <p:spPr bwMode="auto">
          <a:xfrm>
            <a:off x="117476" y="48419"/>
            <a:ext cx="21579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FF0000"/>
              </a:buClr>
              <a:buFont typeface="Wingdings" pitchFamily="2" charset="2"/>
              <a:buChar char="Ø"/>
            </a:pPr>
            <a:r>
              <a:rPr lang="zh-CN" altLang="en-US" dirty="0">
                <a:solidFill>
                  <a:srgbClr val="0000FF"/>
                </a:solidFill>
                <a:ea typeface="黑体" pitchFamily="49" charset="-122"/>
              </a:rPr>
              <a:t>几何意义</a:t>
            </a:r>
          </a:p>
        </p:txBody>
      </p:sp>
      <p:sp>
        <p:nvSpPr>
          <p:cNvPr id="272426" name="Rectangle 42"/>
          <p:cNvSpPr>
            <a:spLocks noChangeArrowheads="1"/>
          </p:cNvSpPr>
          <p:nvPr/>
        </p:nvSpPr>
        <p:spPr bwMode="auto">
          <a:xfrm>
            <a:off x="276013" y="5229200"/>
            <a:ext cx="173910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dirty="0">
                <a:solidFill>
                  <a:srgbClr val="FF0000"/>
                </a:solidFill>
                <a:latin typeface="黑体" pitchFamily="49" charset="-122"/>
                <a:ea typeface="黑体" pitchFamily="49" charset="-122"/>
              </a:rPr>
              <a:t>切线法</a:t>
            </a:r>
          </a:p>
        </p:txBody>
      </p:sp>
      <p:grpSp>
        <p:nvGrpSpPr>
          <p:cNvPr id="272428" name="Group 44"/>
          <p:cNvGrpSpPr>
            <a:grpSpLocks/>
          </p:cNvGrpSpPr>
          <p:nvPr/>
        </p:nvGrpSpPr>
        <p:grpSpPr bwMode="auto">
          <a:xfrm>
            <a:off x="1549498" y="765010"/>
            <a:ext cx="6391275" cy="857250"/>
            <a:chOff x="932" y="425"/>
            <a:chExt cx="4026" cy="540"/>
          </a:xfrm>
        </p:grpSpPr>
        <p:graphicFrame>
          <p:nvGraphicFramePr>
            <p:cNvPr id="48171" name="Object 45"/>
            <p:cNvGraphicFramePr>
              <a:graphicFrameLocks noChangeAspect="1"/>
            </p:cNvGraphicFramePr>
            <p:nvPr/>
          </p:nvGraphicFramePr>
          <p:xfrm>
            <a:off x="932" y="425"/>
            <a:ext cx="3348" cy="540"/>
          </p:xfrm>
          <a:graphic>
            <a:graphicData uri="http://schemas.openxmlformats.org/presentationml/2006/ole">
              <mc:AlternateContent xmlns:mc="http://schemas.openxmlformats.org/markup-compatibility/2006">
                <mc:Choice xmlns:v="urn:schemas-microsoft-com:vml" Requires="v">
                  <p:oleObj name="Equation" r:id="rId2" imgW="1895523" imgH="352350" progId="Equation.3">
                    <p:embed/>
                  </p:oleObj>
                </mc:Choice>
                <mc:Fallback>
                  <p:oleObj name="Equation" r:id="rId2" imgW="1895523" imgH="352350" progId="Equation.3">
                    <p:embed/>
                    <p:pic>
                      <p:nvPicPr>
                        <p:cNvPr id="48171"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 y="425"/>
                          <a:ext cx="3348" cy="540"/>
                        </a:xfrm>
                        <a:prstGeom prst="rect">
                          <a:avLst/>
                        </a:prstGeom>
                        <a:noFill/>
                        <a:ln>
                          <a:noFill/>
                        </a:ln>
                        <a:effectLst/>
                      </p:spPr>
                    </p:pic>
                  </p:oleObj>
                </mc:Fallback>
              </mc:AlternateContent>
            </a:graphicData>
          </a:graphic>
        </p:graphicFrame>
        <p:sp>
          <p:nvSpPr>
            <p:cNvPr id="48172" name="Text Box 46"/>
            <p:cNvSpPr txBox="1">
              <a:spLocks noChangeArrowheads="1"/>
            </p:cNvSpPr>
            <p:nvPr/>
          </p:nvSpPr>
          <p:spPr bwMode="auto">
            <a:xfrm>
              <a:off x="4320" y="587"/>
              <a:ext cx="6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4.2</a:t>
              </a:r>
              <a:r>
                <a:rPr lang="zh-CN" altLang="en-US" sz="2000">
                  <a:solidFill>
                    <a:srgbClr val="FF0000"/>
                  </a:solidFill>
                  <a:ea typeface="楷体_GB2312" pitchFamily="49" charset="-122"/>
                </a:rPr>
                <a:t>）</a:t>
              </a:r>
            </a:p>
          </p:txBody>
        </p:sp>
      </p:grpSp>
      <p:graphicFrame>
        <p:nvGraphicFramePr>
          <p:cNvPr id="272431" name="Object 47"/>
          <p:cNvGraphicFramePr>
            <a:graphicFrameLocks noChangeAspect="1"/>
          </p:cNvGraphicFramePr>
          <p:nvPr/>
        </p:nvGraphicFramePr>
        <p:xfrm>
          <a:off x="195855" y="1988840"/>
          <a:ext cx="4983761" cy="513333"/>
        </p:xfrm>
        <a:graphic>
          <a:graphicData uri="http://schemas.openxmlformats.org/presentationml/2006/ole">
            <mc:AlternateContent xmlns:mc="http://schemas.openxmlformats.org/markup-compatibility/2006">
              <mc:Choice xmlns:v="urn:schemas-microsoft-com:vml" Requires="v">
                <p:oleObj name="Equation" r:id="rId4" imgW="2299698" imgH="228699" progId="Equation.3">
                  <p:embed/>
                </p:oleObj>
              </mc:Choice>
              <mc:Fallback>
                <p:oleObj name="Equation" r:id="rId4" imgW="2299698" imgH="228699" progId="Equation.3">
                  <p:embed/>
                  <p:pic>
                    <p:nvPicPr>
                      <p:cNvPr id="272431"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855" y="1988840"/>
                        <a:ext cx="4983761" cy="513333"/>
                      </a:xfrm>
                      <a:prstGeom prst="rect">
                        <a:avLst/>
                      </a:prstGeom>
                      <a:noFill/>
                      <a:ln>
                        <a:noFill/>
                      </a:ln>
                      <a:effectLst/>
                    </p:spPr>
                  </p:pic>
                </p:oleObj>
              </mc:Fallback>
            </mc:AlternateContent>
          </a:graphicData>
        </a:graphic>
      </p:graphicFrame>
      <p:graphicFrame>
        <p:nvGraphicFramePr>
          <p:cNvPr id="272432" name="Object 48"/>
          <p:cNvGraphicFramePr>
            <a:graphicFrameLocks noChangeAspect="1"/>
          </p:cNvGraphicFramePr>
          <p:nvPr/>
        </p:nvGraphicFramePr>
        <p:xfrm>
          <a:off x="5230970" y="1832568"/>
          <a:ext cx="2695459" cy="855193"/>
        </p:xfrm>
        <a:graphic>
          <a:graphicData uri="http://schemas.openxmlformats.org/presentationml/2006/ole">
            <mc:AlternateContent xmlns:mc="http://schemas.openxmlformats.org/markup-compatibility/2006">
              <mc:Choice xmlns:v="urn:schemas-microsoft-com:vml" Requires="v">
                <p:oleObj name="Equation" r:id="rId6" imgW="1358900" imgH="431800" progId="Equation.3">
                  <p:embed/>
                </p:oleObj>
              </mc:Choice>
              <mc:Fallback>
                <p:oleObj name="Equation" r:id="rId6" imgW="1358900" imgH="431800" progId="Equation.3">
                  <p:embed/>
                  <p:pic>
                    <p:nvPicPr>
                      <p:cNvPr id="272432" name="Object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30970" y="1832568"/>
                        <a:ext cx="2695459" cy="855193"/>
                      </a:xfrm>
                      <a:prstGeom prst="rect">
                        <a:avLst/>
                      </a:prstGeom>
                      <a:noFill/>
                      <a:ln>
                        <a:noFill/>
                      </a:ln>
                      <a:effectLst/>
                    </p:spPr>
                  </p:pic>
                </p:oleObj>
              </mc:Fallback>
            </mc:AlternateContent>
          </a:graphicData>
        </a:graphic>
      </p:graphicFrame>
      <p:grpSp>
        <p:nvGrpSpPr>
          <p:cNvPr id="272434" name="Group 50"/>
          <p:cNvGrpSpPr>
            <a:grpSpLocks/>
          </p:cNvGrpSpPr>
          <p:nvPr/>
        </p:nvGrpSpPr>
        <p:grpSpPr bwMode="auto">
          <a:xfrm>
            <a:off x="1011336" y="2687761"/>
            <a:ext cx="3276600" cy="2133600"/>
            <a:chOff x="528" y="2640"/>
            <a:chExt cx="2064" cy="1344"/>
          </a:xfrm>
        </p:grpSpPr>
        <p:sp>
          <p:nvSpPr>
            <p:cNvPr id="48167" name="Line 51"/>
            <p:cNvSpPr>
              <a:spLocks noChangeShapeType="1"/>
            </p:cNvSpPr>
            <p:nvPr/>
          </p:nvSpPr>
          <p:spPr bwMode="auto">
            <a:xfrm>
              <a:off x="528" y="3696"/>
              <a:ext cx="2016"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8" name="Line 52"/>
            <p:cNvSpPr>
              <a:spLocks noChangeShapeType="1"/>
            </p:cNvSpPr>
            <p:nvPr/>
          </p:nvSpPr>
          <p:spPr bwMode="auto">
            <a:xfrm flipV="1">
              <a:off x="624" y="2736"/>
              <a:ext cx="0" cy="1248"/>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9" name="Text Box 53"/>
            <p:cNvSpPr txBox="1">
              <a:spLocks noChangeArrowheads="1"/>
            </p:cNvSpPr>
            <p:nvPr/>
          </p:nvSpPr>
          <p:spPr bwMode="auto">
            <a:xfrm>
              <a:off x="2352" y="340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00000"/>
                </a:lnSpc>
                <a:spcBef>
                  <a:spcPct val="50000"/>
                </a:spcBef>
                <a:buFontTx/>
                <a:buNone/>
              </a:pPr>
              <a:r>
                <a:rPr kumimoji="0" lang="en-US" altLang="zh-CN" sz="2400" i="1"/>
                <a:t>x</a:t>
              </a:r>
            </a:p>
          </p:txBody>
        </p:sp>
        <p:sp>
          <p:nvSpPr>
            <p:cNvPr id="48170" name="Rectangle 54"/>
            <p:cNvSpPr>
              <a:spLocks noChangeArrowheads="1"/>
            </p:cNvSpPr>
            <p:nvPr/>
          </p:nvSpPr>
          <p:spPr bwMode="auto">
            <a:xfrm>
              <a:off x="672" y="2640"/>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lnSpc>
                  <a:spcPct val="100000"/>
                </a:lnSpc>
                <a:spcBef>
                  <a:spcPct val="0"/>
                </a:spcBef>
                <a:buFontTx/>
                <a:buNone/>
              </a:pPr>
              <a:r>
                <a:rPr kumimoji="0" lang="en-US" altLang="zh-CN" sz="2400" i="1"/>
                <a:t>y</a:t>
              </a:r>
            </a:p>
          </p:txBody>
        </p:sp>
      </p:grpSp>
      <p:grpSp>
        <p:nvGrpSpPr>
          <p:cNvPr id="272439" name="Group 55"/>
          <p:cNvGrpSpPr>
            <a:grpSpLocks/>
          </p:cNvGrpSpPr>
          <p:nvPr/>
        </p:nvGrpSpPr>
        <p:grpSpPr bwMode="auto">
          <a:xfrm>
            <a:off x="1316136" y="2840161"/>
            <a:ext cx="1600200" cy="1828800"/>
            <a:chOff x="720" y="2736"/>
            <a:chExt cx="1008" cy="1152"/>
          </a:xfrm>
        </p:grpSpPr>
        <p:sp>
          <p:nvSpPr>
            <p:cNvPr id="48165" name="Freeform 56"/>
            <p:cNvSpPr>
              <a:spLocks/>
            </p:cNvSpPr>
            <p:nvPr/>
          </p:nvSpPr>
          <p:spPr bwMode="auto">
            <a:xfrm>
              <a:off x="720" y="2736"/>
              <a:ext cx="1008" cy="1152"/>
            </a:xfrm>
            <a:custGeom>
              <a:avLst/>
              <a:gdLst>
                <a:gd name="T0" fmla="*/ 0 w 1008"/>
                <a:gd name="T1" fmla="*/ 1152 h 1152"/>
                <a:gd name="T2" fmla="*/ 240 w 1008"/>
                <a:gd name="T3" fmla="*/ 1104 h 1152"/>
                <a:gd name="T4" fmla="*/ 576 w 1008"/>
                <a:gd name="T5" fmla="*/ 864 h 1152"/>
                <a:gd name="T6" fmla="*/ 816 w 1008"/>
                <a:gd name="T7" fmla="*/ 480 h 1152"/>
                <a:gd name="T8" fmla="*/ 1008 w 1008"/>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 h="1152">
                  <a:moveTo>
                    <a:pt x="0" y="1152"/>
                  </a:moveTo>
                  <a:cubicBezTo>
                    <a:pt x="72" y="1152"/>
                    <a:pt x="144" y="1152"/>
                    <a:pt x="240" y="1104"/>
                  </a:cubicBezTo>
                  <a:cubicBezTo>
                    <a:pt x="336" y="1056"/>
                    <a:pt x="480" y="968"/>
                    <a:pt x="576" y="864"/>
                  </a:cubicBezTo>
                  <a:cubicBezTo>
                    <a:pt x="672" y="760"/>
                    <a:pt x="744" y="624"/>
                    <a:pt x="816" y="480"/>
                  </a:cubicBezTo>
                  <a:cubicBezTo>
                    <a:pt x="888" y="336"/>
                    <a:pt x="948" y="168"/>
                    <a:pt x="1008" y="0"/>
                  </a:cubicBez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6" name="Text Box 57"/>
            <p:cNvSpPr txBox="1">
              <a:spLocks noChangeArrowheads="1"/>
            </p:cNvSpPr>
            <p:nvPr/>
          </p:nvSpPr>
          <p:spPr bwMode="auto">
            <a:xfrm>
              <a:off x="1008" y="34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00000"/>
                </a:lnSpc>
                <a:spcBef>
                  <a:spcPct val="50000"/>
                </a:spcBef>
                <a:buFontTx/>
                <a:buNone/>
              </a:pPr>
              <a:r>
                <a:rPr kumimoji="0" lang="en-US" altLang="zh-CN" sz="2400" i="1">
                  <a:solidFill>
                    <a:srgbClr val="FF3300"/>
                  </a:solidFill>
                </a:rPr>
                <a:t>x*</a:t>
              </a:r>
            </a:p>
          </p:txBody>
        </p:sp>
      </p:grpSp>
      <p:grpSp>
        <p:nvGrpSpPr>
          <p:cNvPr id="272442" name="Group 58"/>
          <p:cNvGrpSpPr>
            <a:grpSpLocks/>
          </p:cNvGrpSpPr>
          <p:nvPr/>
        </p:nvGrpSpPr>
        <p:grpSpPr bwMode="auto">
          <a:xfrm>
            <a:off x="2687736" y="2840161"/>
            <a:ext cx="533400" cy="1844675"/>
            <a:chOff x="1584" y="2736"/>
            <a:chExt cx="336" cy="1162"/>
          </a:xfrm>
        </p:grpSpPr>
        <p:sp>
          <p:nvSpPr>
            <p:cNvPr id="48163" name="Line 59"/>
            <p:cNvSpPr>
              <a:spLocks noChangeShapeType="1"/>
            </p:cNvSpPr>
            <p:nvPr/>
          </p:nvSpPr>
          <p:spPr bwMode="auto">
            <a:xfrm flipV="1">
              <a:off x="1728" y="2736"/>
              <a:ext cx="0" cy="96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4" name="Text Box 60"/>
            <p:cNvSpPr txBox="1">
              <a:spLocks noChangeArrowheads="1"/>
            </p:cNvSpPr>
            <p:nvPr/>
          </p:nvSpPr>
          <p:spPr bwMode="auto">
            <a:xfrm>
              <a:off x="1584" y="364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ctr" eaLnBrk="1" hangingPunct="1">
                <a:lnSpc>
                  <a:spcPct val="100000"/>
                </a:lnSpc>
                <a:spcBef>
                  <a:spcPct val="50000"/>
                </a:spcBef>
                <a:buFontTx/>
                <a:buNone/>
              </a:pPr>
              <a:r>
                <a:rPr kumimoji="0" lang="en-US" altLang="zh-CN" sz="2000" i="1"/>
                <a:t>x</a:t>
              </a:r>
              <a:r>
                <a:rPr kumimoji="0" lang="en-US" altLang="zh-CN" sz="2000" baseline="-25000"/>
                <a:t>0</a:t>
              </a:r>
              <a:endParaRPr kumimoji="0" lang="en-US" altLang="zh-CN" sz="2000" i="1"/>
            </a:p>
          </p:txBody>
        </p:sp>
      </p:grpSp>
      <p:sp>
        <p:nvSpPr>
          <p:cNvPr id="272445" name="Line 61"/>
          <p:cNvSpPr>
            <a:spLocks noChangeShapeType="1"/>
          </p:cNvSpPr>
          <p:nvPr/>
        </p:nvSpPr>
        <p:spPr bwMode="auto">
          <a:xfrm flipH="1">
            <a:off x="2535336" y="2840161"/>
            <a:ext cx="381000" cy="152400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446" name="Oval 62"/>
          <p:cNvSpPr>
            <a:spLocks noChangeArrowheads="1"/>
          </p:cNvSpPr>
          <p:nvPr/>
        </p:nvSpPr>
        <p:spPr bwMode="auto">
          <a:xfrm>
            <a:off x="6444208" y="1620961"/>
            <a:ext cx="1641028" cy="1066800"/>
          </a:xfrm>
          <a:prstGeom prst="ellipse">
            <a:avLst/>
          </a:prstGeom>
          <a:noFill/>
          <a:ln w="158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lang="zh-CN" altLang="en-US" sz="2400">
              <a:latin typeface="楷体_GB2312" pitchFamily="49" charset="-122"/>
              <a:ea typeface="楷体_GB2312" pitchFamily="49" charset="-122"/>
            </a:endParaRPr>
          </a:p>
        </p:txBody>
      </p:sp>
      <p:sp>
        <p:nvSpPr>
          <p:cNvPr id="272447" name="Line 63"/>
          <p:cNvSpPr>
            <a:spLocks noChangeShapeType="1"/>
          </p:cNvSpPr>
          <p:nvPr/>
        </p:nvSpPr>
        <p:spPr bwMode="auto">
          <a:xfrm flipH="1">
            <a:off x="2535336" y="2492896"/>
            <a:ext cx="4124896" cy="1871265"/>
          </a:xfrm>
          <a:prstGeom prst="line">
            <a:avLst/>
          </a:prstGeom>
          <a:noFill/>
          <a:ln w="15875">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448" name="Line 64"/>
          <p:cNvSpPr>
            <a:spLocks noChangeShapeType="1"/>
          </p:cNvSpPr>
          <p:nvPr/>
        </p:nvSpPr>
        <p:spPr bwMode="auto">
          <a:xfrm flipV="1">
            <a:off x="2535336" y="3754561"/>
            <a:ext cx="0" cy="6096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449" name="Line 65"/>
          <p:cNvSpPr>
            <a:spLocks noChangeShapeType="1"/>
          </p:cNvSpPr>
          <p:nvPr/>
        </p:nvSpPr>
        <p:spPr bwMode="auto">
          <a:xfrm flipH="1">
            <a:off x="2190848" y="3754561"/>
            <a:ext cx="346075" cy="609600"/>
          </a:xfrm>
          <a:prstGeom prst="line">
            <a:avLst/>
          </a:prstGeom>
          <a:noFill/>
          <a:ln w="158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72450" name="Object 66"/>
          <p:cNvGraphicFramePr>
            <a:graphicFrameLocks noChangeAspect="1"/>
          </p:cNvGraphicFramePr>
          <p:nvPr/>
        </p:nvGraphicFramePr>
        <p:xfrm>
          <a:off x="5353022" y="3144962"/>
          <a:ext cx="2714621" cy="874104"/>
        </p:xfrm>
        <a:graphic>
          <a:graphicData uri="http://schemas.openxmlformats.org/presentationml/2006/ole">
            <mc:AlternateContent xmlns:mc="http://schemas.openxmlformats.org/markup-compatibility/2006">
              <mc:Choice xmlns:v="urn:schemas-microsoft-com:vml" Requires="v">
                <p:oleObj name="Equation" r:id="rId8" imgW="1206500" imgH="431800" progId="Equation.3">
                  <p:embed/>
                </p:oleObj>
              </mc:Choice>
              <mc:Fallback>
                <p:oleObj name="Equation" r:id="rId8" imgW="1206500" imgH="431800" progId="Equation.3">
                  <p:embed/>
                  <p:pic>
                    <p:nvPicPr>
                      <p:cNvPr id="272450" name="Object 6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3022" y="3144962"/>
                        <a:ext cx="2714621" cy="874104"/>
                      </a:xfrm>
                      <a:prstGeom prst="rect">
                        <a:avLst/>
                      </a:prstGeom>
                      <a:noFill/>
                      <a:ln>
                        <a:noFill/>
                      </a:ln>
                      <a:effectLst/>
                    </p:spPr>
                  </p:pic>
                </p:oleObj>
              </mc:Fallback>
            </mc:AlternateContent>
          </a:graphicData>
        </a:graphic>
      </p:graphicFrame>
      <p:grpSp>
        <p:nvGrpSpPr>
          <p:cNvPr id="272451" name="Group 67"/>
          <p:cNvGrpSpPr>
            <a:grpSpLocks/>
          </p:cNvGrpSpPr>
          <p:nvPr/>
        </p:nvGrpSpPr>
        <p:grpSpPr bwMode="auto">
          <a:xfrm>
            <a:off x="3274175" y="4567584"/>
            <a:ext cx="5024438" cy="1949450"/>
            <a:chOff x="2688" y="3264"/>
            <a:chExt cx="3165" cy="1228"/>
          </a:xfrm>
        </p:grpSpPr>
        <p:sp>
          <p:nvSpPr>
            <p:cNvPr id="48161" name="Text Box 68"/>
            <p:cNvSpPr txBox="1">
              <a:spLocks noChangeArrowheads="1"/>
            </p:cNvSpPr>
            <p:nvPr/>
          </p:nvSpPr>
          <p:spPr bwMode="auto">
            <a:xfrm>
              <a:off x="2688" y="3264"/>
              <a:ext cx="3165" cy="1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193675" eaLnBrk="0" hangingPunct="0">
                <a:spcBef>
                  <a:spcPct val="20000"/>
                </a:spcBef>
                <a:buChar char="•"/>
                <a:defRPr kumimoji="1" sz="3200">
                  <a:solidFill>
                    <a:schemeClr val="tx1"/>
                  </a:solidFill>
                  <a:latin typeface="Times New Roman" pitchFamily="18" charset="0"/>
                  <a:ea typeface="宋体" charset="-122"/>
                </a:defRPr>
              </a:lvl1pPr>
              <a:lvl2pPr marL="742950" indent="-285750" defTabSz="193675" eaLnBrk="0" hangingPunct="0">
                <a:spcBef>
                  <a:spcPct val="20000"/>
                </a:spcBef>
                <a:buChar char="–"/>
                <a:defRPr kumimoji="1" sz="2800">
                  <a:solidFill>
                    <a:schemeClr val="tx1"/>
                  </a:solidFill>
                  <a:latin typeface="Times New Roman" pitchFamily="18" charset="0"/>
                  <a:ea typeface="宋体" charset="-122"/>
                </a:defRPr>
              </a:lvl2pPr>
              <a:lvl3pPr marL="1143000" indent="-228600" defTabSz="193675" eaLnBrk="0" hangingPunct="0">
                <a:spcBef>
                  <a:spcPct val="20000"/>
                </a:spcBef>
                <a:buChar char="•"/>
                <a:defRPr kumimoji="1" sz="2400">
                  <a:solidFill>
                    <a:schemeClr val="tx1"/>
                  </a:solidFill>
                  <a:latin typeface="Times New Roman" pitchFamily="18" charset="0"/>
                  <a:ea typeface="宋体" charset="-122"/>
                </a:defRPr>
              </a:lvl3pPr>
              <a:lvl4pPr marL="1600200" indent="-228600" defTabSz="193675" eaLnBrk="0" hangingPunct="0">
                <a:spcBef>
                  <a:spcPct val="20000"/>
                </a:spcBef>
                <a:buChar char="–"/>
                <a:defRPr kumimoji="1" sz="2000">
                  <a:solidFill>
                    <a:schemeClr val="tx1"/>
                  </a:solidFill>
                  <a:latin typeface="Times New Roman" pitchFamily="18" charset="0"/>
                  <a:ea typeface="宋体" charset="-122"/>
                </a:defRPr>
              </a:lvl4pPr>
              <a:lvl5pPr marL="2057400" indent="-228600" defTabSz="193675" eaLnBrk="0" hangingPunct="0">
                <a:spcBef>
                  <a:spcPct val="20000"/>
                </a:spcBef>
                <a:buChar char="»"/>
                <a:defRPr kumimoji="1" sz="2000">
                  <a:solidFill>
                    <a:schemeClr val="tx1"/>
                  </a:solidFill>
                  <a:latin typeface="Times New Roman" pitchFamily="18" charset="0"/>
                  <a:ea typeface="宋体" charset="-122"/>
                </a:defRPr>
              </a:lvl5pPr>
              <a:lvl6pPr marL="2514600" indent="-228600" defTabSz="193675"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defTabSz="193675"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defTabSz="193675"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defTabSz="193675"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10000"/>
                </a:spcBef>
                <a:buFontTx/>
                <a:buNone/>
              </a:pPr>
              <a:r>
                <a:rPr lang="zh-CN" altLang="en-US" sz="2800" dirty="0">
                  <a:ea typeface="楷体_GB2312" pitchFamily="49" charset="-122"/>
                </a:rPr>
                <a:t>只要 </a:t>
              </a:r>
              <a:r>
                <a:rPr lang="en-US" altLang="zh-CN" sz="2800" i="1" dirty="0">
                  <a:ea typeface="楷体_GB2312" pitchFamily="49" charset="-122"/>
                </a:rPr>
                <a:t>f</a:t>
              </a:r>
              <a:r>
                <a:rPr lang="en-US" altLang="zh-CN" sz="2800" dirty="0">
                  <a:ea typeface="楷体_GB2312" pitchFamily="49" charset="-122"/>
                </a:rPr>
                <a:t> </a:t>
              </a:r>
              <a:r>
                <a:rPr lang="en-US" altLang="zh-CN" sz="2800" dirty="0">
                  <a:ea typeface="楷体_GB2312" pitchFamily="49" charset="-122"/>
                  <a:sym typeface="Symbol" pitchFamily="18" charset="2"/>
                </a:rPr>
                <a:t></a:t>
              </a:r>
              <a:r>
                <a:rPr lang="en-US" altLang="zh-CN" sz="2800" i="1" dirty="0">
                  <a:ea typeface="楷体_GB2312" pitchFamily="49" charset="-122"/>
                  <a:sym typeface="Symbol" pitchFamily="18" charset="2"/>
                </a:rPr>
                <a:t>C</a:t>
              </a:r>
              <a:r>
                <a:rPr lang="en-US" altLang="zh-CN" sz="2800" baseline="30000" dirty="0">
                  <a:ea typeface="楷体_GB2312" pitchFamily="49" charset="-122"/>
                  <a:sym typeface="Symbol" pitchFamily="18" charset="2"/>
                </a:rPr>
                <a:t>1</a:t>
              </a:r>
              <a:r>
                <a:rPr lang="zh-CN" altLang="en-US" sz="2800" dirty="0">
                  <a:ea typeface="楷体_GB2312" pitchFamily="49" charset="-122"/>
                  <a:sym typeface="Symbol" pitchFamily="18" charset="2"/>
                </a:rPr>
                <a:t>，每一步迭代都有</a:t>
              </a:r>
              <a:r>
                <a:rPr lang="en-US" altLang="zh-CN" sz="2800" i="1" dirty="0">
                  <a:ea typeface="楷体_GB2312" pitchFamily="49" charset="-122"/>
                  <a:sym typeface="Symbol" pitchFamily="18" charset="2"/>
                </a:rPr>
                <a:t>f ’</a:t>
              </a:r>
              <a:r>
                <a:rPr lang="en-US" altLang="zh-CN" sz="2800" dirty="0">
                  <a:ea typeface="楷体_GB2312" pitchFamily="49" charset="-122"/>
                </a:rPr>
                <a:t>( </a:t>
              </a:r>
              <a:r>
                <a:rPr lang="en-US" altLang="zh-CN" sz="2800" i="1" dirty="0" err="1">
                  <a:ea typeface="楷体_GB2312" pitchFamily="49" charset="-122"/>
                </a:rPr>
                <a:t>x</a:t>
              </a:r>
              <a:r>
                <a:rPr lang="en-US" altLang="zh-CN" sz="2800" i="1" baseline="-25000" dirty="0" err="1">
                  <a:ea typeface="楷体_GB2312" pitchFamily="49" charset="-122"/>
                </a:rPr>
                <a:t>k</a:t>
              </a:r>
              <a:r>
                <a:rPr lang="en-US" altLang="zh-CN" sz="2800" i="1" baseline="-25000" dirty="0">
                  <a:ea typeface="楷体_GB2312" pitchFamily="49" charset="-122"/>
                </a:rPr>
                <a:t> </a:t>
              </a:r>
              <a:r>
                <a:rPr lang="en-US" altLang="zh-CN" sz="2800" dirty="0">
                  <a:ea typeface="楷体_GB2312" pitchFamily="49" charset="-122"/>
                </a:rPr>
                <a:t>) </a:t>
              </a:r>
              <a:r>
                <a:rPr lang="en-US" altLang="zh-CN" sz="2800" dirty="0">
                  <a:ea typeface="楷体_GB2312" pitchFamily="49" charset="-122"/>
                  <a:sym typeface="Symbol" pitchFamily="18" charset="2"/>
                </a:rPr>
                <a:t> 0</a:t>
              </a:r>
              <a:r>
                <a:rPr lang="zh-CN" altLang="en-US" sz="2800" dirty="0">
                  <a:ea typeface="楷体_GB2312" pitchFamily="49" charset="-122"/>
                  <a:sym typeface="Symbol" pitchFamily="18" charset="2"/>
                </a:rPr>
                <a:t>， 而                       ，则 </a:t>
              </a:r>
              <a:r>
                <a:rPr lang="en-US" altLang="zh-CN" sz="2800" i="1" dirty="0">
                  <a:ea typeface="楷体_GB2312" pitchFamily="49" charset="-122"/>
                </a:rPr>
                <a:t>x</a:t>
              </a:r>
              <a:r>
                <a:rPr lang="en-US" altLang="zh-CN" sz="2800" dirty="0">
                  <a:ea typeface="楷体_GB2312" pitchFamily="49" charset="-122"/>
                </a:rPr>
                <a:t>*</a:t>
              </a:r>
              <a:r>
                <a:rPr lang="zh-CN" altLang="en-US" sz="2800" dirty="0">
                  <a:ea typeface="楷体_GB2312" pitchFamily="49" charset="-122"/>
                </a:rPr>
                <a:t>就是 </a:t>
              </a:r>
              <a:r>
                <a:rPr lang="en-US" altLang="zh-CN" sz="2800" i="1" dirty="0">
                  <a:ea typeface="楷体_GB2312" pitchFamily="49" charset="-122"/>
                </a:rPr>
                <a:t>f</a:t>
              </a:r>
              <a:r>
                <a:rPr lang="en-US" altLang="zh-CN" sz="2800" dirty="0">
                  <a:ea typeface="楷体_GB2312" pitchFamily="49" charset="-122"/>
                </a:rPr>
                <a:t> </a:t>
              </a:r>
              <a:r>
                <a:rPr lang="zh-CN" altLang="en-US" sz="2800" dirty="0">
                  <a:ea typeface="楷体_GB2312" pitchFamily="49" charset="-122"/>
                </a:rPr>
                <a:t>的根。</a:t>
              </a:r>
            </a:p>
          </p:txBody>
        </p:sp>
        <p:graphicFrame>
          <p:nvGraphicFramePr>
            <p:cNvPr id="48162" name="Object 69"/>
            <p:cNvGraphicFramePr>
              <a:graphicFrameLocks noChangeAspect="1"/>
            </p:cNvGraphicFramePr>
            <p:nvPr/>
          </p:nvGraphicFramePr>
          <p:xfrm>
            <a:off x="4367" y="3771"/>
            <a:ext cx="1114" cy="368"/>
          </p:xfrm>
          <a:graphic>
            <a:graphicData uri="http://schemas.openxmlformats.org/presentationml/2006/ole">
              <mc:AlternateContent xmlns:mc="http://schemas.openxmlformats.org/markup-compatibility/2006">
                <mc:Choice xmlns:v="urn:schemas-microsoft-com:vml" Requires="v">
                  <p:oleObj name="Equation" r:id="rId10" imgW="787742" imgH="279521" progId="Equation.3">
                    <p:embed/>
                  </p:oleObj>
                </mc:Choice>
                <mc:Fallback>
                  <p:oleObj name="Equation" r:id="rId10" imgW="787742" imgH="279521" progId="Equation.3">
                    <p:embed/>
                    <p:pic>
                      <p:nvPicPr>
                        <p:cNvPr id="48162" name="Object 6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7" y="3771"/>
                          <a:ext cx="1114" cy="368"/>
                        </a:xfrm>
                        <a:prstGeom prst="rect">
                          <a:avLst/>
                        </a:prstGeom>
                        <a:noFill/>
                        <a:ln>
                          <a:noFill/>
                        </a:ln>
                        <a:effec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2428"/>
                                        </p:tgtEl>
                                        <p:attrNameLst>
                                          <p:attrName>style.visibility</p:attrName>
                                        </p:attrNameLst>
                                      </p:cBhvr>
                                      <p:to>
                                        <p:strVal val="visible"/>
                                      </p:to>
                                    </p:set>
                                    <p:animEffect transition="in" filter="wipe(left)">
                                      <p:cBhvr>
                                        <p:cTn id="7" dur="2000"/>
                                        <p:tgtEl>
                                          <p:spTgt spid="272428"/>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272431"/>
                                        </p:tgtEl>
                                        <p:attrNameLst>
                                          <p:attrName>style.visibility</p:attrName>
                                        </p:attrNameLst>
                                      </p:cBhvr>
                                      <p:to>
                                        <p:strVal val="visible"/>
                                      </p:to>
                                    </p:set>
                                    <p:animEffect transition="in" filter="wipe(up)">
                                      <p:cBhvr>
                                        <p:cTn id="11" dur="500"/>
                                        <p:tgtEl>
                                          <p:spTgt spid="27243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72432"/>
                                        </p:tgtEl>
                                        <p:attrNameLst>
                                          <p:attrName>style.visibility</p:attrName>
                                        </p:attrNameLst>
                                      </p:cBhvr>
                                      <p:to>
                                        <p:strVal val="visible"/>
                                      </p:to>
                                    </p:set>
                                    <p:animEffect transition="in" filter="wipe(left)">
                                      <p:cBhvr>
                                        <p:cTn id="16" dur="500"/>
                                        <p:tgtEl>
                                          <p:spTgt spid="2724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3" fill="hold" nodeType="clickEffect">
                                  <p:stCondLst>
                                    <p:cond delay="0"/>
                                  </p:stCondLst>
                                  <p:childTnLst>
                                    <p:set>
                                      <p:cBhvr>
                                        <p:cTn id="20" dur="1" fill="hold">
                                          <p:stCondLst>
                                            <p:cond delay="0"/>
                                          </p:stCondLst>
                                        </p:cTn>
                                        <p:tgtEl>
                                          <p:spTgt spid="272434"/>
                                        </p:tgtEl>
                                        <p:attrNameLst>
                                          <p:attrName>style.visibility</p:attrName>
                                        </p:attrNameLst>
                                      </p:cBhvr>
                                      <p:to>
                                        <p:strVal val="visible"/>
                                      </p:to>
                                    </p:set>
                                    <p:animEffect transition="in" filter="strips(upRight)">
                                      <p:cBhvr>
                                        <p:cTn id="21" dur="500"/>
                                        <p:tgtEl>
                                          <p:spTgt spid="2724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nodeType="clickEffect">
                                  <p:stCondLst>
                                    <p:cond delay="0"/>
                                  </p:stCondLst>
                                  <p:childTnLst>
                                    <p:set>
                                      <p:cBhvr>
                                        <p:cTn id="25" dur="1" fill="hold">
                                          <p:stCondLst>
                                            <p:cond delay="0"/>
                                          </p:stCondLst>
                                        </p:cTn>
                                        <p:tgtEl>
                                          <p:spTgt spid="272439"/>
                                        </p:tgtEl>
                                        <p:attrNameLst>
                                          <p:attrName>style.visibility</p:attrName>
                                        </p:attrNameLst>
                                      </p:cBhvr>
                                      <p:to>
                                        <p:strVal val="visible"/>
                                      </p:to>
                                    </p:set>
                                    <p:animEffect transition="in" filter="strips(upRight)">
                                      <p:cBhvr>
                                        <p:cTn id="26" dur="500"/>
                                        <p:tgtEl>
                                          <p:spTgt spid="27243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272442"/>
                                        </p:tgtEl>
                                        <p:attrNameLst>
                                          <p:attrName>style.visibility</p:attrName>
                                        </p:attrNameLst>
                                      </p:cBhvr>
                                      <p:to>
                                        <p:strVal val="visible"/>
                                      </p:to>
                                    </p:set>
                                    <p:animEffect transition="in" filter="wipe(down)">
                                      <p:cBhvr>
                                        <p:cTn id="31" dur="500"/>
                                        <p:tgtEl>
                                          <p:spTgt spid="2724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72445"/>
                                        </p:tgtEl>
                                        <p:attrNameLst>
                                          <p:attrName>style.visibility</p:attrName>
                                        </p:attrNameLst>
                                      </p:cBhvr>
                                      <p:to>
                                        <p:strVal val="visible"/>
                                      </p:to>
                                    </p:set>
                                    <p:animEffect transition="in" filter="wipe(up)">
                                      <p:cBhvr>
                                        <p:cTn id="36" dur="500"/>
                                        <p:tgtEl>
                                          <p:spTgt spid="27244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272446"/>
                                        </p:tgtEl>
                                        <p:attrNameLst>
                                          <p:attrName>style.visibility</p:attrName>
                                        </p:attrNameLst>
                                      </p:cBhvr>
                                      <p:to>
                                        <p:strVal val="visible"/>
                                      </p:to>
                                    </p:set>
                                    <p:anim calcmode="lin" valueType="num">
                                      <p:cBhvr>
                                        <p:cTn id="41" dur="500" fill="hold"/>
                                        <p:tgtEl>
                                          <p:spTgt spid="272446"/>
                                        </p:tgtEl>
                                        <p:attrNameLst>
                                          <p:attrName>ppt_w</p:attrName>
                                        </p:attrNameLst>
                                      </p:cBhvr>
                                      <p:tavLst>
                                        <p:tav tm="0">
                                          <p:val>
                                            <p:fltVal val="0"/>
                                          </p:val>
                                        </p:tav>
                                        <p:tav tm="100000">
                                          <p:val>
                                            <p:strVal val="#ppt_w"/>
                                          </p:val>
                                        </p:tav>
                                      </p:tavLst>
                                    </p:anim>
                                    <p:anim calcmode="lin" valueType="num">
                                      <p:cBhvr>
                                        <p:cTn id="42" dur="500" fill="hold"/>
                                        <p:tgtEl>
                                          <p:spTgt spid="272446"/>
                                        </p:tgtEl>
                                        <p:attrNameLst>
                                          <p:attrName>ppt_h</p:attrName>
                                        </p:attrNameLst>
                                      </p:cBhvr>
                                      <p:tavLst>
                                        <p:tav tm="0">
                                          <p:val>
                                            <p:fltVal val="0"/>
                                          </p:val>
                                        </p:tav>
                                        <p:tav tm="100000">
                                          <p:val>
                                            <p:strVal val="#ppt_h"/>
                                          </p:val>
                                        </p:tav>
                                      </p:tavLst>
                                    </p:anim>
                                  </p:childTnLst>
                                </p:cTn>
                              </p:par>
                            </p:childTnLst>
                          </p:cTn>
                        </p:par>
                        <p:par>
                          <p:cTn id="43" fill="hold" nodeType="afterGroup">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272447"/>
                                        </p:tgtEl>
                                        <p:attrNameLst>
                                          <p:attrName>style.visibility</p:attrName>
                                        </p:attrNameLst>
                                      </p:cBhvr>
                                      <p:to>
                                        <p:strVal val="visible"/>
                                      </p:to>
                                    </p:set>
                                    <p:animEffect transition="in" filter="wipe(up)">
                                      <p:cBhvr>
                                        <p:cTn id="46" dur="500"/>
                                        <p:tgtEl>
                                          <p:spTgt spid="272447"/>
                                        </p:tgtEl>
                                      </p:cBhvr>
                                    </p:animEffect>
                                  </p:childTnLst>
                                  <p:subTnLst>
                                    <p:set>
                                      <p:cBhvr override="childStyle">
                                        <p:cTn dur="1" fill="hold" display="0" masterRel="nextClick" afterEffect="1"/>
                                        <p:tgtEl>
                                          <p:spTgt spid="272447"/>
                                        </p:tgtEl>
                                        <p:attrNameLst>
                                          <p:attrName>style.visibility</p:attrName>
                                        </p:attrNameLst>
                                      </p:cBhvr>
                                      <p:to>
                                        <p:strVal val="hidden"/>
                                      </p:to>
                                    </p:set>
                                  </p:sub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72448"/>
                                        </p:tgtEl>
                                        <p:attrNameLst>
                                          <p:attrName>style.visibility</p:attrName>
                                        </p:attrNameLst>
                                      </p:cBhvr>
                                      <p:to>
                                        <p:strVal val="visible"/>
                                      </p:to>
                                    </p:set>
                                    <p:animEffect transition="in" filter="wipe(down)">
                                      <p:cBhvr>
                                        <p:cTn id="51" dur="500"/>
                                        <p:tgtEl>
                                          <p:spTgt spid="272448"/>
                                        </p:tgtEl>
                                      </p:cBhvr>
                                    </p:animEffect>
                                  </p:childTnLst>
                                </p:cTn>
                              </p:par>
                            </p:childTnLst>
                          </p:cTn>
                        </p:par>
                        <p:par>
                          <p:cTn id="52" fill="hold" nodeType="afterGroup">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272449"/>
                                        </p:tgtEl>
                                        <p:attrNameLst>
                                          <p:attrName>style.visibility</p:attrName>
                                        </p:attrNameLst>
                                      </p:cBhvr>
                                      <p:to>
                                        <p:strVal val="visible"/>
                                      </p:to>
                                    </p:set>
                                    <p:animEffect transition="in" filter="wipe(up)">
                                      <p:cBhvr>
                                        <p:cTn id="55" dur="500"/>
                                        <p:tgtEl>
                                          <p:spTgt spid="27244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72450"/>
                                        </p:tgtEl>
                                        <p:attrNameLst>
                                          <p:attrName>style.visibility</p:attrName>
                                        </p:attrNameLst>
                                      </p:cBhvr>
                                      <p:to>
                                        <p:strVal val="visible"/>
                                      </p:to>
                                    </p:set>
                                    <p:animEffect transition="in" filter="wipe(left)">
                                      <p:cBhvr>
                                        <p:cTn id="60" dur="500"/>
                                        <p:tgtEl>
                                          <p:spTgt spid="27245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72426"/>
                                        </p:tgtEl>
                                        <p:attrNameLst>
                                          <p:attrName>style.visibility</p:attrName>
                                        </p:attrNameLst>
                                      </p:cBhvr>
                                      <p:to>
                                        <p:strVal val="visible"/>
                                      </p:to>
                                    </p:set>
                                    <p:animEffect transition="in" filter="wipe(left)">
                                      <p:cBhvr>
                                        <p:cTn id="65" dur="2000"/>
                                        <p:tgtEl>
                                          <p:spTgt spid="27242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272451"/>
                                        </p:tgtEl>
                                        <p:attrNameLst>
                                          <p:attrName>style.visibility</p:attrName>
                                        </p:attrNameLst>
                                      </p:cBhvr>
                                      <p:to>
                                        <p:strVal val="visible"/>
                                      </p:to>
                                    </p:set>
                                    <p:animEffect transition="in" filter="wipe(up)">
                                      <p:cBhvr>
                                        <p:cTn id="70" dur="500"/>
                                        <p:tgtEl>
                                          <p:spTgt spid="272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426" grpId="0"/>
      <p:bldP spid="272445" grpId="0" animBg="1"/>
      <p:bldP spid="272446" grpId="0" animBg="1"/>
      <p:bldP spid="272447" grpId="0" animBg="1"/>
      <p:bldP spid="272448" grpId="0" animBg="1"/>
      <p:bldP spid="27244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757E4673-13AB-4056-9886-3A503481C14E}" type="slidenum">
              <a:rPr lang="en-US" altLang="zh-CN" smtClean="0"/>
              <a:pPr>
                <a:defRPr/>
              </a:pPr>
              <a:t>85</a:t>
            </a:fld>
            <a:endParaRPr lang="en-US" altLang="zh-CN"/>
          </a:p>
        </p:txBody>
      </p:sp>
      <p:sp>
        <p:nvSpPr>
          <p:cNvPr id="3" name="Text Box 43"/>
          <p:cNvSpPr txBox="1">
            <a:spLocks noChangeArrowheads="1"/>
          </p:cNvSpPr>
          <p:nvPr/>
        </p:nvSpPr>
        <p:spPr bwMode="auto">
          <a:xfrm>
            <a:off x="107504" y="1720"/>
            <a:ext cx="18002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Clr>
                <a:srgbClr val="FF0000"/>
              </a:buClr>
              <a:buFont typeface="Wingdings" pitchFamily="2" charset="2"/>
              <a:buChar char="Ø"/>
            </a:pPr>
            <a:r>
              <a:rPr lang="zh-CN" altLang="en-US" dirty="0">
                <a:solidFill>
                  <a:srgbClr val="0000FF"/>
                </a:solidFill>
                <a:latin typeface="黑体" pitchFamily="49" charset="-122"/>
                <a:ea typeface="黑体" pitchFamily="49" charset="-122"/>
              </a:rPr>
              <a:t>收敛性</a:t>
            </a:r>
          </a:p>
        </p:txBody>
      </p:sp>
      <p:graphicFrame>
        <p:nvGraphicFramePr>
          <p:cNvPr id="4" name="Object 70"/>
          <p:cNvGraphicFramePr>
            <a:graphicFrameLocks noChangeAspect="1"/>
          </p:cNvGraphicFramePr>
          <p:nvPr/>
        </p:nvGraphicFramePr>
        <p:xfrm>
          <a:off x="323528" y="1064491"/>
          <a:ext cx="2417334" cy="880826"/>
        </p:xfrm>
        <a:graphic>
          <a:graphicData uri="http://schemas.openxmlformats.org/presentationml/2006/ole">
            <mc:AlternateContent xmlns:mc="http://schemas.openxmlformats.org/markup-compatibility/2006">
              <mc:Choice xmlns:v="urn:schemas-microsoft-com:vml" Requires="v">
                <p:oleObj name="公式" r:id="rId2" imgW="1104844" imgH="352350" progId="Equation.3">
                  <p:embed/>
                </p:oleObj>
              </mc:Choice>
              <mc:Fallback>
                <p:oleObj name="公式" r:id="rId2" imgW="1104844" imgH="352350" progId="Equation.3">
                  <p:embed/>
                  <p:pic>
                    <p:nvPicPr>
                      <p:cNvPr id="4" name="Object 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064491"/>
                        <a:ext cx="2417334" cy="880826"/>
                      </a:xfrm>
                      <a:prstGeom prst="rect">
                        <a:avLst/>
                      </a:prstGeom>
                      <a:noFill/>
                      <a:ln>
                        <a:noFill/>
                      </a:ln>
                      <a:effectLst/>
                    </p:spPr>
                  </p:pic>
                </p:oleObj>
              </mc:Fallback>
            </mc:AlternateContent>
          </a:graphicData>
        </a:graphic>
      </p:graphicFrame>
      <p:graphicFrame>
        <p:nvGraphicFramePr>
          <p:cNvPr id="5" name="Object 72"/>
          <p:cNvGraphicFramePr>
            <a:graphicFrameLocks noChangeAspect="1"/>
          </p:cNvGraphicFramePr>
          <p:nvPr/>
        </p:nvGraphicFramePr>
        <p:xfrm>
          <a:off x="2987824" y="1124744"/>
          <a:ext cx="2759000" cy="880826"/>
        </p:xfrm>
        <a:graphic>
          <a:graphicData uri="http://schemas.openxmlformats.org/presentationml/2006/ole">
            <mc:AlternateContent xmlns:mc="http://schemas.openxmlformats.org/markup-compatibility/2006">
              <mc:Choice xmlns:v="urn:schemas-microsoft-com:vml" Requires="v">
                <p:oleObj name="公式" r:id="rId4" imgW="1190746" imgH="352350" progId="Equation.3">
                  <p:embed/>
                </p:oleObj>
              </mc:Choice>
              <mc:Fallback>
                <p:oleObj name="公式" r:id="rId4" imgW="1190746" imgH="352350" progId="Equation.3">
                  <p:embed/>
                  <p:pic>
                    <p:nvPicPr>
                      <p:cNvPr id="5"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824" y="1124744"/>
                        <a:ext cx="2759000" cy="880826"/>
                      </a:xfrm>
                      <a:prstGeom prst="rect">
                        <a:avLst/>
                      </a:prstGeom>
                      <a:noFill/>
                      <a:ln>
                        <a:noFill/>
                      </a:ln>
                      <a:effectLst/>
                    </p:spPr>
                  </p:pic>
                </p:oleObj>
              </mc:Fallback>
            </mc:AlternateContent>
          </a:graphicData>
        </a:graphic>
      </p:graphicFrame>
      <p:sp>
        <p:nvSpPr>
          <p:cNvPr id="6" name="Rectangle 73"/>
          <p:cNvSpPr>
            <a:spLocks noChangeArrowheads="1"/>
          </p:cNvSpPr>
          <p:nvPr/>
        </p:nvSpPr>
        <p:spPr bwMode="auto">
          <a:xfrm>
            <a:off x="1907729" y="192954"/>
            <a:ext cx="20161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dirty="0">
                <a:latin typeface="楷体_GB2312" pitchFamily="49" charset="-122"/>
                <a:ea typeface="楷体_GB2312" pitchFamily="49" charset="-122"/>
              </a:rPr>
              <a:t>迭代函数</a:t>
            </a:r>
          </a:p>
        </p:txBody>
      </p:sp>
      <p:grpSp>
        <p:nvGrpSpPr>
          <p:cNvPr id="7" name="Group 74"/>
          <p:cNvGrpSpPr>
            <a:grpSpLocks/>
          </p:cNvGrpSpPr>
          <p:nvPr/>
        </p:nvGrpSpPr>
        <p:grpSpPr bwMode="auto">
          <a:xfrm>
            <a:off x="329459" y="2132857"/>
            <a:ext cx="7372351" cy="2308226"/>
            <a:chOff x="431" y="1570"/>
            <a:chExt cx="4644" cy="1454"/>
          </a:xfrm>
        </p:grpSpPr>
        <p:sp>
          <p:nvSpPr>
            <p:cNvPr id="8" name="Text Box 75"/>
            <p:cNvSpPr txBox="1">
              <a:spLocks noChangeArrowheads="1"/>
            </p:cNvSpPr>
            <p:nvPr/>
          </p:nvSpPr>
          <p:spPr bwMode="auto">
            <a:xfrm>
              <a:off x="431" y="1570"/>
              <a:ext cx="4644" cy="1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dirty="0">
                  <a:latin typeface="楷体_GB2312" pitchFamily="49" charset="-122"/>
                  <a:ea typeface="楷体_GB2312" pitchFamily="49" charset="-122"/>
                </a:rPr>
                <a:t>假定       是        的一个单根，即</a:t>
              </a:r>
              <a:r>
                <a:rPr lang="en-US" altLang="zh-CN" dirty="0">
                  <a:latin typeface="楷体_GB2312" pitchFamily="49" charset="-122"/>
                  <a:ea typeface="楷体_GB2312" pitchFamily="49" charset="-122"/>
                </a:rPr>
                <a:t>:</a:t>
              </a:r>
              <a:endParaRPr lang="zh-CN" altLang="en-US" dirty="0">
                <a:latin typeface="楷体_GB2312" pitchFamily="49" charset="-122"/>
                <a:ea typeface="楷体_GB2312" pitchFamily="49" charset="-122"/>
              </a:endParaRPr>
            </a:p>
            <a:p>
              <a:pPr eaLnBrk="1" hangingPunct="1">
                <a:spcBef>
                  <a:spcPct val="0"/>
                </a:spcBef>
                <a:buFontTx/>
                <a:buNone/>
              </a:pPr>
              <a:endParaRPr lang="en-US" altLang="zh-CN" dirty="0">
                <a:latin typeface="楷体_GB2312" pitchFamily="49" charset="-122"/>
                <a:ea typeface="楷体_GB2312" pitchFamily="49" charset="-122"/>
              </a:endParaRPr>
            </a:p>
            <a:p>
              <a:pPr eaLnBrk="1" hangingPunct="1">
                <a:spcBef>
                  <a:spcPct val="0"/>
                </a:spcBef>
                <a:buFontTx/>
                <a:buNone/>
              </a:pPr>
              <a:r>
                <a:rPr lang="zh-CN" altLang="en-US" dirty="0">
                  <a:latin typeface="楷体_GB2312" pitchFamily="49" charset="-122"/>
                  <a:ea typeface="楷体_GB2312" pitchFamily="49" charset="-122"/>
                </a:rPr>
                <a:t>则由上式知</a:t>
              </a:r>
            </a:p>
          </p:txBody>
        </p:sp>
        <p:graphicFrame>
          <p:nvGraphicFramePr>
            <p:cNvPr id="9" name="Object 76"/>
            <p:cNvGraphicFramePr>
              <a:graphicFrameLocks noChangeAspect="1"/>
            </p:cNvGraphicFramePr>
            <p:nvPr/>
          </p:nvGraphicFramePr>
          <p:xfrm>
            <a:off x="1761" y="1709"/>
            <a:ext cx="585" cy="255"/>
          </p:xfrm>
          <a:graphic>
            <a:graphicData uri="http://schemas.openxmlformats.org/presentationml/2006/ole">
              <mc:AlternateContent xmlns:mc="http://schemas.openxmlformats.org/markup-compatibility/2006">
                <mc:Choice xmlns:v="urn:schemas-microsoft-com:vml" Requires="v">
                  <p:oleObj name="Equation" r:id="rId6" imgW="266621" imgH="123930" progId="Equation.3">
                    <p:embed/>
                  </p:oleObj>
                </mc:Choice>
                <mc:Fallback>
                  <p:oleObj name="Equation" r:id="rId6" imgW="266621" imgH="123930" progId="Equation.3">
                    <p:embed/>
                    <p:pic>
                      <p:nvPicPr>
                        <p:cNvPr id="9" name="Object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1" y="1709"/>
                          <a:ext cx="585" cy="255"/>
                        </a:xfrm>
                        <a:prstGeom prst="rect">
                          <a:avLst/>
                        </a:prstGeom>
                        <a:noFill/>
                        <a:ln>
                          <a:noFill/>
                        </a:ln>
                        <a:effectLst/>
                      </p:spPr>
                    </p:pic>
                  </p:oleObj>
                </mc:Fallback>
              </mc:AlternateContent>
            </a:graphicData>
          </a:graphic>
        </p:graphicFrame>
        <p:graphicFrame>
          <p:nvGraphicFramePr>
            <p:cNvPr id="10" name="Object 77"/>
            <p:cNvGraphicFramePr>
              <a:graphicFrameLocks noChangeAspect="1"/>
            </p:cNvGraphicFramePr>
            <p:nvPr/>
          </p:nvGraphicFramePr>
          <p:xfrm>
            <a:off x="1017" y="1751"/>
            <a:ext cx="356" cy="228"/>
          </p:xfrm>
          <a:graphic>
            <a:graphicData uri="http://schemas.openxmlformats.org/presentationml/2006/ole">
              <mc:AlternateContent xmlns:mc="http://schemas.openxmlformats.org/markup-compatibility/2006">
                <mc:Choice xmlns:v="urn:schemas-microsoft-com:vml" Requires="v">
                  <p:oleObj name="Equation" r:id="rId8" imgW="133446" imgH="104760" progId="Equation.3">
                    <p:embed/>
                  </p:oleObj>
                </mc:Choice>
                <mc:Fallback>
                  <p:oleObj name="Equation" r:id="rId8" imgW="133446" imgH="104760" progId="Equation.3">
                    <p:embed/>
                    <p:pic>
                      <p:nvPicPr>
                        <p:cNvPr id="10" name="Object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7" y="1751"/>
                          <a:ext cx="356" cy="228"/>
                        </a:xfrm>
                        <a:prstGeom prst="rect">
                          <a:avLst/>
                        </a:prstGeom>
                        <a:noFill/>
                        <a:ln>
                          <a:noFill/>
                        </a:ln>
                        <a:effectLst/>
                      </p:spPr>
                    </p:pic>
                  </p:oleObj>
                </mc:Fallback>
              </mc:AlternateContent>
            </a:graphicData>
          </a:graphic>
        </p:graphicFrame>
        <p:graphicFrame>
          <p:nvGraphicFramePr>
            <p:cNvPr id="11" name="Object 78"/>
            <p:cNvGraphicFramePr>
              <a:graphicFrameLocks noChangeAspect="1"/>
            </p:cNvGraphicFramePr>
            <p:nvPr/>
          </p:nvGraphicFramePr>
          <p:xfrm>
            <a:off x="1769" y="2114"/>
            <a:ext cx="2539" cy="288"/>
          </p:xfrm>
          <a:graphic>
            <a:graphicData uri="http://schemas.openxmlformats.org/presentationml/2006/ole">
              <mc:AlternateContent xmlns:mc="http://schemas.openxmlformats.org/markup-compatibility/2006">
                <mc:Choice xmlns:v="urn:schemas-microsoft-com:vml" Requires="v">
                  <p:oleObj name="Equation" r:id="rId10" imgW="1247744" imgH="123930" progId="Equation.3">
                    <p:embed/>
                  </p:oleObj>
                </mc:Choice>
                <mc:Fallback>
                  <p:oleObj name="Equation" r:id="rId10" imgW="1247744" imgH="123930" progId="Equation.3">
                    <p:embed/>
                    <p:pic>
                      <p:nvPicPr>
                        <p:cNvPr id="11" name="Object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69" y="2114"/>
                          <a:ext cx="2539" cy="288"/>
                        </a:xfrm>
                        <a:prstGeom prst="rect">
                          <a:avLst/>
                        </a:prstGeom>
                        <a:noFill/>
                        <a:ln>
                          <a:noFill/>
                        </a:ln>
                        <a:effectLst/>
                      </p:spPr>
                    </p:pic>
                  </p:oleObj>
                </mc:Fallback>
              </mc:AlternateContent>
            </a:graphicData>
          </a:graphic>
        </p:graphicFrame>
        <p:graphicFrame>
          <p:nvGraphicFramePr>
            <p:cNvPr id="12" name="Object 79"/>
            <p:cNvGraphicFramePr>
              <a:graphicFrameLocks noChangeAspect="1"/>
            </p:cNvGraphicFramePr>
            <p:nvPr/>
          </p:nvGraphicFramePr>
          <p:xfrm>
            <a:off x="1879" y="2659"/>
            <a:ext cx="1106" cy="256"/>
          </p:xfrm>
          <a:graphic>
            <a:graphicData uri="http://schemas.openxmlformats.org/presentationml/2006/ole">
              <mc:AlternateContent xmlns:mc="http://schemas.openxmlformats.org/markup-compatibility/2006">
                <mc:Choice xmlns:v="urn:schemas-microsoft-com:vml" Requires="v">
                  <p:oleObj name="Equation" r:id="rId12" imgW="571601" imgH="123930" progId="Equation.3">
                    <p:embed/>
                  </p:oleObj>
                </mc:Choice>
                <mc:Fallback>
                  <p:oleObj name="Equation" r:id="rId12" imgW="571601" imgH="123930" progId="Equation.3">
                    <p:embed/>
                    <p:pic>
                      <p:nvPicPr>
                        <p:cNvPr id="12" name="Object 7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9" y="2659"/>
                          <a:ext cx="1106" cy="256"/>
                        </a:xfrm>
                        <a:prstGeom prst="rect">
                          <a:avLst/>
                        </a:prstGeom>
                        <a:noFill/>
                        <a:ln>
                          <a:noFill/>
                        </a:ln>
                        <a:effectLst/>
                      </p:spPr>
                    </p:pic>
                  </p:oleObj>
                </mc:Fallback>
              </mc:AlternateContent>
            </a:graphicData>
          </a:graphic>
        </p:graphicFrame>
      </p:grpSp>
      <p:graphicFrame>
        <p:nvGraphicFramePr>
          <p:cNvPr id="13" name="Object 85"/>
          <p:cNvGraphicFramePr>
            <a:graphicFrameLocks noChangeAspect="1"/>
          </p:cNvGraphicFramePr>
          <p:nvPr/>
        </p:nvGraphicFramePr>
        <p:xfrm>
          <a:off x="6228184" y="1038611"/>
          <a:ext cx="2582624" cy="901464"/>
        </p:xfrm>
        <a:graphic>
          <a:graphicData uri="http://schemas.openxmlformats.org/presentationml/2006/ole">
            <mc:AlternateContent xmlns:mc="http://schemas.openxmlformats.org/markup-compatibility/2006">
              <mc:Choice xmlns:v="urn:schemas-microsoft-com:vml" Requires="v">
                <p:oleObj name="公式" r:id="rId14" imgW="1028666" imgH="352350" progId="Equation.3">
                  <p:embed/>
                </p:oleObj>
              </mc:Choice>
              <mc:Fallback>
                <p:oleObj name="公式" r:id="rId14" imgW="1028666" imgH="352350" progId="Equation.3">
                  <p:embed/>
                  <p:pic>
                    <p:nvPicPr>
                      <p:cNvPr id="13" name="Object 8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28184" y="1038611"/>
                        <a:ext cx="2582624" cy="901464"/>
                      </a:xfrm>
                      <a:prstGeom prst="rect">
                        <a:avLst/>
                      </a:prstGeom>
                      <a:noFill/>
                      <a:ln>
                        <a:noFill/>
                      </a:ln>
                      <a:effectLst/>
                    </p:spPr>
                  </p:pic>
                </p:oleObj>
              </mc:Fallback>
            </mc:AlternateContent>
          </a:graphicData>
        </a:graphic>
      </p:graphicFrame>
      <p:sp>
        <p:nvSpPr>
          <p:cNvPr id="14" name="Rectangle 86"/>
          <p:cNvSpPr>
            <a:spLocks noChangeArrowheads="1"/>
          </p:cNvSpPr>
          <p:nvPr/>
        </p:nvSpPr>
        <p:spPr bwMode="auto">
          <a:xfrm>
            <a:off x="4834792" y="3607905"/>
            <a:ext cx="2653588" cy="83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dirty="0">
                <a:solidFill>
                  <a:srgbClr val="0000FF"/>
                </a:solidFill>
                <a:latin typeface="楷体_GB2312" pitchFamily="49" charset="-122"/>
                <a:ea typeface="楷体_GB2312" pitchFamily="49" charset="-122"/>
              </a:rPr>
              <a:t>局部平方收敛</a:t>
            </a:r>
          </a:p>
        </p:txBody>
      </p:sp>
      <p:grpSp>
        <p:nvGrpSpPr>
          <p:cNvPr id="15" name="Group 87"/>
          <p:cNvGrpSpPr>
            <a:grpSpLocks/>
          </p:cNvGrpSpPr>
          <p:nvPr/>
        </p:nvGrpSpPr>
        <p:grpSpPr bwMode="auto">
          <a:xfrm>
            <a:off x="1547664" y="4725145"/>
            <a:ext cx="6229350" cy="871538"/>
            <a:chOff x="1284" y="742"/>
            <a:chExt cx="3924" cy="549"/>
          </a:xfrm>
        </p:grpSpPr>
        <p:graphicFrame>
          <p:nvGraphicFramePr>
            <p:cNvPr id="16" name="Object 88"/>
            <p:cNvGraphicFramePr>
              <a:graphicFrameLocks noChangeAspect="1"/>
            </p:cNvGraphicFramePr>
            <p:nvPr/>
          </p:nvGraphicFramePr>
          <p:xfrm>
            <a:off x="1284" y="742"/>
            <a:ext cx="2744" cy="549"/>
          </p:xfrm>
          <a:graphic>
            <a:graphicData uri="http://schemas.openxmlformats.org/presentationml/2006/ole">
              <mc:AlternateContent xmlns:mc="http://schemas.openxmlformats.org/markup-compatibility/2006">
                <mc:Choice xmlns:v="urn:schemas-microsoft-com:vml" Requires="v">
                  <p:oleObj name="Equation" r:id="rId16" imgW="1514365" imgH="352350" progId="Equation.3">
                    <p:embed/>
                  </p:oleObj>
                </mc:Choice>
                <mc:Fallback>
                  <p:oleObj name="Equation" r:id="rId16" imgW="1514365" imgH="352350" progId="Equation.3">
                    <p:embed/>
                    <p:pic>
                      <p:nvPicPr>
                        <p:cNvPr id="16" name="Object 8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4" y="742"/>
                          <a:ext cx="2744" cy="549"/>
                        </a:xfrm>
                        <a:prstGeom prst="rect">
                          <a:avLst/>
                        </a:prstGeom>
                        <a:noFill/>
                        <a:ln>
                          <a:noFill/>
                        </a:ln>
                        <a:effectLst/>
                      </p:spPr>
                    </p:pic>
                  </p:oleObj>
                </mc:Fallback>
              </mc:AlternateContent>
            </a:graphicData>
          </a:graphic>
        </p:graphicFrame>
        <p:sp>
          <p:nvSpPr>
            <p:cNvPr id="17" name="Text Box 89"/>
            <p:cNvSpPr txBox="1">
              <a:spLocks noChangeArrowheads="1"/>
            </p:cNvSpPr>
            <p:nvPr/>
          </p:nvSpPr>
          <p:spPr bwMode="auto">
            <a:xfrm>
              <a:off x="4570" y="833"/>
              <a:ext cx="63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r>
                <a:rPr lang="zh-CN" altLang="en-US" sz="2000">
                  <a:solidFill>
                    <a:srgbClr val="FF0000"/>
                  </a:solidFill>
                  <a:ea typeface="楷体_GB2312" pitchFamily="49" charset="-122"/>
                </a:rPr>
                <a:t>（</a:t>
              </a:r>
              <a:r>
                <a:rPr lang="en-US" altLang="zh-CN" sz="2000">
                  <a:solidFill>
                    <a:srgbClr val="FF0000"/>
                  </a:solidFill>
                  <a:ea typeface="楷体_GB2312" pitchFamily="49" charset="-122"/>
                </a:rPr>
                <a:t>4.3</a:t>
              </a:r>
              <a:r>
                <a:rPr lang="zh-CN" altLang="en-US" sz="2000">
                  <a:solidFill>
                    <a:srgbClr val="FF0000"/>
                  </a:solidFill>
                  <a:ea typeface="楷体_GB2312" pitchFamily="49" charset="-122"/>
                </a:rPr>
                <a:t>）</a:t>
              </a:r>
            </a:p>
          </p:txBody>
        </p:sp>
      </p:grpSp>
    </p:spTree>
    <p:extLst>
      <p:ext uri="{BB962C8B-B14F-4D97-AF65-F5344CB8AC3E}">
        <p14:creationId xmlns:p14="http://schemas.microsoft.com/office/powerpoint/2010/main" val="297424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2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4"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SimSun"/>
        <a:cs typeface=""/>
      </a:majorFont>
      <a:minorFont>
        <a:latin typeface="Times New Roman"/>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SimSun"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7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SimSun"/>
        <a:cs typeface=""/>
      </a:majorFont>
      <a:minorFont>
        <a:latin typeface="Times New Roman"/>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SimSun"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第一章 引言">
  <a:themeElements>
    <a:clrScheme name="第一章 引言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fontScheme name="第一章 引言">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第一章 引言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第一章 引言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第一章 引言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第一章 引言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第一章 引言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第一章 引言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第一章 引言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第一章 引言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第一章 引言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16620</TotalTime>
  <Words>3497</Words>
  <Application>Microsoft Office PowerPoint</Application>
  <PresentationFormat>全屏显示(4:3)</PresentationFormat>
  <Paragraphs>608</Paragraphs>
  <Slides>85</Slides>
  <Notes>0</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3</vt:i4>
      </vt:variant>
      <vt:variant>
        <vt:lpstr>幻灯片标题</vt:lpstr>
      </vt:variant>
      <vt:variant>
        <vt:i4>85</vt:i4>
      </vt:variant>
    </vt:vector>
  </HeadingPairs>
  <TitlesOfParts>
    <vt:vector size="105" baseType="lpstr">
      <vt:lpstr>DotumChe</vt:lpstr>
      <vt:lpstr>黑体</vt:lpstr>
      <vt:lpstr>华文新魏</vt:lpstr>
      <vt:lpstr>华文行楷</vt:lpstr>
      <vt:lpstr>楷体_GB2312</vt:lpstr>
      <vt:lpstr>宋体</vt:lpstr>
      <vt:lpstr>Arial</vt:lpstr>
      <vt:lpstr>Cambria Math</vt:lpstr>
      <vt:lpstr>Courier New</vt:lpstr>
      <vt:lpstr>Symbol</vt:lpstr>
      <vt:lpstr>Tahoma</vt:lpstr>
      <vt:lpstr>Times New Roman</vt:lpstr>
      <vt:lpstr>Wingdings</vt:lpstr>
      <vt:lpstr>默认设计模板</vt:lpstr>
      <vt:lpstr>1_默认设计模板</vt:lpstr>
      <vt:lpstr>7_默认设计模板</vt:lpstr>
      <vt:lpstr>第一章 引言</vt:lpstr>
      <vt:lpstr>Equation</vt:lpstr>
      <vt:lpstr>公式</vt:lpstr>
      <vt:lpstr>位图图像</vt:lpstr>
      <vt:lpstr>PowerPoint 演示文稿</vt:lpstr>
      <vt:lpstr>PowerPoint 演示文稿</vt:lpstr>
      <vt:lpstr>PowerPoint 演示文稿</vt:lpstr>
      <vt:lpstr>1.2 误差的定义</vt:lpstr>
      <vt:lpstr>PowerPoint 演示文稿</vt:lpstr>
      <vt:lpstr>1. 3  数值计算中的误差估计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四阶龙格-库塔方法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  牛顿法 </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xiao</dc:creator>
  <cp:lastModifiedBy>Xiaochuan Pan</cp:lastModifiedBy>
  <cp:revision>242</cp:revision>
  <dcterms:created xsi:type="dcterms:W3CDTF">2000-11-08T23:59:13Z</dcterms:created>
  <dcterms:modified xsi:type="dcterms:W3CDTF">2025-12-22T07:19:35Z</dcterms:modified>
</cp:coreProperties>
</file>